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5" autoAdjust="0"/>
    <p:restoredTop sz="94674"/>
  </p:normalViewPr>
  <p:slideViewPr>
    <p:cSldViewPr snapToGrid="0" snapToObjects="1">
      <p:cViewPr varScale="1">
        <p:scale>
          <a:sx n="68" d="100"/>
          <a:sy n="68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D50EED0-437B-1441-8B3B-81295EA238A9}">
      <dgm:prSet phldrT="[Texto]"/>
      <dgm:spPr/>
      <dgm:t>
        <a:bodyPr/>
        <a:lstStyle/>
        <a:p>
          <a:r>
            <a:rPr lang="es-ES"/>
            <a:t>Introducción</a:t>
          </a:r>
          <a:endParaRPr lang="es-ES" dirty="0"/>
        </a:p>
      </dgm:t>
    </dgm:pt>
    <dgm:pt modelId="{A6EDC655-C7CF-5442-9A95-DD52945DD4C2}" type="parTrans" cxnId="{A6D8CB4F-A1A9-2F46-90C6-E855915DE40A}">
      <dgm:prSet/>
      <dgm:spPr/>
      <dgm:t>
        <a:bodyPr/>
        <a:lstStyle/>
        <a:p>
          <a:endParaRPr lang="es-ES"/>
        </a:p>
      </dgm:t>
    </dgm:pt>
    <dgm:pt modelId="{12B35025-375E-9C48-AEA1-E8FB9BD8A8AD}" type="sibTrans" cxnId="{A6D8CB4F-A1A9-2F46-90C6-E855915DE40A}">
      <dgm:prSet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/>
            <a:t>Planificación de gestión del cronograma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/>
            <a:t>Definición de las actividades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/>
            <a:t>Secuenciación de las actividades</a:t>
          </a:r>
          <a:endParaRPr lang="es-ES" dirty="0"/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/>
            <a:t>Estimación de recursos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/>
            <a:t>Estimar la duración de las actividades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/>
            <a:t>Generación del cronograma</a:t>
          </a:r>
          <a:endParaRPr lang="es-ES" dirty="0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A70494F9-BBC6-9B4D-ABE0-28B7062A7EEA}" type="pres">
      <dgm:prSet presAssocID="{2D50EED0-437B-1441-8B3B-81295EA238A9}" presName="thickLine" presStyleLbl="alignNode1" presStyleIdx="0" presStyleCnt="7"/>
      <dgm:spPr/>
    </dgm:pt>
    <dgm:pt modelId="{4DE94855-2BF1-EB40-B090-FE0F9B4B301E}" type="pres">
      <dgm:prSet presAssocID="{2D50EED0-437B-1441-8B3B-81295EA238A9}" presName="horz1" presStyleCnt="0"/>
      <dgm:spPr/>
    </dgm:pt>
    <dgm:pt modelId="{0FAAA673-A6AE-2E48-9396-AEC5BB305A0E}" type="pres">
      <dgm:prSet presAssocID="{2D50EED0-437B-1441-8B3B-81295EA238A9}" presName="tx1" presStyleLbl="revTx" presStyleIdx="0" presStyleCnt="7"/>
      <dgm:spPr/>
    </dgm:pt>
    <dgm:pt modelId="{4D92E349-5F1C-414C-955E-416A7CFBF9E9}" type="pres">
      <dgm:prSet presAssocID="{2D50EED0-437B-1441-8B3B-81295EA238A9}" presName="vert1" presStyleCnt="0"/>
      <dgm:spPr/>
    </dgm:pt>
    <dgm:pt modelId="{8A1907C4-BE20-C143-831F-BE43804AAE5C}" type="pres">
      <dgm:prSet presAssocID="{9C0C5B6B-88B0-0644-95CC-DA013289C236}" presName="thickLine" presStyleLbl="alignNode1" presStyleIdx="1" presStyleCnt="7"/>
      <dgm:spPr/>
    </dgm:pt>
    <dgm:pt modelId="{C7AF9BE0-B9F2-AD46-922F-957BAC5E8783}" type="pres">
      <dgm:prSet presAssocID="{9C0C5B6B-88B0-0644-95CC-DA013289C236}" presName="horz1" presStyleCnt="0"/>
      <dgm:spPr/>
    </dgm:pt>
    <dgm:pt modelId="{D4A76393-A906-B54E-9D0F-0D779BE1191B}" type="pres">
      <dgm:prSet presAssocID="{9C0C5B6B-88B0-0644-95CC-DA013289C236}" presName="tx1" presStyleLbl="revTx" presStyleIdx="1" presStyleCnt="7"/>
      <dgm:spPr/>
    </dgm:pt>
    <dgm:pt modelId="{40D1F339-733F-1E45-AB8D-73CF89624F8B}" type="pres">
      <dgm:prSet presAssocID="{9C0C5B6B-88B0-0644-95CC-DA013289C236}" presName="vert1" presStyleCnt="0"/>
      <dgm:spPr/>
    </dgm:pt>
    <dgm:pt modelId="{E12A7E71-0496-E24E-8427-F2A39A7D3B01}" type="pres">
      <dgm:prSet presAssocID="{4D7DCE72-F1C7-3648-B096-B3BF2FA1BA56}" presName="thickLine" presStyleLbl="alignNode1" presStyleIdx="2" presStyleCnt="7"/>
      <dgm:spPr/>
    </dgm:pt>
    <dgm:pt modelId="{0DE9C222-E5CB-5B47-9EA4-4B4C862AF5DC}" type="pres">
      <dgm:prSet presAssocID="{4D7DCE72-F1C7-3648-B096-B3BF2FA1BA56}" presName="horz1" presStyleCnt="0"/>
      <dgm:spPr/>
    </dgm:pt>
    <dgm:pt modelId="{45ADB1A7-B74B-BB45-B47C-A23116E6CC26}" type="pres">
      <dgm:prSet presAssocID="{4D7DCE72-F1C7-3648-B096-B3BF2FA1BA56}" presName="tx1" presStyleLbl="revTx" presStyleIdx="2" presStyleCnt="7"/>
      <dgm:spPr/>
    </dgm:pt>
    <dgm:pt modelId="{E1D02F51-001F-194D-B149-384834354FF9}" type="pres">
      <dgm:prSet presAssocID="{4D7DCE72-F1C7-3648-B096-B3BF2FA1BA56}" presName="vert1" presStyleCnt="0"/>
      <dgm:spPr/>
    </dgm:pt>
    <dgm:pt modelId="{4E07894A-13F3-F14A-865D-A25A96BD58C8}" type="pres">
      <dgm:prSet presAssocID="{EA05A323-1CD6-E844-BD1C-19A2225C0340}" presName="thickLine" presStyleLbl="alignNode1" presStyleIdx="3" presStyleCnt="7"/>
      <dgm:spPr/>
    </dgm:pt>
    <dgm:pt modelId="{A6C80D78-AACE-634B-AB76-1F1460E993B6}" type="pres">
      <dgm:prSet presAssocID="{EA05A323-1CD6-E844-BD1C-19A2225C0340}" presName="horz1" presStyleCnt="0"/>
      <dgm:spPr/>
    </dgm:pt>
    <dgm:pt modelId="{0C98D550-DCAE-D44A-A74E-9BF77D5CD94B}" type="pres">
      <dgm:prSet presAssocID="{EA05A323-1CD6-E844-BD1C-19A2225C0340}" presName="tx1" presStyleLbl="revTx" presStyleIdx="3" presStyleCnt="7"/>
      <dgm:spPr/>
    </dgm:pt>
    <dgm:pt modelId="{E671EEAC-8341-834D-9161-A0CF33F962CD}" type="pres">
      <dgm:prSet presAssocID="{EA05A323-1CD6-E844-BD1C-19A2225C0340}" presName="vert1" presStyleCnt="0"/>
      <dgm:spPr/>
    </dgm:pt>
    <dgm:pt modelId="{B2F277F3-7CF1-994E-B28A-0B3155C31199}" type="pres">
      <dgm:prSet presAssocID="{A00DC1EC-B999-A640-8654-4E50ABDDE020}" presName="thickLine" presStyleLbl="alignNode1" presStyleIdx="4" presStyleCnt="7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7"/>
      <dgm:spPr/>
    </dgm:pt>
    <dgm:pt modelId="{84783DB1-8E64-8549-92F0-B23833CEE8B0}" type="pres">
      <dgm:prSet presAssocID="{A00DC1EC-B999-A640-8654-4E50ABDDE020}" presName="vert1" presStyleCnt="0"/>
      <dgm:spPr/>
    </dgm:pt>
    <dgm:pt modelId="{A688A7E7-CA0E-1641-AF9E-C9A0E85DD3A1}" type="pres">
      <dgm:prSet presAssocID="{C067AB59-C7C5-C74B-8B60-2FA743781E39}" presName="thickLine" presStyleLbl="alignNode1" presStyleIdx="5" presStyleCnt="7"/>
      <dgm:spPr/>
    </dgm:pt>
    <dgm:pt modelId="{53F2D9C6-73DF-7049-A9EE-BA91C10563DC}" type="pres">
      <dgm:prSet presAssocID="{C067AB59-C7C5-C74B-8B60-2FA743781E39}" presName="horz1" presStyleCnt="0"/>
      <dgm:spPr/>
    </dgm:pt>
    <dgm:pt modelId="{12201D77-C28D-B644-8648-8F73ED9611F3}" type="pres">
      <dgm:prSet presAssocID="{C067AB59-C7C5-C74B-8B60-2FA743781E39}" presName="tx1" presStyleLbl="revTx" presStyleIdx="5" presStyleCnt="7"/>
      <dgm:spPr/>
    </dgm:pt>
    <dgm:pt modelId="{F5FE8E54-3C44-1348-8506-B9070EA0E93B}" type="pres">
      <dgm:prSet presAssocID="{C067AB59-C7C5-C74B-8B60-2FA743781E39}" presName="vert1" presStyleCnt="0"/>
      <dgm:spPr/>
    </dgm:pt>
    <dgm:pt modelId="{312F3601-93C8-FA42-994F-68F6D704B0A6}" type="pres">
      <dgm:prSet presAssocID="{D206AD7D-6FCF-BA4A-A881-D49C0A782FC3}" presName="thickLine" presStyleLbl="alignNode1" presStyleIdx="6" presStyleCnt="7"/>
      <dgm:spPr/>
    </dgm:pt>
    <dgm:pt modelId="{4D092557-1FDC-AE46-8170-FF794E7336CB}" type="pres">
      <dgm:prSet presAssocID="{D206AD7D-6FCF-BA4A-A881-D49C0A782FC3}" presName="horz1" presStyleCnt="0"/>
      <dgm:spPr/>
    </dgm:pt>
    <dgm:pt modelId="{0CD4C8BD-B37E-CA42-A239-80B4EB836B23}" type="pres">
      <dgm:prSet presAssocID="{D206AD7D-6FCF-BA4A-A881-D49C0A782FC3}" presName="tx1" presStyleLbl="revTx" presStyleIdx="6" presStyleCnt="7"/>
      <dgm:spPr/>
    </dgm:pt>
    <dgm:pt modelId="{1E434888-7259-FF4B-9A70-30DE0225E492}" type="pres">
      <dgm:prSet presAssocID="{D206AD7D-6FCF-BA4A-A881-D49C0A782FC3}" presName="vert1" presStyleCnt="0"/>
      <dgm:spPr/>
    </dgm:pt>
  </dgm:ptLst>
  <dgm:cxnLst>
    <dgm:cxn modelId="{B913582A-C51A-7948-8CD7-0EAADAC6E1E7}" srcId="{C3CE8D9A-2F5F-E04C-AF81-B61DA3187B58}" destId="{9C0C5B6B-88B0-0644-95CC-DA013289C236}" srcOrd="1" destOrd="0" parTransId="{B8FBE750-BA08-3745-BDB2-8DE244854305}" sibTransId="{7720ED4A-2659-4441-8B8A-B12AAECACA03}"/>
    <dgm:cxn modelId="{CEF75630-A106-2C4A-813E-06273EBC269D}" srcId="{C3CE8D9A-2F5F-E04C-AF81-B61DA3187B58}" destId="{4D7DCE72-F1C7-3648-B096-B3BF2FA1BA56}" srcOrd="2" destOrd="0" parTransId="{4130B51B-54F0-CE46-A291-A4358F1F6F5A}" sibTransId="{44AA0FEF-23B0-9044-91B0-9D01CCB0457B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DA24D068-6D16-3249-AB4C-835B2CDCA3F1}" type="presOf" srcId="{C067AB59-C7C5-C74B-8B60-2FA743781E39}" destId="{12201D77-C28D-B644-8648-8F73ED9611F3}" srcOrd="0" destOrd="0" presId="urn:microsoft.com/office/officeart/2008/layout/LinedList"/>
    <dgm:cxn modelId="{A6D8CB4F-A1A9-2F46-90C6-E855915DE40A}" srcId="{C3CE8D9A-2F5F-E04C-AF81-B61DA3187B58}" destId="{2D50EED0-437B-1441-8B3B-81295EA238A9}" srcOrd="0" destOrd="0" parTransId="{A6EDC655-C7CF-5442-9A95-DD52945DD4C2}" sibTransId="{12B35025-375E-9C48-AEA1-E8FB9BD8A8AD}"/>
    <dgm:cxn modelId="{CAC1145A-45F7-9C4B-BED4-0A74376ADC3C}" type="presOf" srcId="{EA05A323-1CD6-E844-BD1C-19A2225C0340}" destId="{0C98D550-DCAE-D44A-A74E-9BF77D5CD94B}" srcOrd="0" destOrd="0" presId="urn:microsoft.com/office/officeart/2008/layout/LinedList"/>
    <dgm:cxn modelId="{8181467B-6295-B84B-8924-01C8B3C5C461}" type="presOf" srcId="{D206AD7D-6FCF-BA4A-A881-D49C0A782FC3}" destId="{0CD4C8BD-B37E-CA42-A239-80B4EB836B23}" srcOrd="0" destOrd="0" presId="urn:microsoft.com/office/officeart/2008/layout/LinedList"/>
    <dgm:cxn modelId="{170E0A80-D936-D547-94C5-570AC1082D21}" srcId="{C3CE8D9A-2F5F-E04C-AF81-B61DA3187B58}" destId="{EA05A323-1CD6-E844-BD1C-19A2225C0340}" srcOrd="3" destOrd="0" parTransId="{30E5782B-3D30-E84E-8B09-5F18CE4DBC15}" sibTransId="{A735D71C-2096-F344-B726-857D36F14FEB}"/>
    <dgm:cxn modelId="{FA015F84-3A27-6341-B5E5-5AAABF15FCA7}" srcId="{C3CE8D9A-2F5F-E04C-AF81-B61DA3187B58}" destId="{C067AB59-C7C5-C74B-8B60-2FA743781E39}" srcOrd="5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4" destOrd="0" parTransId="{C1FC985A-8FE8-944A-89F3-975B9C62D138}" sibTransId="{48BA50DD-A1B0-B142-8134-1733EC7E096A}"/>
    <dgm:cxn modelId="{DBA51B96-2BDF-C04D-8EE9-74101BC05F2E}" srcId="{C3CE8D9A-2F5F-E04C-AF81-B61DA3187B58}" destId="{D206AD7D-6FCF-BA4A-A881-D49C0A782FC3}" srcOrd="6" destOrd="0" parTransId="{2FAF4929-896A-4142-A9D4-FCF51F2A7AA6}" sibTransId="{948F4234-2DCD-C24A-ABA8-79BDA4601848}"/>
    <dgm:cxn modelId="{9ED16FA6-82F2-564E-872B-2359E13FAB52}" type="presOf" srcId="{9C0C5B6B-88B0-0644-95CC-DA013289C236}" destId="{D4A76393-A906-B54E-9D0F-0D779BE1191B}" srcOrd="0" destOrd="0" presId="urn:microsoft.com/office/officeart/2008/layout/LinedList"/>
    <dgm:cxn modelId="{DB729BA8-A4A3-5A48-954E-C3C91F7DAED8}" type="presOf" srcId="{4D7DCE72-F1C7-3648-B096-B3BF2FA1BA56}" destId="{45ADB1A7-B74B-BB45-B47C-A23116E6CC26}" srcOrd="0" destOrd="0" presId="urn:microsoft.com/office/officeart/2008/layout/LinedList"/>
    <dgm:cxn modelId="{58BCC5C7-FCA9-1D45-B91A-2E90277F1164}" type="presOf" srcId="{2D50EED0-437B-1441-8B3B-81295EA238A9}" destId="{0FAAA673-A6AE-2E48-9396-AEC5BB305A0E}" srcOrd="0" destOrd="0" presId="urn:microsoft.com/office/officeart/2008/layout/LinedList"/>
    <dgm:cxn modelId="{F847C799-CF4D-0742-BA1D-DB6A69BE9CAE}" type="presParOf" srcId="{A4615577-DB07-0E46-BAD9-752076C1E8EB}" destId="{A70494F9-BBC6-9B4D-ABE0-28B7062A7EEA}" srcOrd="0" destOrd="0" presId="urn:microsoft.com/office/officeart/2008/layout/LinedList"/>
    <dgm:cxn modelId="{3EBEC4A5-21B2-A747-A42E-41991220DD01}" type="presParOf" srcId="{A4615577-DB07-0E46-BAD9-752076C1E8EB}" destId="{4DE94855-2BF1-EB40-B090-FE0F9B4B301E}" srcOrd="1" destOrd="0" presId="urn:microsoft.com/office/officeart/2008/layout/LinedList"/>
    <dgm:cxn modelId="{C5497088-D00C-AD4C-8494-11AF8A09FCB0}" type="presParOf" srcId="{4DE94855-2BF1-EB40-B090-FE0F9B4B301E}" destId="{0FAAA673-A6AE-2E48-9396-AEC5BB305A0E}" srcOrd="0" destOrd="0" presId="urn:microsoft.com/office/officeart/2008/layout/LinedList"/>
    <dgm:cxn modelId="{E800DCED-F52F-284F-9329-D589974BEF18}" type="presParOf" srcId="{4DE94855-2BF1-EB40-B090-FE0F9B4B301E}" destId="{4D92E349-5F1C-414C-955E-416A7CFBF9E9}" srcOrd="1" destOrd="0" presId="urn:microsoft.com/office/officeart/2008/layout/LinedList"/>
    <dgm:cxn modelId="{1A0503DB-D3C8-9442-8E7E-36232D5B8A23}" type="presParOf" srcId="{A4615577-DB07-0E46-BAD9-752076C1E8EB}" destId="{8A1907C4-BE20-C143-831F-BE43804AAE5C}" srcOrd="2" destOrd="0" presId="urn:microsoft.com/office/officeart/2008/layout/LinedList"/>
    <dgm:cxn modelId="{2937DBE0-DFAC-5044-9013-54390C11A0D7}" type="presParOf" srcId="{A4615577-DB07-0E46-BAD9-752076C1E8EB}" destId="{C7AF9BE0-B9F2-AD46-922F-957BAC5E8783}" srcOrd="3" destOrd="0" presId="urn:microsoft.com/office/officeart/2008/layout/LinedList"/>
    <dgm:cxn modelId="{ED618839-A3FC-B947-9F3C-47FE479563CC}" type="presParOf" srcId="{C7AF9BE0-B9F2-AD46-922F-957BAC5E8783}" destId="{D4A76393-A906-B54E-9D0F-0D779BE1191B}" srcOrd="0" destOrd="0" presId="urn:microsoft.com/office/officeart/2008/layout/LinedList"/>
    <dgm:cxn modelId="{3111AE1B-835E-C34C-96A7-0C010D20B855}" type="presParOf" srcId="{C7AF9BE0-B9F2-AD46-922F-957BAC5E8783}" destId="{40D1F339-733F-1E45-AB8D-73CF89624F8B}" srcOrd="1" destOrd="0" presId="urn:microsoft.com/office/officeart/2008/layout/LinedList"/>
    <dgm:cxn modelId="{FD73EB7C-029A-304B-9155-77504FD75F70}" type="presParOf" srcId="{A4615577-DB07-0E46-BAD9-752076C1E8EB}" destId="{E12A7E71-0496-E24E-8427-F2A39A7D3B01}" srcOrd="4" destOrd="0" presId="urn:microsoft.com/office/officeart/2008/layout/LinedList"/>
    <dgm:cxn modelId="{1B2F5623-273B-7841-833D-71AB94C8458C}" type="presParOf" srcId="{A4615577-DB07-0E46-BAD9-752076C1E8EB}" destId="{0DE9C222-E5CB-5B47-9EA4-4B4C862AF5DC}" srcOrd="5" destOrd="0" presId="urn:microsoft.com/office/officeart/2008/layout/LinedList"/>
    <dgm:cxn modelId="{02CBE35B-25C7-E041-B4A0-0683B6FF5ADC}" type="presParOf" srcId="{0DE9C222-E5CB-5B47-9EA4-4B4C862AF5DC}" destId="{45ADB1A7-B74B-BB45-B47C-A23116E6CC26}" srcOrd="0" destOrd="0" presId="urn:microsoft.com/office/officeart/2008/layout/LinedList"/>
    <dgm:cxn modelId="{49611738-93EE-8341-A3B1-F56D6FD04905}" type="presParOf" srcId="{0DE9C222-E5CB-5B47-9EA4-4B4C862AF5DC}" destId="{E1D02F51-001F-194D-B149-384834354FF9}" srcOrd="1" destOrd="0" presId="urn:microsoft.com/office/officeart/2008/layout/LinedList"/>
    <dgm:cxn modelId="{5434C383-0AA7-5A43-BE3B-28EA9890774E}" type="presParOf" srcId="{A4615577-DB07-0E46-BAD9-752076C1E8EB}" destId="{4E07894A-13F3-F14A-865D-A25A96BD58C8}" srcOrd="6" destOrd="0" presId="urn:microsoft.com/office/officeart/2008/layout/LinedList"/>
    <dgm:cxn modelId="{AE84976F-2E79-9C48-BE47-BEEF2AFEA12F}" type="presParOf" srcId="{A4615577-DB07-0E46-BAD9-752076C1E8EB}" destId="{A6C80D78-AACE-634B-AB76-1F1460E993B6}" srcOrd="7" destOrd="0" presId="urn:microsoft.com/office/officeart/2008/layout/LinedList"/>
    <dgm:cxn modelId="{C5521E66-FD12-AC4C-8144-35A0F7EEFC0D}" type="presParOf" srcId="{A6C80D78-AACE-634B-AB76-1F1460E993B6}" destId="{0C98D550-DCAE-D44A-A74E-9BF77D5CD94B}" srcOrd="0" destOrd="0" presId="urn:microsoft.com/office/officeart/2008/layout/LinedList"/>
    <dgm:cxn modelId="{B305951C-9B8E-C94C-B7D8-395084547958}" type="presParOf" srcId="{A6C80D78-AACE-634B-AB76-1F1460E993B6}" destId="{E671EEAC-8341-834D-9161-A0CF33F962CD}" srcOrd="1" destOrd="0" presId="urn:microsoft.com/office/officeart/2008/layout/LinedList"/>
    <dgm:cxn modelId="{35AF335E-5A39-7049-B788-36F0EF331E73}" type="presParOf" srcId="{A4615577-DB07-0E46-BAD9-752076C1E8EB}" destId="{B2F277F3-7CF1-994E-B28A-0B3155C31199}" srcOrd="8" destOrd="0" presId="urn:microsoft.com/office/officeart/2008/layout/LinedList"/>
    <dgm:cxn modelId="{5F47EFD6-2CBD-894E-8B6E-5A8B8B366D05}" type="presParOf" srcId="{A4615577-DB07-0E46-BAD9-752076C1E8EB}" destId="{0C40495D-3188-9E48-A89E-F64BB2F461F5}" srcOrd="9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90E88AE2-7B66-A146-BADB-34B003AFC31C}" type="presParOf" srcId="{A4615577-DB07-0E46-BAD9-752076C1E8EB}" destId="{A688A7E7-CA0E-1641-AF9E-C9A0E85DD3A1}" srcOrd="10" destOrd="0" presId="urn:microsoft.com/office/officeart/2008/layout/LinedList"/>
    <dgm:cxn modelId="{39AECEAC-3E46-4347-BE8C-F784E8678DCE}" type="presParOf" srcId="{A4615577-DB07-0E46-BAD9-752076C1E8EB}" destId="{53F2D9C6-73DF-7049-A9EE-BA91C10563DC}" srcOrd="11" destOrd="0" presId="urn:microsoft.com/office/officeart/2008/layout/LinedList"/>
    <dgm:cxn modelId="{D0CE5A44-7992-2440-93E6-EC21828BEE86}" type="presParOf" srcId="{53F2D9C6-73DF-7049-A9EE-BA91C10563DC}" destId="{12201D77-C28D-B644-8648-8F73ED9611F3}" srcOrd="0" destOrd="0" presId="urn:microsoft.com/office/officeart/2008/layout/LinedList"/>
    <dgm:cxn modelId="{2D83A7FA-1267-3049-9967-7D4E21619BE2}" type="presParOf" srcId="{53F2D9C6-73DF-7049-A9EE-BA91C10563DC}" destId="{F5FE8E54-3C44-1348-8506-B9070EA0E93B}" srcOrd="1" destOrd="0" presId="urn:microsoft.com/office/officeart/2008/layout/LinedList"/>
    <dgm:cxn modelId="{2EEB48BD-BB84-144D-8065-1908CFF7137B}" type="presParOf" srcId="{A4615577-DB07-0E46-BAD9-752076C1E8EB}" destId="{312F3601-93C8-FA42-994F-68F6D704B0A6}" srcOrd="12" destOrd="0" presId="urn:microsoft.com/office/officeart/2008/layout/LinedList"/>
    <dgm:cxn modelId="{33F3DD36-70B7-274E-8A43-B04871F87534}" type="presParOf" srcId="{A4615577-DB07-0E46-BAD9-752076C1E8EB}" destId="{4D092557-1FDC-AE46-8170-FF794E7336CB}" srcOrd="13" destOrd="0" presId="urn:microsoft.com/office/officeart/2008/layout/LinedList"/>
    <dgm:cxn modelId="{19436B91-4FD7-AD41-9DEF-5F0B1AF8D1E9}" type="presParOf" srcId="{4D092557-1FDC-AE46-8170-FF794E7336CB}" destId="{0CD4C8BD-B37E-CA42-A239-80B4EB836B23}" srcOrd="0" destOrd="0" presId="urn:microsoft.com/office/officeart/2008/layout/LinedList"/>
    <dgm:cxn modelId="{C2577A86-1952-DA45-8847-25E9EC64D02D}" type="presParOf" srcId="{4D092557-1FDC-AE46-8170-FF794E7336CB}" destId="{1E434888-7259-FF4B-9A70-30DE0225E4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E9F5B0-A642-4B8F-87DB-CF211633ECF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5550326-7305-4002-B01C-54C817695762}">
      <dgm:prSet phldrT="[Texto]"/>
      <dgm:spPr/>
      <dgm:t>
        <a:bodyPr/>
        <a:lstStyle/>
        <a:p>
          <a:r>
            <a:rPr lang="es-ES" dirty="0" err="1"/>
            <a:t>Administar</a:t>
          </a:r>
          <a:r>
            <a:rPr lang="es-ES" dirty="0"/>
            <a:t> la duración de las actividades involucradas.</a:t>
          </a:r>
        </a:p>
      </dgm:t>
    </dgm:pt>
    <dgm:pt modelId="{81CE9A2D-B04F-4126-B487-2BB093BC5780}" type="parTrans" cxnId="{02EABABA-9014-4A70-A23C-5C899E67F5A7}">
      <dgm:prSet/>
      <dgm:spPr/>
      <dgm:t>
        <a:bodyPr/>
        <a:lstStyle/>
        <a:p>
          <a:endParaRPr lang="es-ES"/>
        </a:p>
      </dgm:t>
    </dgm:pt>
    <dgm:pt modelId="{792833BD-BBF3-47B6-BE89-3F599ACCF048}" type="sibTrans" cxnId="{02EABABA-9014-4A70-A23C-5C899E67F5A7}">
      <dgm:prSet/>
      <dgm:spPr/>
      <dgm:t>
        <a:bodyPr/>
        <a:lstStyle/>
        <a:p>
          <a:endParaRPr lang="es-ES"/>
        </a:p>
      </dgm:t>
    </dgm:pt>
    <dgm:pt modelId="{8BB77E68-E287-472E-A73F-927DB528B046}">
      <dgm:prSet phldrT="[Texto]"/>
      <dgm:spPr/>
      <dgm:t>
        <a:bodyPr/>
        <a:lstStyle/>
        <a:p>
          <a:r>
            <a:rPr lang="es-ES" dirty="0"/>
            <a:t>Asegurar que las distintas tareas se realizan en el tiempo estimado.</a:t>
          </a:r>
        </a:p>
      </dgm:t>
    </dgm:pt>
    <dgm:pt modelId="{520581BD-2401-4A2C-B673-7F0552B2DC1E}" type="parTrans" cxnId="{A7AEDC55-AAE8-492C-8B00-68C7930D8CED}">
      <dgm:prSet/>
      <dgm:spPr/>
      <dgm:t>
        <a:bodyPr/>
        <a:lstStyle/>
        <a:p>
          <a:endParaRPr lang="es-ES"/>
        </a:p>
      </dgm:t>
    </dgm:pt>
    <dgm:pt modelId="{B0450917-DA76-47EC-B140-34FFAC562A06}" type="sibTrans" cxnId="{A7AEDC55-AAE8-492C-8B00-68C7930D8CED}">
      <dgm:prSet/>
      <dgm:spPr/>
      <dgm:t>
        <a:bodyPr/>
        <a:lstStyle/>
        <a:p>
          <a:endParaRPr lang="es-ES"/>
        </a:p>
      </dgm:t>
    </dgm:pt>
    <dgm:pt modelId="{A4EF2265-7405-4338-B40F-61DFC6ECE188}">
      <dgm:prSet phldrT="[Texto]"/>
      <dgm:spPr/>
      <dgm:t>
        <a:bodyPr/>
        <a:lstStyle/>
        <a:p>
          <a:r>
            <a:rPr lang="es-ES" dirty="0"/>
            <a:t>Generar el cronograma del proyecto.</a:t>
          </a:r>
        </a:p>
      </dgm:t>
    </dgm:pt>
    <dgm:pt modelId="{18B780A8-C8B7-4821-A781-BA039E33035E}" type="parTrans" cxnId="{3B856FEC-FA60-4AE1-A713-CD0158F0995D}">
      <dgm:prSet/>
      <dgm:spPr/>
      <dgm:t>
        <a:bodyPr/>
        <a:lstStyle/>
        <a:p>
          <a:endParaRPr lang="es-ES"/>
        </a:p>
      </dgm:t>
    </dgm:pt>
    <dgm:pt modelId="{3B6FDA68-FA59-4644-9015-7CBD7FDC0F88}" type="sibTrans" cxnId="{3B856FEC-FA60-4AE1-A713-CD0158F0995D}">
      <dgm:prSet/>
      <dgm:spPr/>
      <dgm:t>
        <a:bodyPr/>
        <a:lstStyle/>
        <a:p>
          <a:endParaRPr lang="es-ES"/>
        </a:p>
      </dgm:t>
    </dgm:pt>
    <dgm:pt modelId="{54944EAA-833C-4DCB-8DBE-7D78BCCB4560}" type="pres">
      <dgm:prSet presAssocID="{54E9F5B0-A642-4B8F-87DB-CF211633ECF2}" presName="Name0" presStyleCnt="0">
        <dgm:presLayoutVars>
          <dgm:chMax val="7"/>
          <dgm:chPref val="7"/>
          <dgm:dir/>
        </dgm:presLayoutVars>
      </dgm:prSet>
      <dgm:spPr/>
    </dgm:pt>
    <dgm:pt modelId="{C5C69518-1C30-4B7C-98A1-D1E538AAF22F}" type="pres">
      <dgm:prSet presAssocID="{54E9F5B0-A642-4B8F-87DB-CF211633ECF2}" presName="Name1" presStyleCnt="0"/>
      <dgm:spPr/>
    </dgm:pt>
    <dgm:pt modelId="{3086BD94-E09B-44C6-A4EC-16F0A8F4A207}" type="pres">
      <dgm:prSet presAssocID="{54E9F5B0-A642-4B8F-87DB-CF211633ECF2}" presName="cycle" presStyleCnt="0"/>
      <dgm:spPr/>
    </dgm:pt>
    <dgm:pt modelId="{65938EC1-B850-44EE-BBD8-ECEB2499A6A5}" type="pres">
      <dgm:prSet presAssocID="{54E9F5B0-A642-4B8F-87DB-CF211633ECF2}" presName="srcNode" presStyleLbl="node1" presStyleIdx="0" presStyleCnt="3"/>
      <dgm:spPr/>
    </dgm:pt>
    <dgm:pt modelId="{876FB632-B309-4D7F-A2A5-A4A58B0B1746}" type="pres">
      <dgm:prSet presAssocID="{54E9F5B0-A642-4B8F-87DB-CF211633ECF2}" presName="conn" presStyleLbl="parChTrans1D2" presStyleIdx="0" presStyleCnt="1"/>
      <dgm:spPr/>
    </dgm:pt>
    <dgm:pt modelId="{F0E669D0-4C21-49F1-8CA8-3178E64919EC}" type="pres">
      <dgm:prSet presAssocID="{54E9F5B0-A642-4B8F-87DB-CF211633ECF2}" presName="extraNode" presStyleLbl="node1" presStyleIdx="0" presStyleCnt="3"/>
      <dgm:spPr/>
    </dgm:pt>
    <dgm:pt modelId="{59BE11C1-897A-45A9-B7F0-3274DDE2CD94}" type="pres">
      <dgm:prSet presAssocID="{54E9F5B0-A642-4B8F-87DB-CF211633ECF2}" presName="dstNode" presStyleLbl="node1" presStyleIdx="0" presStyleCnt="3"/>
      <dgm:spPr/>
    </dgm:pt>
    <dgm:pt modelId="{9BD473E4-E7A7-437F-838B-2319AA384876}" type="pres">
      <dgm:prSet presAssocID="{A5550326-7305-4002-B01C-54C817695762}" presName="text_1" presStyleLbl="node1" presStyleIdx="0" presStyleCnt="3">
        <dgm:presLayoutVars>
          <dgm:bulletEnabled val="1"/>
        </dgm:presLayoutVars>
      </dgm:prSet>
      <dgm:spPr/>
    </dgm:pt>
    <dgm:pt modelId="{A2453B0F-7049-45BF-AE70-1AB2B9B48D7E}" type="pres">
      <dgm:prSet presAssocID="{A5550326-7305-4002-B01C-54C817695762}" presName="accent_1" presStyleCnt="0"/>
      <dgm:spPr/>
    </dgm:pt>
    <dgm:pt modelId="{B5F74ACA-CB19-49B1-B254-DB348DEF0350}" type="pres">
      <dgm:prSet presAssocID="{A5550326-7305-4002-B01C-54C817695762}" presName="accentRepeatNode" presStyleLbl="solidFgAcc1" presStyleIdx="0" presStyleCnt="3"/>
      <dgm:spPr/>
    </dgm:pt>
    <dgm:pt modelId="{9F45BC3C-0C7B-4A38-B527-94005CA7E140}" type="pres">
      <dgm:prSet presAssocID="{8BB77E68-E287-472E-A73F-927DB528B046}" presName="text_2" presStyleLbl="node1" presStyleIdx="1" presStyleCnt="3">
        <dgm:presLayoutVars>
          <dgm:bulletEnabled val="1"/>
        </dgm:presLayoutVars>
      </dgm:prSet>
      <dgm:spPr/>
    </dgm:pt>
    <dgm:pt modelId="{CF4939BE-C20E-4305-AA99-2FD5968DC687}" type="pres">
      <dgm:prSet presAssocID="{8BB77E68-E287-472E-A73F-927DB528B046}" presName="accent_2" presStyleCnt="0"/>
      <dgm:spPr/>
    </dgm:pt>
    <dgm:pt modelId="{40C456DC-EBB9-4AD4-9C4C-DF11D31C3FC5}" type="pres">
      <dgm:prSet presAssocID="{8BB77E68-E287-472E-A73F-927DB528B046}" presName="accentRepeatNode" presStyleLbl="solidFgAcc1" presStyleIdx="1" presStyleCnt="3"/>
      <dgm:spPr/>
    </dgm:pt>
    <dgm:pt modelId="{552BA3B9-58A9-4BBF-B2DB-7DD3314E9C14}" type="pres">
      <dgm:prSet presAssocID="{A4EF2265-7405-4338-B40F-61DFC6ECE188}" presName="text_3" presStyleLbl="node1" presStyleIdx="2" presStyleCnt="3">
        <dgm:presLayoutVars>
          <dgm:bulletEnabled val="1"/>
        </dgm:presLayoutVars>
      </dgm:prSet>
      <dgm:spPr/>
    </dgm:pt>
    <dgm:pt modelId="{907070DC-C35A-4EE3-A0D1-D25B161CDC49}" type="pres">
      <dgm:prSet presAssocID="{A4EF2265-7405-4338-B40F-61DFC6ECE188}" presName="accent_3" presStyleCnt="0"/>
      <dgm:spPr/>
    </dgm:pt>
    <dgm:pt modelId="{D253C396-2655-450C-AF37-F1FE67045C68}" type="pres">
      <dgm:prSet presAssocID="{A4EF2265-7405-4338-B40F-61DFC6ECE188}" presName="accentRepeatNode" presStyleLbl="solidFgAcc1" presStyleIdx="2" presStyleCnt="3"/>
      <dgm:spPr/>
    </dgm:pt>
  </dgm:ptLst>
  <dgm:cxnLst>
    <dgm:cxn modelId="{A7AEDC55-AAE8-492C-8B00-68C7930D8CED}" srcId="{54E9F5B0-A642-4B8F-87DB-CF211633ECF2}" destId="{8BB77E68-E287-472E-A73F-927DB528B046}" srcOrd="1" destOrd="0" parTransId="{520581BD-2401-4A2C-B673-7F0552B2DC1E}" sibTransId="{B0450917-DA76-47EC-B140-34FFAC562A06}"/>
    <dgm:cxn modelId="{76CB8D96-FCFD-4940-A8E6-30F5538854CD}" type="presOf" srcId="{54E9F5B0-A642-4B8F-87DB-CF211633ECF2}" destId="{54944EAA-833C-4DCB-8DBE-7D78BCCB4560}" srcOrd="0" destOrd="0" presId="urn:microsoft.com/office/officeart/2008/layout/VerticalCurvedList"/>
    <dgm:cxn modelId="{A4228FAA-863A-4B65-8CF3-E15DFF9FEA25}" type="presOf" srcId="{792833BD-BBF3-47B6-BE89-3F599ACCF048}" destId="{876FB632-B309-4D7F-A2A5-A4A58B0B1746}" srcOrd="0" destOrd="0" presId="urn:microsoft.com/office/officeart/2008/layout/VerticalCurvedList"/>
    <dgm:cxn modelId="{02EABABA-9014-4A70-A23C-5C899E67F5A7}" srcId="{54E9F5B0-A642-4B8F-87DB-CF211633ECF2}" destId="{A5550326-7305-4002-B01C-54C817695762}" srcOrd="0" destOrd="0" parTransId="{81CE9A2D-B04F-4126-B487-2BB093BC5780}" sibTransId="{792833BD-BBF3-47B6-BE89-3F599ACCF048}"/>
    <dgm:cxn modelId="{69CD53E2-AFEA-4FAB-9CD7-3510EDC9B5EB}" type="presOf" srcId="{8BB77E68-E287-472E-A73F-927DB528B046}" destId="{9F45BC3C-0C7B-4A38-B527-94005CA7E140}" srcOrd="0" destOrd="0" presId="urn:microsoft.com/office/officeart/2008/layout/VerticalCurvedList"/>
    <dgm:cxn modelId="{3B856FEC-FA60-4AE1-A713-CD0158F0995D}" srcId="{54E9F5B0-A642-4B8F-87DB-CF211633ECF2}" destId="{A4EF2265-7405-4338-B40F-61DFC6ECE188}" srcOrd="2" destOrd="0" parTransId="{18B780A8-C8B7-4821-A781-BA039E33035E}" sibTransId="{3B6FDA68-FA59-4644-9015-7CBD7FDC0F88}"/>
    <dgm:cxn modelId="{C005F8F9-975A-440A-8223-3C3BE73E72B9}" type="presOf" srcId="{A5550326-7305-4002-B01C-54C817695762}" destId="{9BD473E4-E7A7-437F-838B-2319AA384876}" srcOrd="0" destOrd="0" presId="urn:microsoft.com/office/officeart/2008/layout/VerticalCurvedList"/>
    <dgm:cxn modelId="{83FBF4FB-8F65-4BCA-9B83-88368D122B3E}" type="presOf" srcId="{A4EF2265-7405-4338-B40F-61DFC6ECE188}" destId="{552BA3B9-58A9-4BBF-B2DB-7DD3314E9C14}" srcOrd="0" destOrd="0" presId="urn:microsoft.com/office/officeart/2008/layout/VerticalCurvedList"/>
    <dgm:cxn modelId="{7E054803-7184-402A-A70D-DC83DC5CED71}" type="presParOf" srcId="{54944EAA-833C-4DCB-8DBE-7D78BCCB4560}" destId="{C5C69518-1C30-4B7C-98A1-D1E538AAF22F}" srcOrd="0" destOrd="0" presId="urn:microsoft.com/office/officeart/2008/layout/VerticalCurvedList"/>
    <dgm:cxn modelId="{92AB5233-EBAD-49B8-AC96-34EC547249EC}" type="presParOf" srcId="{C5C69518-1C30-4B7C-98A1-D1E538AAF22F}" destId="{3086BD94-E09B-44C6-A4EC-16F0A8F4A207}" srcOrd="0" destOrd="0" presId="urn:microsoft.com/office/officeart/2008/layout/VerticalCurvedList"/>
    <dgm:cxn modelId="{798D1E0F-667A-4468-A3C8-FE9DF3CD3BBD}" type="presParOf" srcId="{3086BD94-E09B-44C6-A4EC-16F0A8F4A207}" destId="{65938EC1-B850-44EE-BBD8-ECEB2499A6A5}" srcOrd="0" destOrd="0" presId="urn:microsoft.com/office/officeart/2008/layout/VerticalCurvedList"/>
    <dgm:cxn modelId="{3E22D739-9E85-4601-AF7E-1FE6B6BBEC89}" type="presParOf" srcId="{3086BD94-E09B-44C6-A4EC-16F0A8F4A207}" destId="{876FB632-B309-4D7F-A2A5-A4A58B0B1746}" srcOrd="1" destOrd="0" presId="urn:microsoft.com/office/officeart/2008/layout/VerticalCurvedList"/>
    <dgm:cxn modelId="{BF61CED9-D965-4AF3-A7D5-C4C504B48A56}" type="presParOf" srcId="{3086BD94-E09B-44C6-A4EC-16F0A8F4A207}" destId="{F0E669D0-4C21-49F1-8CA8-3178E64919EC}" srcOrd="2" destOrd="0" presId="urn:microsoft.com/office/officeart/2008/layout/VerticalCurvedList"/>
    <dgm:cxn modelId="{8DED0063-FFA8-40F1-A67E-3EEC7C887012}" type="presParOf" srcId="{3086BD94-E09B-44C6-A4EC-16F0A8F4A207}" destId="{59BE11C1-897A-45A9-B7F0-3274DDE2CD94}" srcOrd="3" destOrd="0" presId="urn:microsoft.com/office/officeart/2008/layout/VerticalCurvedList"/>
    <dgm:cxn modelId="{E0E93829-F0F1-4D9A-9D6B-A5C07A202521}" type="presParOf" srcId="{C5C69518-1C30-4B7C-98A1-D1E538AAF22F}" destId="{9BD473E4-E7A7-437F-838B-2319AA384876}" srcOrd="1" destOrd="0" presId="urn:microsoft.com/office/officeart/2008/layout/VerticalCurvedList"/>
    <dgm:cxn modelId="{4848B24E-212B-4B14-83FB-A8E92CD6F2AD}" type="presParOf" srcId="{C5C69518-1C30-4B7C-98A1-D1E538AAF22F}" destId="{A2453B0F-7049-45BF-AE70-1AB2B9B48D7E}" srcOrd="2" destOrd="0" presId="urn:microsoft.com/office/officeart/2008/layout/VerticalCurvedList"/>
    <dgm:cxn modelId="{1657AAC8-5D51-4820-9B76-7B4DF9448E0F}" type="presParOf" srcId="{A2453B0F-7049-45BF-AE70-1AB2B9B48D7E}" destId="{B5F74ACA-CB19-49B1-B254-DB348DEF0350}" srcOrd="0" destOrd="0" presId="urn:microsoft.com/office/officeart/2008/layout/VerticalCurvedList"/>
    <dgm:cxn modelId="{E5D0A2B3-D586-4CBF-88FD-41FE57E06653}" type="presParOf" srcId="{C5C69518-1C30-4B7C-98A1-D1E538AAF22F}" destId="{9F45BC3C-0C7B-4A38-B527-94005CA7E140}" srcOrd="3" destOrd="0" presId="urn:microsoft.com/office/officeart/2008/layout/VerticalCurvedList"/>
    <dgm:cxn modelId="{76E8A499-BCF4-4CAD-B905-1AD68D034412}" type="presParOf" srcId="{C5C69518-1C30-4B7C-98A1-D1E538AAF22F}" destId="{CF4939BE-C20E-4305-AA99-2FD5968DC687}" srcOrd="4" destOrd="0" presId="urn:microsoft.com/office/officeart/2008/layout/VerticalCurvedList"/>
    <dgm:cxn modelId="{D8003634-BA71-4AD0-8B82-E3AD24DD9150}" type="presParOf" srcId="{CF4939BE-C20E-4305-AA99-2FD5968DC687}" destId="{40C456DC-EBB9-4AD4-9C4C-DF11D31C3FC5}" srcOrd="0" destOrd="0" presId="urn:microsoft.com/office/officeart/2008/layout/VerticalCurvedList"/>
    <dgm:cxn modelId="{9EBE94C9-ABBB-483E-95EE-91BC41D4AA42}" type="presParOf" srcId="{C5C69518-1C30-4B7C-98A1-D1E538AAF22F}" destId="{552BA3B9-58A9-4BBF-B2DB-7DD3314E9C14}" srcOrd="5" destOrd="0" presId="urn:microsoft.com/office/officeart/2008/layout/VerticalCurvedList"/>
    <dgm:cxn modelId="{2B547802-A97B-43E2-BEFE-C37859DFD45B}" type="presParOf" srcId="{C5C69518-1C30-4B7C-98A1-D1E538AAF22F}" destId="{907070DC-C35A-4EE3-A0D1-D25B161CDC49}" srcOrd="6" destOrd="0" presId="urn:microsoft.com/office/officeart/2008/layout/VerticalCurvedList"/>
    <dgm:cxn modelId="{57890BFB-7EA9-4326-B411-C007F55453AB}" type="presParOf" srcId="{907070DC-C35A-4EE3-A0D1-D25B161CDC49}" destId="{D253C396-2655-450C-AF37-F1FE67045C6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A44703-C7AE-461F-9AD8-1290C7207F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2FFB00CF-C40D-49E5-993C-8024AC750B1A}">
      <dgm:prSet phldrT="[Texto]"/>
      <dgm:spPr/>
      <dgm:t>
        <a:bodyPr/>
        <a:lstStyle/>
        <a:p>
          <a:r>
            <a:rPr lang="es-ES" dirty="0"/>
            <a:t>Desarrollo del modelo de programación del proyecto</a:t>
          </a:r>
        </a:p>
      </dgm:t>
    </dgm:pt>
    <dgm:pt modelId="{E201BB8B-ECD0-405A-96AD-B314B9A12464}" type="parTrans" cxnId="{A65038C8-9421-4DD1-A150-DADE7E28955A}">
      <dgm:prSet/>
      <dgm:spPr/>
      <dgm:t>
        <a:bodyPr/>
        <a:lstStyle/>
        <a:p>
          <a:endParaRPr lang="es-ES"/>
        </a:p>
      </dgm:t>
    </dgm:pt>
    <dgm:pt modelId="{B3D85303-3D6C-490D-BFED-C1A84C4C3732}" type="sibTrans" cxnId="{A65038C8-9421-4DD1-A150-DADE7E28955A}">
      <dgm:prSet/>
      <dgm:spPr/>
      <dgm:t>
        <a:bodyPr/>
        <a:lstStyle/>
        <a:p>
          <a:endParaRPr lang="es-ES"/>
        </a:p>
      </dgm:t>
    </dgm:pt>
    <dgm:pt modelId="{EB969B51-028E-4C98-82E2-D9469031F880}">
      <dgm:prSet phldrT="[Texto]"/>
      <dgm:spPr/>
      <dgm:t>
        <a:bodyPr/>
        <a:lstStyle/>
        <a:p>
          <a:r>
            <a:rPr lang="es-ES" dirty="0"/>
            <a:t>Microsoft Project</a:t>
          </a:r>
        </a:p>
      </dgm:t>
    </dgm:pt>
    <dgm:pt modelId="{437A6331-0B47-4A88-B86A-31FAE88298E0}" type="parTrans" cxnId="{F8A3F4EE-84AA-4131-8304-7E3E77A5FF56}">
      <dgm:prSet/>
      <dgm:spPr/>
      <dgm:t>
        <a:bodyPr/>
        <a:lstStyle/>
        <a:p>
          <a:endParaRPr lang="es-ES"/>
        </a:p>
      </dgm:t>
    </dgm:pt>
    <dgm:pt modelId="{FDC6160C-8729-42E7-AAE6-C7E35AA2ECA1}" type="sibTrans" cxnId="{F8A3F4EE-84AA-4131-8304-7E3E77A5FF56}">
      <dgm:prSet/>
      <dgm:spPr/>
      <dgm:t>
        <a:bodyPr/>
        <a:lstStyle/>
        <a:p>
          <a:endParaRPr lang="es-ES"/>
        </a:p>
      </dgm:t>
    </dgm:pt>
    <dgm:pt modelId="{8479C328-DAAF-46C8-B3FA-AA1398D11D12}">
      <dgm:prSet phldrT="[Texto]"/>
      <dgm:spPr/>
      <dgm:t>
        <a:bodyPr/>
        <a:lstStyle/>
        <a:p>
          <a:r>
            <a:rPr lang="es-ES" dirty="0"/>
            <a:t>Nivel de exactitud</a:t>
          </a:r>
        </a:p>
      </dgm:t>
    </dgm:pt>
    <dgm:pt modelId="{8A303025-E4A3-4C17-B24C-37C9210B5DBE}" type="parTrans" cxnId="{379D8CB3-3587-453D-B873-8CD41AEF3168}">
      <dgm:prSet/>
      <dgm:spPr/>
      <dgm:t>
        <a:bodyPr/>
        <a:lstStyle/>
        <a:p>
          <a:endParaRPr lang="es-ES"/>
        </a:p>
      </dgm:t>
    </dgm:pt>
    <dgm:pt modelId="{32BD1EB7-8B4E-460B-ADBB-19003D734473}" type="sibTrans" cxnId="{379D8CB3-3587-453D-B873-8CD41AEF3168}">
      <dgm:prSet/>
      <dgm:spPr/>
      <dgm:t>
        <a:bodyPr/>
        <a:lstStyle/>
        <a:p>
          <a:endParaRPr lang="es-ES"/>
        </a:p>
      </dgm:t>
    </dgm:pt>
    <dgm:pt modelId="{2D9F20C8-7F2E-47A5-81E8-0BD33494B079}">
      <dgm:prSet phldrT="[Texto]"/>
      <dgm:spPr/>
      <dgm:t>
        <a:bodyPr/>
        <a:lstStyle/>
        <a:p>
          <a:r>
            <a:rPr lang="es-ES" dirty="0"/>
            <a:t>Método de los tres valores</a:t>
          </a:r>
        </a:p>
      </dgm:t>
    </dgm:pt>
    <dgm:pt modelId="{ED22B096-423C-4A5B-A19B-7F7A42C2564E}" type="parTrans" cxnId="{443DE08C-249E-45E8-9CB0-FA962004C467}">
      <dgm:prSet/>
      <dgm:spPr/>
      <dgm:t>
        <a:bodyPr/>
        <a:lstStyle/>
        <a:p>
          <a:endParaRPr lang="es-ES"/>
        </a:p>
      </dgm:t>
    </dgm:pt>
    <dgm:pt modelId="{AB95AED7-34A7-4860-BCF0-D030E1A58E2F}" type="sibTrans" cxnId="{443DE08C-249E-45E8-9CB0-FA962004C467}">
      <dgm:prSet/>
      <dgm:spPr/>
      <dgm:t>
        <a:bodyPr/>
        <a:lstStyle/>
        <a:p>
          <a:endParaRPr lang="es-ES"/>
        </a:p>
      </dgm:t>
    </dgm:pt>
    <dgm:pt modelId="{6BA6A2B2-A39B-4F46-B05F-13D39C5D3485}">
      <dgm:prSet phldrT="[Texto]"/>
      <dgm:spPr/>
      <dgm:t>
        <a:bodyPr/>
        <a:lstStyle/>
        <a:p>
          <a:r>
            <a:rPr lang="es-ES" dirty="0"/>
            <a:t>Microsoft Excel</a:t>
          </a:r>
        </a:p>
      </dgm:t>
    </dgm:pt>
    <dgm:pt modelId="{DD0209B4-F60E-4024-A228-0D9926F97A22}" type="parTrans" cxnId="{15D6DE2E-86E8-450F-997B-E6C31FEE40EE}">
      <dgm:prSet/>
      <dgm:spPr/>
      <dgm:t>
        <a:bodyPr/>
        <a:lstStyle/>
        <a:p>
          <a:endParaRPr lang="es-ES"/>
        </a:p>
      </dgm:t>
    </dgm:pt>
    <dgm:pt modelId="{9F4EB25F-505D-435D-9E94-47AEA4289426}" type="sibTrans" cxnId="{15D6DE2E-86E8-450F-997B-E6C31FEE40EE}">
      <dgm:prSet/>
      <dgm:spPr/>
      <dgm:t>
        <a:bodyPr/>
        <a:lstStyle/>
        <a:p>
          <a:endParaRPr lang="es-ES"/>
        </a:p>
      </dgm:t>
    </dgm:pt>
    <dgm:pt modelId="{DEC6670D-0DE0-463A-B947-B6F34F2156EA}">
      <dgm:prSet phldrT="[Texto]"/>
      <dgm:spPr/>
      <dgm:t>
        <a:bodyPr/>
        <a:lstStyle/>
        <a:p>
          <a:r>
            <a:rPr lang="es-ES" dirty="0"/>
            <a:t>Unidades de medida</a:t>
          </a:r>
        </a:p>
      </dgm:t>
    </dgm:pt>
    <dgm:pt modelId="{50C42A95-1812-46D5-9EDF-BB315335F8A6}" type="parTrans" cxnId="{F74636DB-7905-4755-B4DE-0EC15E818F37}">
      <dgm:prSet/>
      <dgm:spPr/>
      <dgm:t>
        <a:bodyPr/>
        <a:lstStyle/>
        <a:p>
          <a:endParaRPr lang="es-ES"/>
        </a:p>
      </dgm:t>
    </dgm:pt>
    <dgm:pt modelId="{2F02E4BE-DCF2-403C-9C6B-79DC9DB04475}" type="sibTrans" cxnId="{F74636DB-7905-4755-B4DE-0EC15E818F37}">
      <dgm:prSet/>
      <dgm:spPr/>
      <dgm:t>
        <a:bodyPr/>
        <a:lstStyle/>
        <a:p>
          <a:endParaRPr lang="es-ES"/>
        </a:p>
      </dgm:t>
    </dgm:pt>
    <dgm:pt modelId="{80D1880B-0902-4C09-A487-5EC48948F578}">
      <dgm:prSet phldrT="[Texto]"/>
      <dgm:spPr/>
      <dgm:t>
        <a:bodyPr/>
        <a:lstStyle/>
        <a:p>
          <a:r>
            <a:rPr lang="es-ES" dirty="0"/>
            <a:t> Días</a:t>
          </a:r>
        </a:p>
      </dgm:t>
    </dgm:pt>
    <dgm:pt modelId="{E18B5AEF-9FD2-4552-BE8A-1428A2C17F5F}" type="parTrans" cxnId="{14312CE4-3741-4CBE-BD05-406C7E0F15FE}">
      <dgm:prSet/>
      <dgm:spPr/>
      <dgm:t>
        <a:bodyPr/>
        <a:lstStyle/>
        <a:p>
          <a:endParaRPr lang="es-ES"/>
        </a:p>
      </dgm:t>
    </dgm:pt>
    <dgm:pt modelId="{A7BF83C1-5A70-4440-A366-5BACFEB5E129}" type="sibTrans" cxnId="{14312CE4-3741-4CBE-BD05-406C7E0F15FE}">
      <dgm:prSet/>
      <dgm:spPr/>
      <dgm:t>
        <a:bodyPr/>
        <a:lstStyle/>
        <a:p>
          <a:endParaRPr lang="es-ES"/>
        </a:p>
      </dgm:t>
    </dgm:pt>
    <dgm:pt modelId="{174891A2-D208-4AEE-9404-0DA17C830679}">
      <dgm:prSet phldrT="[Texto]"/>
      <dgm:spPr/>
      <dgm:t>
        <a:bodyPr/>
        <a:lstStyle/>
        <a:p>
          <a:r>
            <a:rPr lang="es-ES" dirty="0"/>
            <a:t>Umbrales de control</a:t>
          </a:r>
        </a:p>
      </dgm:t>
    </dgm:pt>
    <dgm:pt modelId="{BC98C61C-1F5F-46D7-8BBE-AE5BE09DD567}" type="parTrans" cxnId="{65E964DA-49CA-4B8E-BF9F-138BBE0C3791}">
      <dgm:prSet/>
      <dgm:spPr/>
      <dgm:t>
        <a:bodyPr/>
        <a:lstStyle/>
        <a:p>
          <a:endParaRPr lang="es-ES"/>
        </a:p>
      </dgm:t>
    </dgm:pt>
    <dgm:pt modelId="{CF90CD13-F08A-4089-B840-85C174F539AB}" type="sibTrans" cxnId="{65E964DA-49CA-4B8E-BF9F-138BBE0C3791}">
      <dgm:prSet/>
      <dgm:spPr/>
      <dgm:t>
        <a:bodyPr/>
        <a:lstStyle/>
        <a:p>
          <a:endParaRPr lang="es-ES"/>
        </a:p>
      </dgm:t>
    </dgm:pt>
    <dgm:pt modelId="{FED6AC21-9FC7-474E-B58A-7888D85BBC99}">
      <dgm:prSet phldrT="[Texto]"/>
      <dgm:spPr/>
      <dgm:t>
        <a:bodyPr/>
        <a:lstStyle/>
        <a:p>
          <a:r>
            <a:rPr lang="es-ES" dirty="0"/>
            <a:t>Formatos de los informes</a:t>
          </a:r>
        </a:p>
      </dgm:t>
    </dgm:pt>
    <dgm:pt modelId="{35765A95-6398-40DC-9A53-0810487E8D42}" type="parTrans" cxnId="{8FE994AF-1F17-42B2-A50C-6D010DB2E0DA}">
      <dgm:prSet/>
      <dgm:spPr/>
      <dgm:t>
        <a:bodyPr/>
        <a:lstStyle/>
        <a:p>
          <a:endParaRPr lang="es-ES"/>
        </a:p>
      </dgm:t>
    </dgm:pt>
    <dgm:pt modelId="{EFEEB181-91AA-4675-A51E-F9FF72062854}" type="sibTrans" cxnId="{8FE994AF-1F17-42B2-A50C-6D010DB2E0DA}">
      <dgm:prSet/>
      <dgm:spPr/>
      <dgm:t>
        <a:bodyPr/>
        <a:lstStyle/>
        <a:p>
          <a:endParaRPr lang="es-ES"/>
        </a:p>
      </dgm:t>
    </dgm:pt>
    <dgm:pt modelId="{C4AEF767-38AC-4084-9F61-FDCB8F20652D}">
      <dgm:prSet phldrT="[Texto]"/>
      <dgm:spPr/>
      <dgm:t>
        <a:bodyPr/>
        <a:lstStyle/>
        <a:p>
          <a:r>
            <a:rPr lang="es-ES" dirty="0"/>
            <a:t>Tiempo optimista: 10% antes</a:t>
          </a:r>
        </a:p>
      </dgm:t>
    </dgm:pt>
    <dgm:pt modelId="{4108D871-D4BC-4B9E-936A-1C47D85B85AF}" type="parTrans" cxnId="{D0835BA6-9F3D-40AD-B876-49E61000251F}">
      <dgm:prSet/>
      <dgm:spPr/>
      <dgm:t>
        <a:bodyPr/>
        <a:lstStyle/>
        <a:p>
          <a:endParaRPr lang="es-ES"/>
        </a:p>
      </dgm:t>
    </dgm:pt>
    <dgm:pt modelId="{114F51C7-48AA-42E3-BADB-CD1D305405A4}" type="sibTrans" cxnId="{D0835BA6-9F3D-40AD-B876-49E61000251F}">
      <dgm:prSet/>
      <dgm:spPr/>
      <dgm:t>
        <a:bodyPr/>
        <a:lstStyle/>
        <a:p>
          <a:endParaRPr lang="es-ES"/>
        </a:p>
      </dgm:t>
    </dgm:pt>
    <dgm:pt modelId="{6F45D8EF-D8EB-4AD0-B4B8-D4EAF34E7D85}">
      <dgm:prSet phldrT="[Texto]"/>
      <dgm:spPr/>
      <dgm:t>
        <a:bodyPr/>
        <a:lstStyle/>
        <a:p>
          <a:r>
            <a:rPr lang="es-ES" dirty="0"/>
            <a:t>Tiempo pesimista: 25% más tarde</a:t>
          </a:r>
        </a:p>
      </dgm:t>
    </dgm:pt>
    <dgm:pt modelId="{90F54D87-4C22-405F-8922-0F01DF147AD2}" type="parTrans" cxnId="{1C71D879-D19C-4738-82D4-E8EFCD916B47}">
      <dgm:prSet/>
      <dgm:spPr/>
      <dgm:t>
        <a:bodyPr/>
        <a:lstStyle/>
        <a:p>
          <a:endParaRPr lang="es-ES"/>
        </a:p>
      </dgm:t>
    </dgm:pt>
    <dgm:pt modelId="{1DAF704F-6C53-483C-B8E9-2CA3E6670524}" type="sibTrans" cxnId="{1C71D879-D19C-4738-82D4-E8EFCD916B47}">
      <dgm:prSet/>
      <dgm:spPr/>
      <dgm:t>
        <a:bodyPr/>
        <a:lstStyle/>
        <a:p>
          <a:endParaRPr lang="es-ES"/>
        </a:p>
      </dgm:t>
    </dgm:pt>
    <dgm:pt modelId="{0550A311-CB88-4CA2-B1F5-DCBEE792CCBF}" type="pres">
      <dgm:prSet presAssocID="{46A44703-C7AE-461F-9AD8-1290C7207F05}" presName="linear" presStyleCnt="0">
        <dgm:presLayoutVars>
          <dgm:animLvl val="lvl"/>
          <dgm:resizeHandles val="exact"/>
        </dgm:presLayoutVars>
      </dgm:prSet>
      <dgm:spPr/>
    </dgm:pt>
    <dgm:pt modelId="{4C2D8B79-1D2A-4740-B72A-F8E053CFBC4E}" type="pres">
      <dgm:prSet presAssocID="{2FFB00CF-C40D-49E5-993C-8024AC750B1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697C72C-85FC-49E8-93C2-C0C4DEB8F114}" type="pres">
      <dgm:prSet presAssocID="{2FFB00CF-C40D-49E5-993C-8024AC750B1A}" presName="childText" presStyleLbl="revTx" presStyleIdx="0" presStyleCnt="4">
        <dgm:presLayoutVars>
          <dgm:bulletEnabled val="1"/>
        </dgm:presLayoutVars>
      </dgm:prSet>
      <dgm:spPr/>
    </dgm:pt>
    <dgm:pt modelId="{62B4C101-867B-42E7-81DC-21A46F4951FF}" type="pres">
      <dgm:prSet presAssocID="{8479C328-DAAF-46C8-B3FA-AA1398D11D12}" presName="parentText" presStyleLbl="node1" presStyleIdx="1" presStyleCnt="5" custLinFactNeighborX="54" custLinFactNeighborY="-759">
        <dgm:presLayoutVars>
          <dgm:chMax val="0"/>
          <dgm:bulletEnabled val="1"/>
        </dgm:presLayoutVars>
      </dgm:prSet>
      <dgm:spPr/>
    </dgm:pt>
    <dgm:pt modelId="{B68C0A58-CDB3-4F4D-9DE9-D8CCF4C597E7}" type="pres">
      <dgm:prSet presAssocID="{8479C328-DAAF-46C8-B3FA-AA1398D11D12}" presName="childText" presStyleLbl="revTx" presStyleIdx="1" presStyleCnt="4">
        <dgm:presLayoutVars>
          <dgm:bulletEnabled val="1"/>
        </dgm:presLayoutVars>
      </dgm:prSet>
      <dgm:spPr/>
    </dgm:pt>
    <dgm:pt modelId="{0E9F49E5-5629-45D1-92CD-03BEED36B0D2}" type="pres">
      <dgm:prSet presAssocID="{DEC6670D-0DE0-463A-B947-B6F34F2156E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7EA012C-A15C-4749-8EF3-41CC244E19FA}" type="pres">
      <dgm:prSet presAssocID="{DEC6670D-0DE0-463A-B947-B6F34F2156EA}" presName="childText" presStyleLbl="revTx" presStyleIdx="2" presStyleCnt="4">
        <dgm:presLayoutVars>
          <dgm:bulletEnabled val="1"/>
        </dgm:presLayoutVars>
      </dgm:prSet>
      <dgm:spPr/>
    </dgm:pt>
    <dgm:pt modelId="{2541BE36-E843-46F9-9E77-EC7C5B8A5143}" type="pres">
      <dgm:prSet presAssocID="{174891A2-D208-4AEE-9404-0DA17C83067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82295D7-EE3B-40E6-983E-2F6A9A1B2C83}" type="pres">
      <dgm:prSet presAssocID="{174891A2-D208-4AEE-9404-0DA17C830679}" presName="childText" presStyleLbl="revTx" presStyleIdx="3" presStyleCnt="4">
        <dgm:presLayoutVars>
          <dgm:bulletEnabled val="1"/>
        </dgm:presLayoutVars>
      </dgm:prSet>
      <dgm:spPr/>
    </dgm:pt>
    <dgm:pt modelId="{0BB93AE8-B2E0-4D14-893D-2AC3EA597120}" type="pres">
      <dgm:prSet presAssocID="{FED6AC21-9FC7-474E-B58A-7888D85BBC9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6E83710-071E-44CB-9911-3611AE6D0F30}" type="presOf" srcId="{C4AEF767-38AC-4084-9F61-FDCB8F20652D}" destId="{A82295D7-EE3B-40E6-983E-2F6A9A1B2C83}" srcOrd="0" destOrd="0" presId="urn:microsoft.com/office/officeart/2005/8/layout/vList2"/>
    <dgm:cxn modelId="{69F55112-DFEF-4E86-9F72-5956487D41A3}" type="presOf" srcId="{2FFB00CF-C40D-49E5-993C-8024AC750B1A}" destId="{4C2D8B79-1D2A-4740-B72A-F8E053CFBC4E}" srcOrd="0" destOrd="0" presId="urn:microsoft.com/office/officeart/2005/8/layout/vList2"/>
    <dgm:cxn modelId="{15D6DE2E-86E8-450F-997B-E6C31FEE40EE}" srcId="{2FFB00CF-C40D-49E5-993C-8024AC750B1A}" destId="{6BA6A2B2-A39B-4F46-B05F-13D39C5D3485}" srcOrd="1" destOrd="0" parTransId="{DD0209B4-F60E-4024-A228-0D9926F97A22}" sibTransId="{9F4EB25F-505D-435D-9E94-47AEA4289426}"/>
    <dgm:cxn modelId="{ECF9045D-0E15-40F4-A3BD-CFCCA42964E2}" type="presOf" srcId="{8479C328-DAAF-46C8-B3FA-AA1398D11D12}" destId="{62B4C101-867B-42E7-81DC-21A46F4951FF}" srcOrd="0" destOrd="0" presId="urn:microsoft.com/office/officeart/2005/8/layout/vList2"/>
    <dgm:cxn modelId="{5E591179-36C6-403A-9314-54EADAA6E4EA}" type="presOf" srcId="{FED6AC21-9FC7-474E-B58A-7888D85BBC99}" destId="{0BB93AE8-B2E0-4D14-893D-2AC3EA597120}" srcOrd="0" destOrd="0" presId="urn:microsoft.com/office/officeart/2005/8/layout/vList2"/>
    <dgm:cxn modelId="{1C71D879-D19C-4738-82D4-E8EFCD916B47}" srcId="{174891A2-D208-4AEE-9404-0DA17C830679}" destId="{6F45D8EF-D8EB-4AD0-B4B8-D4EAF34E7D85}" srcOrd="1" destOrd="0" parTransId="{90F54D87-4C22-405F-8922-0F01DF147AD2}" sibTransId="{1DAF704F-6C53-483C-B8E9-2CA3E6670524}"/>
    <dgm:cxn modelId="{911DE883-3057-4080-8DDF-26D36B68174E}" type="presOf" srcId="{46A44703-C7AE-461F-9AD8-1290C7207F05}" destId="{0550A311-CB88-4CA2-B1F5-DCBEE792CCBF}" srcOrd="0" destOrd="0" presId="urn:microsoft.com/office/officeart/2005/8/layout/vList2"/>
    <dgm:cxn modelId="{443DE08C-249E-45E8-9CB0-FA962004C467}" srcId="{8479C328-DAAF-46C8-B3FA-AA1398D11D12}" destId="{2D9F20C8-7F2E-47A5-81E8-0BD33494B079}" srcOrd="0" destOrd="0" parTransId="{ED22B096-423C-4A5B-A19B-7F7A42C2564E}" sibTransId="{AB95AED7-34A7-4860-BCF0-D030E1A58E2F}"/>
    <dgm:cxn modelId="{D0835BA6-9F3D-40AD-B876-49E61000251F}" srcId="{174891A2-D208-4AEE-9404-0DA17C830679}" destId="{C4AEF767-38AC-4084-9F61-FDCB8F20652D}" srcOrd="0" destOrd="0" parTransId="{4108D871-D4BC-4B9E-936A-1C47D85B85AF}" sibTransId="{114F51C7-48AA-42E3-BADB-CD1D305405A4}"/>
    <dgm:cxn modelId="{8FE994AF-1F17-42B2-A50C-6D010DB2E0DA}" srcId="{46A44703-C7AE-461F-9AD8-1290C7207F05}" destId="{FED6AC21-9FC7-474E-B58A-7888D85BBC99}" srcOrd="4" destOrd="0" parTransId="{35765A95-6398-40DC-9A53-0810487E8D42}" sibTransId="{EFEEB181-91AA-4675-A51E-F9FF72062854}"/>
    <dgm:cxn modelId="{379D8CB3-3587-453D-B873-8CD41AEF3168}" srcId="{46A44703-C7AE-461F-9AD8-1290C7207F05}" destId="{8479C328-DAAF-46C8-B3FA-AA1398D11D12}" srcOrd="1" destOrd="0" parTransId="{8A303025-E4A3-4C17-B24C-37C9210B5DBE}" sibTransId="{32BD1EB7-8B4E-460B-ADBB-19003D734473}"/>
    <dgm:cxn modelId="{AFA74BB8-FC1D-4AE8-AE4E-69FB8B568AC6}" type="presOf" srcId="{6BA6A2B2-A39B-4F46-B05F-13D39C5D3485}" destId="{C697C72C-85FC-49E8-93C2-C0C4DEB8F114}" srcOrd="0" destOrd="1" presId="urn:microsoft.com/office/officeart/2005/8/layout/vList2"/>
    <dgm:cxn modelId="{6898CCBF-29E6-4884-B122-2BC32C3468F8}" type="presOf" srcId="{174891A2-D208-4AEE-9404-0DA17C830679}" destId="{2541BE36-E843-46F9-9E77-EC7C5B8A5143}" srcOrd="0" destOrd="0" presId="urn:microsoft.com/office/officeart/2005/8/layout/vList2"/>
    <dgm:cxn modelId="{8D3655C1-E94D-432C-BA71-8D07F9E3D5B6}" type="presOf" srcId="{6F45D8EF-D8EB-4AD0-B4B8-D4EAF34E7D85}" destId="{A82295D7-EE3B-40E6-983E-2F6A9A1B2C83}" srcOrd="0" destOrd="1" presId="urn:microsoft.com/office/officeart/2005/8/layout/vList2"/>
    <dgm:cxn modelId="{A00E1CC6-5D54-4170-AA16-20997768AC09}" type="presOf" srcId="{DEC6670D-0DE0-463A-B947-B6F34F2156EA}" destId="{0E9F49E5-5629-45D1-92CD-03BEED36B0D2}" srcOrd="0" destOrd="0" presId="urn:microsoft.com/office/officeart/2005/8/layout/vList2"/>
    <dgm:cxn modelId="{A65038C8-9421-4DD1-A150-DADE7E28955A}" srcId="{46A44703-C7AE-461F-9AD8-1290C7207F05}" destId="{2FFB00CF-C40D-49E5-993C-8024AC750B1A}" srcOrd="0" destOrd="0" parTransId="{E201BB8B-ECD0-405A-96AD-B314B9A12464}" sibTransId="{B3D85303-3D6C-490D-BFED-C1A84C4C3732}"/>
    <dgm:cxn modelId="{65E964DA-49CA-4B8E-BF9F-138BBE0C3791}" srcId="{46A44703-C7AE-461F-9AD8-1290C7207F05}" destId="{174891A2-D208-4AEE-9404-0DA17C830679}" srcOrd="3" destOrd="0" parTransId="{BC98C61C-1F5F-46D7-8BBE-AE5BE09DD567}" sibTransId="{CF90CD13-F08A-4089-B840-85C174F539AB}"/>
    <dgm:cxn modelId="{F74636DB-7905-4755-B4DE-0EC15E818F37}" srcId="{46A44703-C7AE-461F-9AD8-1290C7207F05}" destId="{DEC6670D-0DE0-463A-B947-B6F34F2156EA}" srcOrd="2" destOrd="0" parTransId="{50C42A95-1812-46D5-9EDF-BB315335F8A6}" sibTransId="{2F02E4BE-DCF2-403C-9C6B-79DC9DB04475}"/>
    <dgm:cxn modelId="{752F00E3-28AD-46A0-B3A5-9C1648BF7E41}" type="presOf" srcId="{EB969B51-028E-4C98-82E2-D9469031F880}" destId="{C697C72C-85FC-49E8-93C2-C0C4DEB8F114}" srcOrd="0" destOrd="0" presId="urn:microsoft.com/office/officeart/2005/8/layout/vList2"/>
    <dgm:cxn modelId="{14312CE4-3741-4CBE-BD05-406C7E0F15FE}" srcId="{DEC6670D-0DE0-463A-B947-B6F34F2156EA}" destId="{80D1880B-0902-4C09-A487-5EC48948F578}" srcOrd="0" destOrd="0" parTransId="{E18B5AEF-9FD2-4552-BE8A-1428A2C17F5F}" sibTransId="{A7BF83C1-5A70-4440-A366-5BACFEB5E129}"/>
    <dgm:cxn modelId="{22FB94ED-6835-43A5-B0A8-03E1A368A80E}" type="presOf" srcId="{2D9F20C8-7F2E-47A5-81E8-0BD33494B079}" destId="{B68C0A58-CDB3-4F4D-9DE9-D8CCF4C597E7}" srcOrd="0" destOrd="0" presId="urn:microsoft.com/office/officeart/2005/8/layout/vList2"/>
    <dgm:cxn modelId="{F8A3F4EE-84AA-4131-8304-7E3E77A5FF56}" srcId="{2FFB00CF-C40D-49E5-993C-8024AC750B1A}" destId="{EB969B51-028E-4C98-82E2-D9469031F880}" srcOrd="0" destOrd="0" parTransId="{437A6331-0B47-4A88-B86A-31FAE88298E0}" sibTransId="{FDC6160C-8729-42E7-AAE6-C7E35AA2ECA1}"/>
    <dgm:cxn modelId="{CEE9ACF9-2F6A-4A89-B147-20582F3EA2AF}" type="presOf" srcId="{80D1880B-0902-4C09-A487-5EC48948F578}" destId="{17EA012C-A15C-4749-8EF3-41CC244E19FA}" srcOrd="0" destOrd="0" presId="urn:microsoft.com/office/officeart/2005/8/layout/vList2"/>
    <dgm:cxn modelId="{C84440C5-1572-4E1A-8DC8-DC832FF2398C}" type="presParOf" srcId="{0550A311-CB88-4CA2-B1F5-DCBEE792CCBF}" destId="{4C2D8B79-1D2A-4740-B72A-F8E053CFBC4E}" srcOrd="0" destOrd="0" presId="urn:microsoft.com/office/officeart/2005/8/layout/vList2"/>
    <dgm:cxn modelId="{F6210AB7-5AA1-4209-BD01-FA31B088A88C}" type="presParOf" srcId="{0550A311-CB88-4CA2-B1F5-DCBEE792CCBF}" destId="{C697C72C-85FC-49E8-93C2-C0C4DEB8F114}" srcOrd="1" destOrd="0" presId="urn:microsoft.com/office/officeart/2005/8/layout/vList2"/>
    <dgm:cxn modelId="{3417358A-DDAA-4173-947C-D7E3CDDE1366}" type="presParOf" srcId="{0550A311-CB88-4CA2-B1F5-DCBEE792CCBF}" destId="{62B4C101-867B-42E7-81DC-21A46F4951FF}" srcOrd="2" destOrd="0" presId="urn:microsoft.com/office/officeart/2005/8/layout/vList2"/>
    <dgm:cxn modelId="{DF92E5D5-FD5F-4CC7-8C2F-517A309995F7}" type="presParOf" srcId="{0550A311-CB88-4CA2-B1F5-DCBEE792CCBF}" destId="{B68C0A58-CDB3-4F4D-9DE9-D8CCF4C597E7}" srcOrd="3" destOrd="0" presId="urn:microsoft.com/office/officeart/2005/8/layout/vList2"/>
    <dgm:cxn modelId="{3F5F810C-6AC8-45FD-8BC4-9AE0EDAA3C20}" type="presParOf" srcId="{0550A311-CB88-4CA2-B1F5-DCBEE792CCBF}" destId="{0E9F49E5-5629-45D1-92CD-03BEED36B0D2}" srcOrd="4" destOrd="0" presId="urn:microsoft.com/office/officeart/2005/8/layout/vList2"/>
    <dgm:cxn modelId="{323A2503-400C-4EEA-978A-110222450569}" type="presParOf" srcId="{0550A311-CB88-4CA2-B1F5-DCBEE792CCBF}" destId="{17EA012C-A15C-4749-8EF3-41CC244E19FA}" srcOrd="5" destOrd="0" presId="urn:microsoft.com/office/officeart/2005/8/layout/vList2"/>
    <dgm:cxn modelId="{B00678D1-0681-47CD-ADAE-045B5819C926}" type="presParOf" srcId="{0550A311-CB88-4CA2-B1F5-DCBEE792CCBF}" destId="{2541BE36-E843-46F9-9E77-EC7C5B8A5143}" srcOrd="6" destOrd="0" presId="urn:microsoft.com/office/officeart/2005/8/layout/vList2"/>
    <dgm:cxn modelId="{DF75C9E9-0994-4A01-990E-DF5D1EB57C1A}" type="presParOf" srcId="{0550A311-CB88-4CA2-B1F5-DCBEE792CCBF}" destId="{A82295D7-EE3B-40E6-983E-2F6A9A1B2C83}" srcOrd="7" destOrd="0" presId="urn:microsoft.com/office/officeart/2005/8/layout/vList2"/>
    <dgm:cxn modelId="{30B30BD7-4013-493C-93CE-A190F8FD9DFB}" type="presParOf" srcId="{0550A311-CB88-4CA2-B1F5-DCBEE792CCBF}" destId="{0BB93AE8-B2E0-4D14-893D-2AC3EA59712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0187FA-4246-423C-822C-1419E4C51373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s-ES"/>
        </a:p>
      </dgm:t>
    </dgm:pt>
    <dgm:pt modelId="{F5A5F010-21DA-4FF9-B288-C00E8FA9980A}">
      <dgm:prSet phldrT="[Texto]"/>
      <dgm:spPr/>
      <dgm:t>
        <a:bodyPr/>
        <a:lstStyle/>
        <a:p>
          <a:r>
            <a:rPr lang="es-ES" dirty="0"/>
            <a:t>Descomposición del EDT</a:t>
          </a:r>
        </a:p>
      </dgm:t>
    </dgm:pt>
    <dgm:pt modelId="{40C57EC8-AA47-4B78-9A06-EE310E8D49A5}" type="parTrans" cxnId="{766D3BA3-65FD-4111-96ED-24231000AA4E}">
      <dgm:prSet/>
      <dgm:spPr/>
      <dgm:t>
        <a:bodyPr/>
        <a:lstStyle/>
        <a:p>
          <a:endParaRPr lang="es-ES"/>
        </a:p>
      </dgm:t>
    </dgm:pt>
    <dgm:pt modelId="{8EC04D84-3891-435A-86A5-233FA74B40A8}" type="sibTrans" cxnId="{766D3BA3-65FD-4111-96ED-24231000AA4E}">
      <dgm:prSet/>
      <dgm:spPr/>
      <dgm:t>
        <a:bodyPr/>
        <a:lstStyle/>
        <a:p>
          <a:endParaRPr lang="es-ES"/>
        </a:p>
      </dgm:t>
    </dgm:pt>
    <dgm:pt modelId="{05EE5135-66B0-453A-BDF4-9010E5AE1049}">
      <dgm:prSet phldrT="[Texto]"/>
      <dgm:spPr/>
      <dgm:t>
        <a:bodyPr/>
        <a:lstStyle/>
        <a:p>
          <a:r>
            <a:rPr lang="es-ES" dirty="0"/>
            <a:t>Planificación gradual</a:t>
          </a:r>
        </a:p>
      </dgm:t>
    </dgm:pt>
    <dgm:pt modelId="{3EA1C6FE-1076-409E-B180-8E4EC3DE91C6}" type="parTrans" cxnId="{30AC6A51-2E22-4D6B-936A-0F61E7747D2B}">
      <dgm:prSet/>
      <dgm:spPr/>
      <dgm:t>
        <a:bodyPr/>
        <a:lstStyle/>
        <a:p>
          <a:endParaRPr lang="es-ES"/>
        </a:p>
      </dgm:t>
    </dgm:pt>
    <dgm:pt modelId="{20BEDB6D-EE4B-4DD2-8649-B6B4744A6650}" type="sibTrans" cxnId="{30AC6A51-2E22-4D6B-936A-0F61E7747D2B}">
      <dgm:prSet/>
      <dgm:spPr/>
      <dgm:t>
        <a:bodyPr/>
        <a:lstStyle/>
        <a:p>
          <a:endParaRPr lang="es-ES"/>
        </a:p>
      </dgm:t>
    </dgm:pt>
    <dgm:pt modelId="{D32BFE03-0456-40C7-8446-A20EDDE19BBD}">
      <dgm:prSet phldrT="[Texto]"/>
      <dgm:spPr/>
      <dgm:t>
        <a:bodyPr/>
        <a:lstStyle/>
        <a:p>
          <a:r>
            <a:rPr lang="es-ES" dirty="0"/>
            <a:t>Entregables</a:t>
          </a:r>
        </a:p>
      </dgm:t>
    </dgm:pt>
    <dgm:pt modelId="{08F51793-1D7F-4DC0-924D-7C488C6B0B72}" type="parTrans" cxnId="{67C62C2C-9701-4D53-8EB0-B21261B875EC}">
      <dgm:prSet/>
      <dgm:spPr/>
      <dgm:t>
        <a:bodyPr/>
        <a:lstStyle/>
        <a:p>
          <a:endParaRPr lang="es-ES"/>
        </a:p>
      </dgm:t>
    </dgm:pt>
    <dgm:pt modelId="{E969A4B3-5E0E-4ADF-994A-66877A7B8B30}" type="sibTrans" cxnId="{67C62C2C-9701-4D53-8EB0-B21261B875EC}">
      <dgm:prSet/>
      <dgm:spPr/>
      <dgm:t>
        <a:bodyPr/>
        <a:lstStyle/>
        <a:p>
          <a:endParaRPr lang="es-ES"/>
        </a:p>
      </dgm:t>
    </dgm:pt>
    <dgm:pt modelId="{ADDDA0F3-AE5D-4F2F-BFE3-C7D6BC2B398F}">
      <dgm:prSet phldrT="[Texto]"/>
      <dgm:spPr/>
      <dgm:t>
        <a:bodyPr/>
        <a:lstStyle/>
        <a:p>
          <a:r>
            <a:rPr lang="es-ES" dirty="0"/>
            <a:t>Correcta comprensión de la evolución del proyecto</a:t>
          </a:r>
        </a:p>
      </dgm:t>
    </dgm:pt>
    <dgm:pt modelId="{B6EBA8AA-B665-4BD5-9D9A-050BF0427F12}" type="parTrans" cxnId="{8FE949B0-8A61-4B50-81B8-5927F2B363CB}">
      <dgm:prSet/>
      <dgm:spPr/>
      <dgm:t>
        <a:bodyPr/>
        <a:lstStyle/>
        <a:p>
          <a:endParaRPr lang="es-ES"/>
        </a:p>
      </dgm:t>
    </dgm:pt>
    <dgm:pt modelId="{3AF48D77-880F-4D63-9AED-E623D1261779}" type="sibTrans" cxnId="{8FE949B0-8A61-4B50-81B8-5927F2B363CB}">
      <dgm:prSet/>
      <dgm:spPr/>
      <dgm:t>
        <a:bodyPr/>
        <a:lstStyle/>
        <a:p>
          <a:endParaRPr lang="es-ES"/>
        </a:p>
      </dgm:t>
    </dgm:pt>
    <dgm:pt modelId="{D1B9E73B-5AAB-4D86-826E-499BD5A6AAF1}" type="pres">
      <dgm:prSet presAssocID="{C40187FA-4246-423C-822C-1419E4C51373}" presName="diagram" presStyleCnt="0">
        <dgm:presLayoutVars>
          <dgm:dir/>
          <dgm:resizeHandles val="exact"/>
        </dgm:presLayoutVars>
      </dgm:prSet>
      <dgm:spPr/>
    </dgm:pt>
    <dgm:pt modelId="{C374412F-2789-4779-90B9-FCDBAFA7F015}" type="pres">
      <dgm:prSet presAssocID="{F5A5F010-21DA-4FF9-B288-C00E8FA9980A}" presName="node" presStyleLbl="node1" presStyleIdx="0" presStyleCnt="4">
        <dgm:presLayoutVars>
          <dgm:bulletEnabled val="1"/>
        </dgm:presLayoutVars>
      </dgm:prSet>
      <dgm:spPr/>
    </dgm:pt>
    <dgm:pt modelId="{DC408877-7E3E-43A9-ACD8-D42A09555990}" type="pres">
      <dgm:prSet presAssocID="{8EC04D84-3891-435A-86A5-233FA74B40A8}" presName="sibTrans" presStyleCnt="0"/>
      <dgm:spPr/>
    </dgm:pt>
    <dgm:pt modelId="{FC38E372-0BDA-4B14-952D-B7CEA6BA597F}" type="pres">
      <dgm:prSet presAssocID="{05EE5135-66B0-453A-BDF4-9010E5AE1049}" presName="node" presStyleLbl="node1" presStyleIdx="1" presStyleCnt="4">
        <dgm:presLayoutVars>
          <dgm:bulletEnabled val="1"/>
        </dgm:presLayoutVars>
      </dgm:prSet>
      <dgm:spPr/>
    </dgm:pt>
    <dgm:pt modelId="{5B9231C1-C63C-49BF-92F7-1EE978895E81}" type="pres">
      <dgm:prSet presAssocID="{20BEDB6D-EE4B-4DD2-8649-B6B4744A6650}" presName="sibTrans" presStyleCnt="0"/>
      <dgm:spPr/>
    </dgm:pt>
    <dgm:pt modelId="{FCBCF028-D548-47E6-8C74-B9EA7E96229A}" type="pres">
      <dgm:prSet presAssocID="{D32BFE03-0456-40C7-8446-A20EDDE19BBD}" presName="node" presStyleLbl="node1" presStyleIdx="2" presStyleCnt="4">
        <dgm:presLayoutVars>
          <dgm:bulletEnabled val="1"/>
        </dgm:presLayoutVars>
      </dgm:prSet>
      <dgm:spPr/>
    </dgm:pt>
    <dgm:pt modelId="{253CDA82-A31A-4EB0-9BF2-A5BC8A46072F}" type="pres">
      <dgm:prSet presAssocID="{E969A4B3-5E0E-4ADF-994A-66877A7B8B30}" presName="sibTrans" presStyleCnt="0"/>
      <dgm:spPr/>
    </dgm:pt>
    <dgm:pt modelId="{78535C47-D73C-447A-A0ED-5CDD7DD85466}" type="pres">
      <dgm:prSet presAssocID="{ADDDA0F3-AE5D-4F2F-BFE3-C7D6BC2B398F}" presName="node" presStyleLbl="node1" presStyleIdx="3" presStyleCnt="4">
        <dgm:presLayoutVars>
          <dgm:bulletEnabled val="1"/>
        </dgm:presLayoutVars>
      </dgm:prSet>
      <dgm:spPr/>
    </dgm:pt>
  </dgm:ptLst>
  <dgm:cxnLst>
    <dgm:cxn modelId="{33154503-C25A-49FB-8D2B-1F23268EA00C}" type="presOf" srcId="{F5A5F010-21DA-4FF9-B288-C00E8FA9980A}" destId="{C374412F-2789-4779-90B9-FCDBAFA7F015}" srcOrd="0" destOrd="0" presId="urn:microsoft.com/office/officeart/2005/8/layout/default"/>
    <dgm:cxn modelId="{319B8711-7105-40E9-9316-A863761C1D60}" type="presOf" srcId="{C40187FA-4246-423C-822C-1419E4C51373}" destId="{D1B9E73B-5AAB-4D86-826E-499BD5A6AAF1}" srcOrd="0" destOrd="0" presId="urn:microsoft.com/office/officeart/2005/8/layout/default"/>
    <dgm:cxn modelId="{67C62C2C-9701-4D53-8EB0-B21261B875EC}" srcId="{C40187FA-4246-423C-822C-1419E4C51373}" destId="{D32BFE03-0456-40C7-8446-A20EDDE19BBD}" srcOrd="2" destOrd="0" parTransId="{08F51793-1D7F-4DC0-924D-7C488C6B0B72}" sibTransId="{E969A4B3-5E0E-4ADF-994A-66877A7B8B30}"/>
    <dgm:cxn modelId="{30AC6A51-2E22-4D6B-936A-0F61E7747D2B}" srcId="{C40187FA-4246-423C-822C-1419E4C51373}" destId="{05EE5135-66B0-453A-BDF4-9010E5AE1049}" srcOrd="1" destOrd="0" parTransId="{3EA1C6FE-1076-409E-B180-8E4EC3DE91C6}" sibTransId="{20BEDB6D-EE4B-4DD2-8649-B6B4744A6650}"/>
    <dgm:cxn modelId="{1E19D48B-495A-4FF3-8FD6-6A495D43729D}" type="presOf" srcId="{ADDDA0F3-AE5D-4F2F-BFE3-C7D6BC2B398F}" destId="{78535C47-D73C-447A-A0ED-5CDD7DD85466}" srcOrd="0" destOrd="0" presId="urn:microsoft.com/office/officeart/2005/8/layout/default"/>
    <dgm:cxn modelId="{766D3BA3-65FD-4111-96ED-24231000AA4E}" srcId="{C40187FA-4246-423C-822C-1419E4C51373}" destId="{F5A5F010-21DA-4FF9-B288-C00E8FA9980A}" srcOrd="0" destOrd="0" parTransId="{40C57EC8-AA47-4B78-9A06-EE310E8D49A5}" sibTransId="{8EC04D84-3891-435A-86A5-233FA74B40A8}"/>
    <dgm:cxn modelId="{8FE949B0-8A61-4B50-81B8-5927F2B363CB}" srcId="{C40187FA-4246-423C-822C-1419E4C51373}" destId="{ADDDA0F3-AE5D-4F2F-BFE3-C7D6BC2B398F}" srcOrd="3" destOrd="0" parTransId="{B6EBA8AA-B665-4BD5-9D9A-050BF0427F12}" sibTransId="{3AF48D77-880F-4D63-9AED-E623D1261779}"/>
    <dgm:cxn modelId="{EDF224F8-1676-4782-AF13-98C0B8BB5950}" type="presOf" srcId="{05EE5135-66B0-453A-BDF4-9010E5AE1049}" destId="{FC38E372-0BDA-4B14-952D-B7CEA6BA597F}" srcOrd="0" destOrd="0" presId="urn:microsoft.com/office/officeart/2005/8/layout/default"/>
    <dgm:cxn modelId="{354774FF-CC7A-4AB2-BC0F-E1FCBC20AE21}" type="presOf" srcId="{D32BFE03-0456-40C7-8446-A20EDDE19BBD}" destId="{FCBCF028-D548-47E6-8C74-B9EA7E96229A}" srcOrd="0" destOrd="0" presId="urn:microsoft.com/office/officeart/2005/8/layout/default"/>
    <dgm:cxn modelId="{31BFDA18-8D61-46DA-9DF5-D962E29E90C9}" type="presParOf" srcId="{D1B9E73B-5AAB-4D86-826E-499BD5A6AAF1}" destId="{C374412F-2789-4779-90B9-FCDBAFA7F015}" srcOrd="0" destOrd="0" presId="urn:microsoft.com/office/officeart/2005/8/layout/default"/>
    <dgm:cxn modelId="{7C933D29-5A83-45ED-BDD7-7AC942E52DBB}" type="presParOf" srcId="{D1B9E73B-5AAB-4D86-826E-499BD5A6AAF1}" destId="{DC408877-7E3E-43A9-ACD8-D42A09555990}" srcOrd="1" destOrd="0" presId="urn:microsoft.com/office/officeart/2005/8/layout/default"/>
    <dgm:cxn modelId="{06895831-2D07-4987-87B8-7771458F0FA2}" type="presParOf" srcId="{D1B9E73B-5AAB-4D86-826E-499BD5A6AAF1}" destId="{FC38E372-0BDA-4B14-952D-B7CEA6BA597F}" srcOrd="2" destOrd="0" presId="urn:microsoft.com/office/officeart/2005/8/layout/default"/>
    <dgm:cxn modelId="{8798E0D6-604D-4C76-9F57-5887CD331647}" type="presParOf" srcId="{D1B9E73B-5AAB-4D86-826E-499BD5A6AAF1}" destId="{5B9231C1-C63C-49BF-92F7-1EE978895E81}" srcOrd="3" destOrd="0" presId="urn:microsoft.com/office/officeart/2005/8/layout/default"/>
    <dgm:cxn modelId="{BFB96C7E-ADC8-495D-BF8B-EF37D6607858}" type="presParOf" srcId="{D1B9E73B-5AAB-4D86-826E-499BD5A6AAF1}" destId="{FCBCF028-D548-47E6-8C74-B9EA7E96229A}" srcOrd="4" destOrd="0" presId="urn:microsoft.com/office/officeart/2005/8/layout/default"/>
    <dgm:cxn modelId="{86D26B0D-9A40-4AEA-8C9C-FEEA6906683E}" type="presParOf" srcId="{D1B9E73B-5AAB-4D86-826E-499BD5A6AAF1}" destId="{253CDA82-A31A-4EB0-9BF2-A5BC8A46072F}" srcOrd="5" destOrd="0" presId="urn:microsoft.com/office/officeart/2005/8/layout/default"/>
    <dgm:cxn modelId="{8BA85A9D-6329-429E-A9DE-51E5009785C7}" type="presParOf" srcId="{D1B9E73B-5AAB-4D86-826E-499BD5A6AAF1}" destId="{78535C47-D73C-447A-A0ED-5CDD7DD8546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2D50EED0-437B-1441-8B3B-81295EA238A9}">
      <dgm:prSet phldrT="[Texto]"/>
      <dgm:spPr/>
      <dgm:t>
        <a:bodyPr/>
        <a:lstStyle/>
        <a:p>
          <a:r>
            <a:rPr lang="es-ES"/>
            <a:t>Introducción</a:t>
          </a:r>
          <a:endParaRPr lang="es-ES" dirty="0"/>
        </a:p>
      </dgm:t>
    </dgm:pt>
    <dgm:pt modelId="{A6EDC655-C7CF-5442-9A95-DD52945DD4C2}" type="parTrans" cxnId="{A6D8CB4F-A1A9-2F46-90C6-E855915DE40A}">
      <dgm:prSet/>
      <dgm:spPr/>
      <dgm:t>
        <a:bodyPr/>
        <a:lstStyle/>
        <a:p>
          <a:endParaRPr lang="es-ES"/>
        </a:p>
      </dgm:t>
    </dgm:pt>
    <dgm:pt modelId="{12B35025-375E-9C48-AEA1-E8FB9BD8A8AD}" type="sibTrans" cxnId="{A6D8CB4F-A1A9-2F46-90C6-E855915DE40A}">
      <dgm:prSet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/>
            <a:t>Planificación de gestión del cronograma</a:t>
          </a:r>
          <a:endParaRPr lang="es-ES" dirty="0"/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/>
            <a:t>Definición de las actividades</a:t>
          </a:r>
          <a:endParaRPr lang="es-ES" dirty="0"/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/>
            <a:t>Secuenciación de las actividades</a:t>
          </a:r>
          <a:endParaRPr lang="es-ES" dirty="0"/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/>
            <a:t>Estimación de recursos</a:t>
          </a:r>
          <a:endParaRPr lang="es-ES" dirty="0"/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/>
            <a:t>Estimar la duración de las actividades</a:t>
          </a:r>
          <a:endParaRPr lang="es-ES" dirty="0"/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/>
            <a:t>Generación del cronograma</a:t>
          </a:r>
          <a:endParaRPr lang="es-ES" dirty="0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A70494F9-BBC6-9B4D-ABE0-28B7062A7EEA}" type="pres">
      <dgm:prSet presAssocID="{2D50EED0-437B-1441-8B3B-81295EA238A9}" presName="thickLine" presStyleLbl="alignNode1" presStyleIdx="0" presStyleCnt="7"/>
      <dgm:spPr/>
    </dgm:pt>
    <dgm:pt modelId="{4DE94855-2BF1-EB40-B090-FE0F9B4B301E}" type="pres">
      <dgm:prSet presAssocID="{2D50EED0-437B-1441-8B3B-81295EA238A9}" presName="horz1" presStyleCnt="0"/>
      <dgm:spPr/>
    </dgm:pt>
    <dgm:pt modelId="{0FAAA673-A6AE-2E48-9396-AEC5BB305A0E}" type="pres">
      <dgm:prSet presAssocID="{2D50EED0-437B-1441-8B3B-81295EA238A9}" presName="tx1" presStyleLbl="revTx" presStyleIdx="0" presStyleCnt="7"/>
      <dgm:spPr/>
    </dgm:pt>
    <dgm:pt modelId="{4D92E349-5F1C-414C-955E-416A7CFBF9E9}" type="pres">
      <dgm:prSet presAssocID="{2D50EED0-437B-1441-8B3B-81295EA238A9}" presName="vert1" presStyleCnt="0"/>
      <dgm:spPr/>
    </dgm:pt>
    <dgm:pt modelId="{8A1907C4-BE20-C143-831F-BE43804AAE5C}" type="pres">
      <dgm:prSet presAssocID="{9C0C5B6B-88B0-0644-95CC-DA013289C236}" presName="thickLine" presStyleLbl="alignNode1" presStyleIdx="1" presStyleCnt="7"/>
      <dgm:spPr/>
    </dgm:pt>
    <dgm:pt modelId="{C7AF9BE0-B9F2-AD46-922F-957BAC5E8783}" type="pres">
      <dgm:prSet presAssocID="{9C0C5B6B-88B0-0644-95CC-DA013289C236}" presName="horz1" presStyleCnt="0"/>
      <dgm:spPr/>
    </dgm:pt>
    <dgm:pt modelId="{D4A76393-A906-B54E-9D0F-0D779BE1191B}" type="pres">
      <dgm:prSet presAssocID="{9C0C5B6B-88B0-0644-95CC-DA013289C236}" presName="tx1" presStyleLbl="revTx" presStyleIdx="1" presStyleCnt="7"/>
      <dgm:spPr/>
    </dgm:pt>
    <dgm:pt modelId="{40D1F339-733F-1E45-AB8D-73CF89624F8B}" type="pres">
      <dgm:prSet presAssocID="{9C0C5B6B-88B0-0644-95CC-DA013289C236}" presName="vert1" presStyleCnt="0"/>
      <dgm:spPr/>
    </dgm:pt>
    <dgm:pt modelId="{E12A7E71-0496-E24E-8427-F2A39A7D3B01}" type="pres">
      <dgm:prSet presAssocID="{4D7DCE72-F1C7-3648-B096-B3BF2FA1BA56}" presName="thickLine" presStyleLbl="alignNode1" presStyleIdx="2" presStyleCnt="7"/>
      <dgm:spPr/>
    </dgm:pt>
    <dgm:pt modelId="{0DE9C222-E5CB-5B47-9EA4-4B4C862AF5DC}" type="pres">
      <dgm:prSet presAssocID="{4D7DCE72-F1C7-3648-B096-B3BF2FA1BA56}" presName="horz1" presStyleCnt="0"/>
      <dgm:spPr/>
    </dgm:pt>
    <dgm:pt modelId="{45ADB1A7-B74B-BB45-B47C-A23116E6CC26}" type="pres">
      <dgm:prSet presAssocID="{4D7DCE72-F1C7-3648-B096-B3BF2FA1BA56}" presName="tx1" presStyleLbl="revTx" presStyleIdx="2" presStyleCnt="7"/>
      <dgm:spPr/>
    </dgm:pt>
    <dgm:pt modelId="{E1D02F51-001F-194D-B149-384834354FF9}" type="pres">
      <dgm:prSet presAssocID="{4D7DCE72-F1C7-3648-B096-B3BF2FA1BA56}" presName="vert1" presStyleCnt="0"/>
      <dgm:spPr/>
    </dgm:pt>
    <dgm:pt modelId="{4E07894A-13F3-F14A-865D-A25A96BD58C8}" type="pres">
      <dgm:prSet presAssocID="{EA05A323-1CD6-E844-BD1C-19A2225C0340}" presName="thickLine" presStyleLbl="alignNode1" presStyleIdx="3" presStyleCnt="7"/>
      <dgm:spPr/>
    </dgm:pt>
    <dgm:pt modelId="{A6C80D78-AACE-634B-AB76-1F1460E993B6}" type="pres">
      <dgm:prSet presAssocID="{EA05A323-1CD6-E844-BD1C-19A2225C0340}" presName="horz1" presStyleCnt="0"/>
      <dgm:spPr/>
    </dgm:pt>
    <dgm:pt modelId="{0C98D550-DCAE-D44A-A74E-9BF77D5CD94B}" type="pres">
      <dgm:prSet presAssocID="{EA05A323-1CD6-E844-BD1C-19A2225C0340}" presName="tx1" presStyleLbl="revTx" presStyleIdx="3" presStyleCnt="7"/>
      <dgm:spPr/>
    </dgm:pt>
    <dgm:pt modelId="{E671EEAC-8341-834D-9161-A0CF33F962CD}" type="pres">
      <dgm:prSet presAssocID="{EA05A323-1CD6-E844-BD1C-19A2225C0340}" presName="vert1" presStyleCnt="0"/>
      <dgm:spPr/>
    </dgm:pt>
    <dgm:pt modelId="{B2F277F3-7CF1-994E-B28A-0B3155C31199}" type="pres">
      <dgm:prSet presAssocID="{A00DC1EC-B999-A640-8654-4E50ABDDE020}" presName="thickLine" presStyleLbl="alignNode1" presStyleIdx="4" presStyleCnt="7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7"/>
      <dgm:spPr/>
    </dgm:pt>
    <dgm:pt modelId="{84783DB1-8E64-8549-92F0-B23833CEE8B0}" type="pres">
      <dgm:prSet presAssocID="{A00DC1EC-B999-A640-8654-4E50ABDDE020}" presName="vert1" presStyleCnt="0"/>
      <dgm:spPr/>
    </dgm:pt>
    <dgm:pt modelId="{A688A7E7-CA0E-1641-AF9E-C9A0E85DD3A1}" type="pres">
      <dgm:prSet presAssocID="{C067AB59-C7C5-C74B-8B60-2FA743781E39}" presName="thickLine" presStyleLbl="alignNode1" presStyleIdx="5" presStyleCnt="7"/>
      <dgm:spPr/>
    </dgm:pt>
    <dgm:pt modelId="{53F2D9C6-73DF-7049-A9EE-BA91C10563DC}" type="pres">
      <dgm:prSet presAssocID="{C067AB59-C7C5-C74B-8B60-2FA743781E39}" presName="horz1" presStyleCnt="0"/>
      <dgm:spPr/>
    </dgm:pt>
    <dgm:pt modelId="{12201D77-C28D-B644-8648-8F73ED9611F3}" type="pres">
      <dgm:prSet presAssocID="{C067AB59-C7C5-C74B-8B60-2FA743781E39}" presName="tx1" presStyleLbl="revTx" presStyleIdx="5" presStyleCnt="7"/>
      <dgm:spPr/>
    </dgm:pt>
    <dgm:pt modelId="{F5FE8E54-3C44-1348-8506-B9070EA0E93B}" type="pres">
      <dgm:prSet presAssocID="{C067AB59-C7C5-C74B-8B60-2FA743781E39}" presName="vert1" presStyleCnt="0"/>
      <dgm:spPr/>
    </dgm:pt>
    <dgm:pt modelId="{312F3601-93C8-FA42-994F-68F6D704B0A6}" type="pres">
      <dgm:prSet presAssocID="{D206AD7D-6FCF-BA4A-A881-D49C0A782FC3}" presName="thickLine" presStyleLbl="alignNode1" presStyleIdx="6" presStyleCnt="7"/>
      <dgm:spPr/>
    </dgm:pt>
    <dgm:pt modelId="{4D092557-1FDC-AE46-8170-FF794E7336CB}" type="pres">
      <dgm:prSet presAssocID="{D206AD7D-6FCF-BA4A-A881-D49C0A782FC3}" presName="horz1" presStyleCnt="0"/>
      <dgm:spPr/>
    </dgm:pt>
    <dgm:pt modelId="{0CD4C8BD-B37E-CA42-A239-80B4EB836B23}" type="pres">
      <dgm:prSet presAssocID="{D206AD7D-6FCF-BA4A-A881-D49C0A782FC3}" presName="tx1" presStyleLbl="revTx" presStyleIdx="6" presStyleCnt="7"/>
      <dgm:spPr/>
    </dgm:pt>
    <dgm:pt modelId="{1E434888-7259-FF4B-9A70-30DE0225E492}" type="pres">
      <dgm:prSet presAssocID="{D206AD7D-6FCF-BA4A-A881-D49C0A782FC3}" presName="vert1" presStyleCnt="0"/>
      <dgm:spPr/>
    </dgm:pt>
  </dgm:ptLst>
  <dgm:cxnLst>
    <dgm:cxn modelId="{B913582A-C51A-7948-8CD7-0EAADAC6E1E7}" srcId="{C3CE8D9A-2F5F-E04C-AF81-B61DA3187B58}" destId="{9C0C5B6B-88B0-0644-95CC-DA013289C236}" srcOrd="1" destOrd="0" parTransId="{B8FBE750-BA08-3745-BDB2-8DE244854305}" sibTransId="{7720ED4A-2659-4441-8B8A-B12AAECACA03}"/>
    <dgm:cxn modelId="{CEF75630-A106-2C4A-813E-06273EBC269D}" srcId="{C3CE8D9A-2F5F-E04C-AF81-B61DA3187B58}" destId="{4D7DCE72-F1C7-3648-B096-B3BF2FA1BA56}" srcOrd="2" destOrd="0" parTransId="{4130B51B-54F0-CE46-A291-A4358F1F6F5A}" sibTransId="{44AA0FEF-23B0-9044-91B0-9D01CCB0457B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DA24D068-6D16-3249-AB4C-835B2CDCA3F1}" type="presOf" srcId="{C067AB59-C7C5-C74B-8B60-2FA743781E39}" destId="{12201D77-C28D-B644-8648-8F73ED9611F3}" srcOrd="0" destOrd="0" presId="urn:microsoft.com/office/officeart/2008/layout/LinedList"/>
    <dgm:cxn modelId="{A6D8CB4F-A1A9-2F46-90C6-E855915DE40A}" srcId="{C3CE8D9A-2F5F-E04C-AF81-B61DA3187B58}" destId="{2D50EED0-437B-1441-8B3B-81295EA238A9}" srcOrd="0" destOrd="0" parTransId="{A6EDC655-C7CF-5442-9A95-DD52945DD4C2}" sibTransId="{12B35025-375E-9C48-AEA1-E8FB9BD8A8AD}"/>
    <dgm:cxn modelId="{CAC1145A-45F7-9C4B-BED4-0A74376ADC3C}" type="presOf" srcId="{EA05A323-1CD6-E844-BD1C-19A2225C0340}" destId="{0C98D550-DCAE-D44A-A74E-9BF77D5CD94B}" srcOrd="0" destOrd="0" presId="urn:microsoft.com/office/officeart/2008/layout/LinedList"/>
    <dgm:cxn modelId="{8181467B-6295-B84B-8924-01C8B3C5C461}" type="presOf" srcId="{D206AD7D-6FCF-BA4A-A881-D49C0A782FC3}" destId="{0CD4C8BD-B37E-CA42-A239-80B4EB836B23}" srcOrd="0" destOrd="0" presId="urn:microsoft.com/office/officeart/2008/layout/LinedList"/>
    <dgm:cxn modelId="{170E0A80-D936-D547-94C5-570AC1082D21}" srcId="{C3CE8D9A-2F5F-E04C-AF81-B61DA3187B58}" destId="{EA05A323-1CD6-E844-BD1C-19A2225C0340}" srcOrd="3" destOrd="0" parTransId="{30E5782B-3D30-E84E-8B09-5F18CE4DBC15}" sibTransId="{A735D71C-2096-F344-B726-857D36F14FEB}"/>
    <dgm:cxn modelId="{FA015F84-3A27-6341-B5E5-5AAABF15FCA7}" srcId="{C3CE8D9A-2F5F-E04C-AF81-B61DA3187B58}" destId="{C067AB59-C7C5-C74B-8B60-2FA743781E39}" srcOrd="5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4" destOrd="0" parTransId="{C1FC985A-8FE8-944A-89F3-975B9C62D138}" sibTransId="{48BA50DD-A1B0-B142-8134-1733EC7E096A}"/>
    <dgm:cxn modelId="{DBA51B96-2BDF-C04D-8EE9-74101BC05F2E}" srcId="{C3CE8D9A-2F5F-E04C-AF81-B61DA3187B58}" destId="{D206AD7D-6FCF-BA4A-A881-D49C0A782FC3}" srcOrd="6" destOrd="0" parTransId="{2FAF4929-896A-4142-A9D4-FCF51F2A7AA6}" sibTransId="{948F4234-2DCD-C24A-ABA8-79BDA4601848}"/>
    <dgm:cxn modelId="{9ED16FA6-82F2-564E-872B-2359E13FAB52}" type="presOf" srcId="{9C0C5B6B-88B0-0644-95CC-DA013289C236}" destId="{D4A76393-A906-B54E-9D0F-0D779BE1191B}" srcOrd="0" destOrd="0" presId="urn:microsoft.com/office/officeart/2008/layout/LinedList"/>
    <dgm:cxn modelId="{DB729BA8-A4A3-5A48-954E-C3C91F7DAED8}" type="presOf" srcId="{4D7DCE72-F1C7-3648-B096-B3BF2FA1BA56}" destId="{45ADB1A7-B74B-BB45-B47C-A23116E6CC26}" srcOrd="0" destOrd="0" presId="urn:microsoft.com/office/officeart/2008/layout/LinedList"/>
    <dgm:cxn modelId="{58BCC5C7-FCA9-1D45-B91A-2E90277F1164}" type="presOf" srcId="{2D50EED0-437B-1441-8B3B-81295EA238A9}" destId="{0FAAA673-A6AE-2E48-9396-AEC5BB305A0E}" srcOrd="0" destOrd="0" presId="urn:microsoft.com/office/officeart/2008/layout/LinedList"/>
    <dgm:cxn modelId="{F847C799-CF4D-0742-BA1D-DB6A69BE9CAE}" type="presParOf" srcId="{A4615577-DB07-0E46-BAD9-752076C1E8EB}" destId="{A70494F9-BBC6-9B4D-ABE0-28B7062A7EEA}" srcOrd="0" destOrd="0" presId="urn:microsoft.com/office/officeart/2008/layout/LinedList"/>
    <dgm:cxn modelId="{3EBEC4A5-21B2-A747-A42E-41991220DD01}" type="presParOf" srcId="{A4615577-DB07-0E46-BAD9-752076C1E8EB}" destId="{4DE94855-2BF1-EB40-B090-FE0F9B4B301E}" srcOrd="1" destOrd="0" presId="urn:microsoft.com/office/officeart/2008/layout/LinedList"/>
    <dgm:cxn modelId="{C5497088-D00C-AD4C-8494-11AF8A09FCB0}" type="presParOf" srcId="{4DE94855-2BF1-EB40-B090-FE0F9B4B301E}" destId="{0FAAA673-A6AE-2E48-9396-AEC5BB305A0E}" srcOrd="0" destOrd="0" presId="urn:microsoft.com/office/officeart/2008/layout/LinedList"/>
    <dgm:cxn modelId="{E800DCED-F52F-284F-9329-D589974BEF18}" type="presParOf" srcId="{4DE94855-2BF1-EB40-B090-FE0F9B4B301E}" destId="{4D92E349-5F1C-414C-955E-416A7CFBF9E9}" srcOrd="1" destOrd="0" presId="urn:microsoft.com/office/officeart/2008/layout/LinedList"/>
    <dgm:cxn modelId="{1A0503DB-D3C8-9442-8E7E-36232D5B8A23}" type="presParOf" srcId="{A4615577-DB07-0E46-BAD9-752076C1E8EB}" destId="{8A1907C4-BE20-C143-831F-BE43804AAE5C}" srcOrd="2" destOrd="0" presId="urn:microsoft.com/office/officeart/2008/layout/LinedList"/>
    <dgm:cxn modelId="{2937DBE0-DFAC-5044-9013-54390C11A0D7}" type="presParOf" srcId="{A4615577-DB07-0E46-BAD9-752076C1E8EB}" destId="{C7AF9BE0-B9F2-AD46-922F-957BAC5E8783}" srcOrd="3" destOrd="0" presId="urn:microsoft.com/office/officeart/2008/layout/LinedList"/>
    <dgm:cxn modelId="{ED618839-A3FC-B947-9F3C-47FE479563CC}" type="presParOf" srcId="{C7AF9BE0-B9F2-AD46-922F-957BAC5E8783}" destId="{D4A76393-A906-B54E-9D0F-0D779BE1191B}" srcOrd="0" destOrd="0" presId="urn:microsoft.com/office/officeart/2008/layout/LinedList"/>
    <dgm:cxn modelId="{3111AE1B-835E-C34C-96A7-0C010D20B855}" type="presParOf" srcId="{C7AF9BE0-B9F2-AD46-922F-957BAC5E8783}" destId="{40D1F339-733F-1E45-AB8D-73CF89624F8B}" srcOrd="1" destOrd="0" presId="urn:microsoft.com/office/officeart/2008/layout/LinedList"/>
    <dgm:cxn modelId="{FD73EB7C-029A-304B-9155-77504FD75F70}" type="presParOf" srcId="{A4615577-DB07-0E46-BAD9-752076C1E8EB}" destId="{E12A7E71-0496-E24E-8427-F2A39A7D3B01}" srcOrd="4" destOrd="0" presId="urn:microsoft.com/office/officeart/2008/layout/LinedList"/>
    <dgm:cxn modelId="{1B2F5623-273B-7841-833D-71AB94C8458C}" type="presParOf" srcId="{A4615577-DB07-0E46-BAD9-752076C1E8EB}" destId="{0DE9C222-E5CB-5B47-9EA4-4B4C862AF5DC}" srcOrd="5" destOrd="0" presId="urn:microsoft.com/office/officeart/2008/layout/LinedList"/>
    <dgm:cxn modelId="{02CBE35B-25C7-E041-B4A0-0683B6FF5ADC}" type="presParOf" srcId="{0DE9C222-E5CB-5B47-9EA4-4B4C862AF5DC}" destId="{45ADB1A7-B74B-BB45-B47C-A23116E6CC26}" srcOrd="0" destOrd="0" presId="urn:microsoft.com/office/officeart/2008/layout/LinedList"/>
    <dgm:cxn modelId="{49611738-93EE-8341-A3B1-F56D6FD04905}" type="presParOf" srcId="{0DE9C222-E5CB-5B47-9EA4-4B4C862AF5DC}" destId="{E1D02F51-001F-194D-B149-384834354FF9}" srcOrd="1" destOrd="0" presId="urn:microsoft.com/office/officeart/2008/layout/LinedList"/>
    <dgm:cxn modelId="{5434C383-0AA7-5A43-BE3B-28EA9890774E}" type="presParOf" srcId="{A4615577-DB07-0E46-BAD9-752076C1E8EB}" destId="{4E07894A-13F3-F14A-865D-A25A96BD58C8}" srcOrd="6" destOrd="0" presId="urn:microsoft.com/office/officeart/2008/layout/LinedList"/>
    <dgm:cxn modelId="{AE84976F-2E79-9C48-BE47-BEEF2AFEA12F}" type="presParOf" srcId="{A4615577-DB07-0E46-BAD9-752076C1E8EB}" destId="{A6C80D78-AACE-634B-AB76-1F1460E993B6}" srcOrd="7" destOrd="0" presId="urn:microsoft.com/office/officeart/2008/layout/LinedList"/>
    <dgm:cxn modelId="{C5521E66-FD12-AC4C-8144-35A0F7EEFC0D}" type="presParOf" srcId="{A6C80D78-AACE-634B-AB76-1F1460E993B6}" destId="{0C98D550-DCAE-D44A-A74E-9BF77D5CD94B}" srcOrd="0" destOrd="0" presId="urn:microsoft.com/office/officeart/2008/layout/LinedList"/>
    <dgm:cxn modelId="{B305951C-9B8E-C94C-B7D8-395084547958}" type="presParOf" srcId="{A6C80D78-AACE-634B-AB76-1F1460E993B6}" destId="{E671EEAC-8341-834D-9161-A0CF33F962CD}" srcOrd="1" destOrd="0" presId="urn:microsoft.com/office/officeart/2008/layout/LinedList"/>
    <dgm:cxn modelId="{35AF335E-5A39-7049-B788-36F0EF331E73}" type="presParOf" srcId="{A4615577-DB07-0E46-BAD9-752076C1E8EB}" destId="{B2F277F3-7CF1-994E-B28A-0B3155C31199}" srcOrd="8" destOrd="0" presId="urn:microsoft.com/office/officeart/2008/layout/LinedList"/>
    <dgm:cxn modelId="{5F47EFD6-2CBD-894E-8B6E-5A8B8B366D05}" type="presParOf" srcId="{A4615577-DB07-0E46-BAD9-752076C1E8EB}" destId="{0C40495D-3188-9E48-A89E-F64BB2F461F5}" srcOrd="9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90E88AE2-7B66-A146-BADB-34B003AFC31C}" type="presParOf" srcId="{A4615577-DB07-0E46-BAD9-752076C1E8EB}" destId="{A688A7E7-CA0E-1641-AF9E-C9A0E85DD3A1}" srcOrd="10" destOrd="0" presId="urn:microsoft.com/office/officeart/2008/layout/LinedList"/>
    <dgm:cxn modelId="{39AECEAC-3E46-4347-BE8C-F784E8678DCE}" type="presParOf" srcId="{A4615577-DB07-0E46-BAD9-752076C1E8EB}" destId="{53F2D9C6-73DF-7049-A9EE-BA91C10563DC}" srcOrd="11" destOrd="0" presId="urn:microsoft.com/office/officeart/2008/layout/LinedList"/>
    <dgm:cxn modelId="{D0CE5A44-7992-2440-93E6-EC21828BEE86}" type="presParOf" srcId="{53F2D9C6-73DF-7049-A9EE-BA91C10563DC}" destId="{12201D77-C28D-B644-8648-8F73ED9611F3}" srcOrd="0" destOrd="0" presId="urn:microsoft.com/office/officeart/2008/layout/LinedList"/>
    <dgm:cxn modelId="{2D83A7FA-1267-3049-9967-7D4E21619BE2}" type="presParOf" srcId="{53F2D9C6-73DF-7049-A9EE-BA91C10563DC}" destId="{F5FE8E54-3C44-1348-8506-B9070EA0E93B}" srcOrd="1" destOrd="0" presId="urn:microsoft.com/office/officeart/2008/layout/LinedList"/>
    <dgm:cxn modelId="{2EEB48BD-BB84-144D-8065-1908CFF7137B}" type="presParOf" srcId="{A4615577-DB07-0E46-BAD9-752076C1E8EB}" destId="{312F3601-93C8-FA42-994F-68F6D704B0A6}" srcOrd="12" destOrd="0" presId="urn:microsoft.com/office/officeart/2008/layout/LinedList"/>
    <dgm:cxn modelId="{33F3DD36-70B7-274E-8A43-B04871F87534}" type="presParOf" srcId="{A4615577-DB07-0E46-BAD9-752076C1E8EB}" destId="{4D092557-1FDC-AE46-8170-FF794E7336CB}" srcOrd="13" destOrd="0" presId="urn:microsoft.com/office/officeart/2008/layout/LinedList"/>
    <dgm:cxn modelId="{19436B91-4FD7-AD41-9DEF-5F0B1AF8D1E9}" type="presParOf" srcId="{4D092557-1FDC-AE46-8170-FF794E7336CB}" destId="{0CD4C8BD-B37E-CA42-A239-80B4EB836B23}" srcOrd="0" destOrd="0" presId="urn:microsoft.com/office/officeart/2008/layout/LinedList"/>
    <dgm:cxn modelId="{C2577A86-1952-DA45-8847-25E9EC64D02D}" type="presParOf" srcId="{4D092557-1FDC-AE46-8170-FF794E7336CB}" destId="{1E434888-7259-FF4B-9A70-30DE0225E4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648391-432A-483A-8336-445ECC8D77A1}" type="doc">
      <dgm:prSet loTypeId="urn:microsoft.com/office/officeart/2008/layout/RadialCluster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2FD96C1-FA48-47E1-BB41-65E9F2759A2F}">
      <dgm:prSet phldrT="[Texto]"/>
      <dgm:spPr/>
      <dgm:t>
        <a:bodyPr/>
        <a:lstStyle/>
        <a:p>
          <a:r>
            <a:rPr lang="es-ES" b="1" dirty="0"/>
            <a:t>RECURSOS DE ACTIVIDADES</a:t>
          </a:r>
        </a:p>
      </dgm:t>
    </dgm:pt>
    <dgm:pt modelId="{61D18961-F808-47F8-B52A-A194B3CD69D6}" type="parTrans" cxnId="{2D54F276-BC74-4B85-BFA3-6B44F4095061}">
      <dgm:prSet/>
      <dgm:spPr/>
      <dgm:t>
        <a:bodyPr/>
        <a:lstStyle/>
        <a:p>
          <a:endParaRPr lang="es-ES"/>
        </a:p>
      </dgm:t>
    </dgm:pt>
    <dgm:pt modelId="{4DDB1D2E-0625-4152-81B3-A8BD4A78EBDF}" type="sibTrans" cxnId="{2D54F276-BC74-4B85-BFA3-6B44F4095061}">
      <dgm:prSet/>
      <dgm:spPr/>
      <dgm:t>
        <a:bodyPr/>
        <a:lstStyle/>
        <a:p>
          <a:endParaRPr lang="es-ES"/>
        </a:p>
      </dgm:t>
    </dgm:pt>
    <dgm:pt modelId="{EEC4B30A-3D13-4F09-9617-34FE2E70CC63}">
      <dgm:prSet phldrT="[Texto]" custT="1"/>
      <dgm:spPr/>
      <dgm:t>
        <a:bodyPr/>
        <a:lstStyle/>
        <a:p>
          <a:r>
            <a:rPr lang="es-ES" sz="2400" b="1" dirty="0"/>
            <a:t>TIPO</a:t>
          </a:r>
        </a:p>
      </dgm:t>
    </dgm:pt>
    <dgm:pt modelId="{FBD567BF-41E1-4CD9-9934-D98C85B401F6}" type="parTrans" cxnId="{34CA1291-BE2E-4963-8962-C955B4CEC475}">
      <dgm:prSet/>
      <dgm:spPr/>
      <dgm:t>
        <a:bodyPr/>
        <a:lstStyle/>
        <a:p>
          <a:endParaRPr lang="es-ES"/>
        </a:p>
      </dgm:t>
    </dgm:pt>
    <dgm:pt modelId="{6523AD2D-F43A-4A90-97A2-BF23E8B04365}" type="sibTrans" cxnId="{34CA1291-BE2E-4963-8962-C955B4CEC475}">
      <dgm:prSet/>
      <dgm:spPr/>
      <dgm:t>
        <a:bodyPr/>
        <a:lstStyle/>
        <a:p>
          <a:endParaRPr lang="es-ES"/>
        </a:p>
      </dgm:t>
    </dgm:pt>
    <dgm:pt modelId="{F3190147-D366-431A-9ED1-5BDDC252C153}">
      <dgm:prSet phldrT="[Texto]" custT="1"/>
      <dgm:spPr/>
      <dgm:t>
        <a:bodyPr/>
        <a:lstStyle/>
        <a:p>
          <a:r>
            <a:rPr lang="es-ES" sz="1600" b="1" dirty="0"/>
            <a:t>CARACTERÍSTICAS</a:t>
          </a:r>
        </a:p>
      </dgm:t>
    </dgm:pt>
    <dgm:pt modelId="{903C6D28-0A36-48C6-8A3F-CB611F37CEA9}" type="parTrans" cxnId="{C548DDB4-FD7E-4980-9521-13E63A141B14}">
      <dgm:prSet/>
      <dgm:spPr/>
      <dgm:t>
        <a:bodyPr/>
        <a:lstStyle/>
        <a:p>
          <a:endParaRPr lang="es-ES"/>
        </a:p>
      </dgm:t>
    </dgm:pt>
    <dgm:pt modelId="{3A4AC23F-3EBB-42ED-8671-A978615C8308}" type="sibTrans" cxnId="{C548DDB4-FD7E-4980-9521-13E63A141B14}">
      <dgm:prSet/>
      <dgm:spPr/>
      <dgm:t>
        <a:bodyPr/>
        <a:lstStyle/>
        <a:p>
          <a:endParaRPr lang="es-ES"/>
        </a:p>
      </dgm:t>
    </dgm:pt>
    <dgm:pt modelId="{27D16DA8-7427-4485-8D94-833CA79B879C}">
      <dgm:prSet phldrT="[Texto]"/>
      <dgm:spPr/>
      <dgm:t>
        <a:bodyPr/>
        <a:lstStyle/>
        <a:p>
          <a:r>
            <a:rPr lang="es-ES" b="1" dirty="0"/>
            <a:t>CANTIDAD</a:t>
          </a:r>
        </a:p>
      </dgm:t>
    </dgm:pt>
    <dgm:pt modelId="{89F96198-4A07-4BD0-A5EA-572278546BE6}" type="parTrans" cxnId="{1031634A-3175-4F6E-B143-3E770F45EAFC}">
      <dgm:prSet/>
      <dgm:spPr/>
      <dgm:t>
        <a:bodyPr/>
        <a:lstStyle/>
        <a:p>
          <a:endParaRPr lang="es-ES"/>
        </a:p>
      </dgm:t>
    </dgm:pt>
    <dgm:pt modelId="{7546261C-B07F-42D5-B0C8-A1D4F292432F}" type="sibTrans" cxnId="{1031634A-3175-4F6E-B143-3E770F45EAFC}">
      <dgm:prSet/>
      <dgm:spPr/>
      <dgm:t>
        <a:bodyPr/>
        <a:lstStyle/>
        <a:p>
          <a:endParaRPr lang="es-ES"/>
        </a:p>
      </dgm:t>
    </dgm:pt>
    <dgm:pt modelId="{A77ED3AE-DA6B-4B85-A24D-42810DF74F6A}">
      <dgm:prSet phldrT="[Texto]" custT="1"/>
      <dgm:spPr/>
      <dgm:t>
        <a:bodyPr/>
        <a:lstStyle/>
        <a:p>
          <a:r>
            <a:rPr lang="es-ES" sz="2000" b="1" dirty="0"/>
            <a:t>COSTE</a:t>
          </a:r>
        </a:p>
      </dgm:t>
    </dgm:pt>
    <dgm:pt modelId="{370D56CE-CFA3-4470-8E4F-FB6C13F624F8}" type="parTrans" cxnId="{BB4FA6B0-94C2-484E-8B68-AEBD315D5A45}">
      <dgm:prSet/>
      <dgm:spPr/>
      <dgm:t>
        <a:bodyPr/>
        <a:lstStyle/>
        <a:p>
          <a:endParaRPr lang="es-ES"/>
        </a:p>
      </dgm:t>
    </dgm:pt>
    <dgm:pt modelId="{DC1C76EE-BB4C-4249-814F-B56EBC43F301}" type="sibTrans" cxnId="{BB4FA6B0-94C2-484E-8B68-AEBD315D5A45}">
      <dgm:prSet/>
      <dgm:spPr/>
      <dgm:t>
        <a:bodyPr/>
        <a:lstStyle/>
        <a:p>
          <a:endParaRPr lang="es-ES"/>
        </a:p>
      </dgm:t>
    </dgm:pt>
    <dgm:pt modelId="{B1AFABE9-BF28-49B3-8875-D9EC5D41E479}">
      <dgm:prSet phldrT="[Texto]"/>
      <dgm:spPr/>
      <dgm:t>
        <a:bodyPr/>
        <a:lstStyle/>
        <a:p>
          <a:r>
            <a:rPr lang="es-ES" b="1" dirty="0"/>
            <a:t>MATERIALES</a:t>
          </a:r>
        </a:p>
      </dgm:t>
    </dgm:pt>
    <dgm:pt modelId="{6CA7D1EF-F14A-4CE0-9638-87ACBD15D0D7}" type="parTrans" cxnId="{6510B024-8C31-4A74-BD30-866FEC72BD10}">
      <dgm:prSet/>
      <dgm:spPr/>
      <dgm:t>
        <a:bodyPr/>
        <a:lstStyle/>
        <a:p>
          <a:endParaRPr lang="es-ES"/>
        </a:p>
      </dgm:t>
    </dgm:pt>
    <dgm:pt modelId="{6008814C-0437-49A4-B773-E661670AC891}" type="sibTrans" cxnId="{6510B024-8C31-4A74-BD30-866FEC72BD10}">
      <dgm:prSet/>
      <dgm:spPr/>
      <dgm:t>
        <a:bodyPr/>
        <a:lstStyle/>
        <a:p>
          <a:endParaRPr lang="es-ES"/>
        </a:p>
      </dgm:t>
    </dgm:pt>
    <dgm:pt modelId="{9C2FEE75-E34C-4EA9-B640-F4446B5948B4}">
      <dgm:prSet phldrT="[Texto]"/>
      <dgm:spPr/>
      <dgm:t>
        <a:bodyPr/>
        <a:lstStyle/>
        <a:p>
          <a:r>
            <a:rPr lang="es-ES" b="1" dirty="0"/>
            <a:t>EQUIPOS</a:t>
          </a:r>
        </a:p>
      </dgm:t>
    </dgm:pt>
    <dgm:pt modelId="{E3419EBB-718A-404A-B785-32236C0BE060}" type="parTrans" cxnId="{6212633D-5C0F-4E31-B41A-7566AA28E592}">
      <dgm:prSet/>
      <dgm:spPr/>
      <dgm:t>
        <a:bodyPr/>
        <a:lstStyle/>
        <a:p>
          <a:endParaRPr lang="es-ES"/>
        </a:p>
      </dgm:t>
    </dgm:pt>
    <dgm:pt modelId="{D5899A43-599C-4020-8EDE-D88BE932DD64}" type="sibTrans" cxnId="{6212633D-5C0F-4E31-B41A-7566AA28E592}">
      <dgm:prSet/>
      <dgm:spPr/>
      <dgm:t>
        <a:bodyPr/>
        <a:lstStyle/>
        <a:p>
          <a:endParaRPr lang="es-ES"/>
        </a:p>
      </dgm:t>
    </dgm:pt>
    <dgm:pt modelId="{72525312-0631-4288-82A5-F96D01ECE990}">
      <dgm:prSet phldrT="[Texto]"/>
      <dgm:spPr/>
      <dgm:t>
        <a:bodyPr/>
        <a:lstStyle/>
        <a:p>
          <a:r>
            <a:rPr lang="es-ES" b="1" dirty="0"/>
            <a:t>SUMINISTROS</a:t>
          </a:r>
        </a:p>
      </dgm:t>
    </dgm:pt>
    <dgm:pt modelId="{125651C8-4867-4E6D-9D5A-BD51E64BC200}" type="parTrans" cxnId="{D17A8D26-CD7B-493D-BD93-2D34A4DA8012}">
      <dgm:prSet/>
      <dgm:spPr/>
      <dgm:t>
        <a:bodyPr/>
        <a:lstStyle/>
        <a:p>
          <a:endParaRPr lang="es-ES"/>
        </a:p>
      </dgm:t>
    </dgm:pt>
    <dgm:pt modelId="{9589C439-1E86-4680-981F-D7F99823DAFE}" type="sibTrans" cxnId="{D17A8D26-CD7B-493D-BD93-2D34A4DA8012}">
      <dgm:prSet/>
      <dgm:spPr/>
      <dgm:t>
        <a:bodyPr/>
        <a:lstStyle/>
        <a:p>
          <a:endParaRPr lang="es-ES"/>
        </a:p>
      </dgm:t>
    </dgm:pt>
    <dgm:pt modelId="{3F77BA54-64FD-4BAA-8285-873596E31AEE}" type="pres">
      <dgm:prSet presAssocID="{BD648391-432A-483A-8336-445ECC8D77A1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E6700106-0172-46E9-893C-0739D7AD5B78}" type="pres">
      <dgm:prSet presAssocID="{82FD96C1-FA48-47E1-BB41-65E9F2759A2F}" presName="singleCycle" presStyleCnt="0"/>
      <dgm:spPr/>
    </dgm:pt>
    <dgm:pt modelId="{1B4294FD-D352-4BDF-A2BB-C3BB43F0C6F4}" type="pres">
      <dgm:prSet presAssocID="{82FD96C1-FA48-47E1-BB41-65E9F2759A2F}" presName="singleCenter" presStyleLbl="node1" presStyleIdx="0" presStyleCnt="8">
        <dgm:presLayoutVars>
          <dgm:chMax val="7"/>
          <dgm:chPref val="7"/>
        </dgm:presLayoutVars>
      </dgm:prSet>
      <dgm:spPr/>
    </dgm:pt>
    <dgm:pt modelId="{63EF5EB6-F4CF-45CE-AAD7-0134F872C692}" type="pres">
      <dgm:prSet presAssocID="{FBD567BF-41E1-4CD9-9934-D98C85B401F6}" presName="Name56" presStyleLbl="parChTrans1D2" presStyleIdx="0" presStyleCnt="7"/>
      <dgm:spPr/>
    </dgm:pt>
    <dgm:pt modelId="{AE93CF8B-4C19-4F3F-8C77-28AE1615EFFA}" type="pres">
      <dgm:prSet presAssocID="{EEC4B30A-3D13-4F09-9617-34FE2E70CC63}" presName="text0" presStyleLbl="node1" presStyleIdx="1" presStyleCnt="8">
        <dgm:presLayoutVars>
          <dgm:bulletEnabled val="1"/>
        </dgm:presLayoutVars>
      </dgm:prSet>
      <dgm:spPr/>
    </dgm:pt>
    <dgm:pt modelId="{1782769F-A5D2-4CB1-83A5-4E44C95F8CB2}" type="pres">
      <dgm:prSet presAssocID="{903C6D28-0A36-48C6-8A3F-CB611F37CEA9}" presName="Name56" presStyleLbl="parChTrans1D2" presStyleIdx="1" presStyleCnt="7"/>
      <dgm:spPr/>
    </dgm:pt>
    <dgm:pt modelId="{EBC94979-D2DD-4645-9794-C7652D0E6C19}" type="pres">
      <dgm:prSet presAssocID="{F3190147-D366-431A-9ED1-5BDDC252C153}" presName="text0" presStyleLbl="node1" presStyleIdx="2" presStyleCnt="8" custScaleX="197132" custScaleY="94188" custRadScaleRad="130059" custRadScaleInc="30950">
        <dgm:presLayoutVars>
          <dgm:bulletEnabled val="1"/>
        </dgm:presLayoutVars>
      </dgm:prSet>
      <dgm:spPr/>
    </dgm:pt>
    <dgm:pt modelId="{8B7257F5-DCB6-4349-8F5A-F60517DB013E}" type="pres">
      <dgm:prSet presAssocID="{89F96198-4A07-4BD0-A5EA-572278546BE6}" presName="Name56" presStyleLbl="parChTrans1D2" presStyleIdx="2" presStyleCnt="7"/>
      <dgm:spPr/>
    </dgm:pt>
    <dgm:pt modelId="{C3F0AF6D-67B2-48DE-8756-565FC93F23E5}" type="pres">
      <dgm:prSet presAssocID="{27D16DA8-7427-4485-8D94-833CA79B879C}" presName="text0" presStyleLbl="node1" presStyleIdx="3" presStyleCnt="8" custScaleX="143324" custRadScaleRad="114208" custRadScaleInc="10458">
        <dgm:presLayoutVars>
          <dgm:bulletEnabled val="1"/>
        </dgm:presLayoutVars>
      </dgm:prSet>
      <dgm:spPr/>
    </dgm:pt>
    <dgm:pt modelId="{89C2AE90-72E3-42C2-8108-3C4E5E4E6C6D}" type="pres">
      <dgm:prSet presAssocID="{370D56CE-CFA3-4470-8E4F-FB6C13F624F8}" presName="Name56" presStyleLbl="parChTrans1D2" presStyleIdx="3" presStyleCnt="7"/>
      <dgm:spPr/>
    </dgm:pt>
    <dgm:pt modelId="{8DDE099A-BF3B-4937-8192-05A439C184DC}" type="pres">
      <dgm:prSet presAssocID="{A77ED3AE-DA6B-4B85-A24D-42810DF74F6A}" presName="text0" presStyleLbl="node1" presStyleIdx="4" presStyleCnt="8">
        <dgm:presLayoutVars>
          <dgm:bulletEnabled val="1"/>
        </dgm:presLayoutVars>
      </dgm:prSet>
      <dgm:spPr/>
    </dgm:pt>
    <dgm:pt modelId="{207BEEAD-C15F-4AC6-BB70-5A868ECF3F8D}" type="pres">
      <dgm:prSet presAssocID="{6CA7D1EF-F14A-4CE0-9638-87ACBD15D0D7}" presName="Name56" presStyleLbl="parChTrans1D2" presStyleIdx="4" presStyleCnt="7"/>
      <dgm:spPr/>
    </dgm:pt>
    <dgm:pt modelId="{D7F31C14-D255-4C71-B9F1-5B036C39BEBC}" type="pres">
      <dgm:prSet presAssocID="{B1AFABE9-BF28-49B3-8875-D9EC5D41E479}" presName="text0" presStyleLbl="node1" presStyleIdx="5" presStyleCnt="8" custScaleX="153590" custRadScaleRad="103934" custRadScaleInc="35831">
        <dgm:presLayoutVars>
          <dgm:bulletEnabled val="1"/>
        </dgm:presLayoutVars>
      </dgm:prSet>
      <dgm:spPr/>
    </dgm:pt>
    <dgm:pt modelId="{6A072CA9-59FB-4419-BF27-BB2B05A58589}" type="pres">
      <dgm:prSet presAssocID="{E3419EBB-718A-404A-B785-32236C0BE060}" presName="Name56" presStyleLbl="parChTrans1D2" presStyleIdx="5" presStyleCnt="7"/>
      <dgm:spPr/>
    </dgm:pt>
    <dgm:pt modelId="{840146BC-F56D-4696-8EB2-038CBD81FB50}" type="pres">
      <dgm:prSet presAssocID="{9C2FEE75-E34C-4EA9-B640-F4446B5948B4}" presName="text0" presStyleLbl="node1" presStyleIdx="6" presStyleCnt="8" custScaleX="133305" custScaleY="93662" custRadScaleRad="112682" custRadScaleInc="14107">
        <dgm:presLayoutVars>
          <dgm:bulletEnabled val="1"/>
        </dgm:presLayoutVars>
      </dgm:prSet>
      <dgm:spPr/>
    </dgm:pt>
    <dgm:pt modelId="{996FCFF4-6702-4D82-A0B2-C801E1EBB798}" type="pres">
      <dgm:prSet presAssocID="{125651C8-4867-4E6D-9D5A-BD51E64BC200}" presName="Name56" presStyleLbl="parChTrans1D2" presStyleIdx="6" presStyleCnt="7"/>
      <dgm:spPr/>
    </dgm:pt>
    <dgm:pt modelId="{D6025D74-37CA-4AF2-AF75-DA6499BD9EE0}" type="pres">
      <dgm:prSet presAssocID="{72525312-0631-4288-82A5-F96D01ECE990}" presName="text0" presStyleLbl="node1" presStyleIdx="7" presStyleCnt="8" custScaleX="157765" custRadScaleRad="120689" custRadScaleInc="-14583">
        <dgm:presLayoutVars>
          <dgm:bulletEnabled val="1"/>
        </dgm:presLayoutVars>
      </dgm:prSet>
      <dgm:spPr/>
    </dgm:pt>
  </dgm:ptLst>
  <dgm:cxnLst>
    <dgm:cxn modelId="{61A2D00E-CE0B-46E1-89A1-4735AEA2EA6E}" type="presOf" srcId="{27D16DA8-7427-4485-8D94-833CA79B879C}" destId="{C3F0AF6D-67B2-48DE-8756-565FC93F23E5}" srcOrd="0" destOrd="0" presId="urn:microsoft.com/office/officeart/2008/layout/RadialCluster"/>
    <dgm:cxn modelId="{0E83E117-D003-409C-A0E4-67EBBCBDAC8A}" type="presOf" srcId="{E3419EBB-718A-404A-B785-32236C0BE060}" destId="{6A072CA9-59FB-4419-BF27-BB2B05A58589}" srcOrd="0" destOrd="0" presId="urn:microsoft.com/office/officeart/2008/layout/RadialCluster"/>
    <dgm:cxn modelId="{6510B024-8C31-4A74-BD30-866FEC72BD10}" srcId="{82FD96C1-FA48-47E1-BB41-65E9F2759A2F}" destId="{B1AFABE9-BF28-49B3-8875-D9EC5D41E479}" srcOrd="4" destOrd="0" parTransId="{6CA7D1EF-F14A-4CE0-9638-87ACBD15D0D7}" sibTransId="{6008814C-0437-49A4-B773-E661670AC891}"/>
    <dgm:cxn modelId="{D17A8D26-CD7B-493D-BD93-2D34A4DA8012}" srcId="{82FD96C1-FA48-47E1-BB41-65E9F2759A2F}" destId="{72525312-0631-4288-82A5-F96D01ECE990}" srcOrd="6" destOrd="0" parTransId="{125651C8-4867-4E6D-9D5A-BD51E64BC200}" sibTransId="{9589C439-1E86-4680-981F-D7F99823DAFE}"/>
    <dgm:cxn modelId="{6212633D-5C0F-4E31-B41A-7566AA28E592}" srcId="{82FD96C1-FA48-47E1-BB41-65E9F2759A2F}" destId="{9C2FEE75-E34C-4EA9-B640-F4446B5948B4}" srcOrd="5" destOrd="0" parTransId="{E3419EBB-718A-404A-B785-32236C0BE060}" sibTransId="{D5899A43-599C-4020-8EDE-D88BE932DD64}"/>
    <dgm:cxn modelId="{46A0435D-F171-42B9-B295-14FFF2E41E14}" type="presOf" srcId="{82FD96C1-FA48-47E1-BB41-65E9F2759A2F}" destId="{1B4294FD-D352-4BDF-A2BB-C3BB43F0C6F4}" srcOrd="0" destOrd="0" presId="urn:microsoft.com/office/officeart/2008/layout/RadialCluster"/>
    <dgm:cxn modelId="{AA097D49-367B-45B3-869A-D57527CA3368}" type="presOf" srcId="{125651C8-4867-4E6D-9D5A-BD51E64BC200}" destId="{996FCFF4-6702-4D82-A0B2-C801E1EBB798}" srcOrd="0" destOrd="0" presId="urn:microsoft.com/office/officeart/2008/layout/RadialCluster"/>
    <dgm:cxn modelId="{1031634A-3175-4F6E-B143-3E770F45EAFC}" srcId="{82FD96C1-FA48-47E1-BB41-65E9F2759A2F}" destId="{27D16DA8-7427-4485-8D94-833CA79B879C}" srcOrd="2" destOrd="0" parTransId="{89F96198-4A07-4BD0-A5EA-572278546BE6}" sibTransId="{7546261C-B07F-42D5-B0C8-A1D4F292432F}"/>
    <dgm:cxn modelId="{2D54F276-BC74-4B85-BFA3-6B44F4095061}" srcId="{BD648391-432A-483A-8336-445ECC8D77A1}" destId="{82FD96C1-FA48-47E1-BB41-65E9F2759A2F}" srcOrd="0" destOrd="0" parTransId="{61D18961-F808-47F8-B52A-A194B3CD69D6}" sibTransId="{4DDB1D2E-0625-4152-81B3-A8BD4A78EBDF}"/>
    <dgm:cxn modelId="{26E2B387-964B-4DFD-84B0-39F306A911CC}" type="presOf" srcId="{A77ED3AE-DA6B-4B85-A24D-42810DF74F6A}" destId="{8DDE099A-BF3B-4937-8192-05A439C184DC}" srcOrd="0" destOrd="0" presId="urn:microsoft.com/office/officeart/2008/layout/RadialCluster"/>
    <dgm:cxn modelId="{B36D6A8D-04DE-4A1A-9C1F-D6D6D0AAB031}" type="presOf" srcId="{9C2FEE75-E34C-4EA9-B640-F4446B5948B4}" destId="{840146BC-F56D-4696-8EB2-038CBD81FB50}" srcOrd="0" destOrd="0" presId="urn:microsoft.com/office/officeart/2008/layout/RadialCluster"/>
    <dgm:cxn modelId="{34CA1291-BE2E-4963-8962-C955B4CEC475}" srcId="{82FD96C1-FA48-47E1-BB41-65E9F2759A2F}" destId="{EEC4B30A-3D13-4F09-9617-34FE2E70CC63}" srcOrd="0" destOrd="0" parTransId="{FBD567BF-41E1-4CD9-9934-D98C85B401F6}" sibTransId="{6523AD2D-F43A-4A90-97A2-BF23E8B04365}"/>
    <dgm:cxn modelId="{0B4219A2-8B08-4165-9F28-49F9C59054D3}" type="presOf" srcId="{370D56CE-CFA3-4470-8E4F-FB6C13F624F8}" destId="{89C2AE90-72E3-42C2-8108-3C4E5E4E6C6D}" srcOrd="0" destOrd="0" presId="urn:microsoft.com/office/officeart/2008/layout/RadialCluster"/>
    <dgm:cxn modelId="{88B85EA4-826B-4214-8F33-D247B8BECF8E}" type="presOf" srcId="{F3190147-D366-431A-9ED1-5BDDC252C153}" destId="{EBC94979-D2DD-4645-9794-C7652D0E6C19}" srcOrd="0" destOrd="0" presId="urn:microsoft.com/office/officeart/2008/layout/RadialCluster"/>
    <dgm:cxn modelId="{3A3557AD-836F-4EA6-9660-F7C62EF8C7B3}" type="presOf" srcId="{6CA7D1EF-F14A-4CE0-9638-87ACBD15D0D7}" destId="{207BEEAD-C15F-4AC6-BB70-5A868ECF3F8D}" srcOrd="0" destOrd="0" presId="urn:microsoft.com/office/officeart/2008/layout/RadialCluster"/>
    <dgm:cxn modelId="{BB4FA6B0-94C2-484E-8B68-AEBD315D5A45}" srcId="{82FD96C1-FA48-47E1-BB41-65E9F2759A2F}" destId="{A77ED3AE-DA6B-4B85-A24D-42810DF74F6A}" srcOrd="3" destOrd="0" parTransId="{370D56CE-CFA3-4470-8E4F-FB6C13F624F8}" sibTransId="{DC1C76EE-BB4C-4249-814F-B56EBC43F301}"/>
    <dgm:cxn modelId="{C548DDB4-FD7E-4980-9521-13E63A141B14}" srcId="{82FD96C1-FA48-47E1-BB41-65E9F2759A2F}" destId="{F3190147-D366-431A-9ED1-5BDDC252C153}" srcOrd="1" destOrd="0" parTransId="{903C6D28-0A36-48C6-8A3F-CB611F37CEA9}" sibTransId="{3A4AC23F-3EBB-42ED-8671-A978615C8308}"/>
    <dgm:cxn modelId="{AB2083B5-3624-487B-BCD7-A448C7386B6D}" type="presOf" srcId="{903C6D28-0A36-48C6-8A3F-CB611F37CEA9}" destId="{1782769F-A5D2-4CB1-83A5-4E44C95F8CB2}" srcOrd="0" destOrd="0" presId="urn:microsoft.com/office/officeart/2008/layout/RadialCluster"/>
    <dgm:cxn modelId="{F48D51BE-CF07-462E-BF1E-1D5C8BFF9177}" type="presOf" srcId="{B1AFABE9-BF28-49B3-8875-D9EC5D41E479}" destId="{D7F31C14-D255-4C71-B9F1-5B036C39BEBC}" srcOrd="0" destOrd="0" presId="urn:microsoft.com/office/officeart/2008/layout/RadialCluster"/>
    <dgm:cxn modelId="{527D75D0-74DB-42E4-BFBE-74AD938EF29C}" type="presOf" srcId="{BD648391-432A-483A-8336-445ECC8D77A1}" destId="{3F77BA54-64FD-4BAA-8285-873596E31AEE}" srcOrd="0" destOrd="0" presId="urn:microsoft.com/office/officeart/2008/layout/RadialCluster"/>
    <dgm:cxn modelId="{854A3ED3-FD2F-4CE4-8EB4-AA5AFFA95BCA}" type="presOf" srcId="{89F96198-4A07-4BD0-A5EA-572278546BE6}" destId="{8B7257F5-DCB6-4349-8F5A-F60517DB013E}" srcOrd="0" destOrd="0" presId="urn:microsoft.com/office/officeart/2008/layout/RadialCluster"/>
    <dgm:cxn modelId="{06F0C8D4-C35E-4617-B18F-D965466FF975}" type="presOf" srcId="{72525312-0631-4288-82A5-F96D01ECE990}" destId="{D6025D74-37CA-4AF2-AF75-DA6499BD9EE0}" srcOrd="0" destOrd="0" presId="urn:microsoft.com/office/officeart/2008/layout/RadialCluster"/>
    <dgm:cxn modelId="{FCB563E2-6BF0-4DAD-8093-4C9532B58F22}" type="presOf" srcId="{FBD567BF-41E1-4CD9-9934-D98C85B401F6}" destId="{63EF5EB6-F4CF-45CE-AAD7-0134F872C692}" srcOrd="0" destOrd="0" presId="urn:microsoft.com/office/officeart/2008/layout/RadialCluster"/>
    <dgm:cxn modelId="{A1538FFB-396F-4B87-BBD0-25827A527A36}" type="presOf" srcId="{EEC4B30A-3D13-4F09-9617-34FE2E70CC63}" destId="{AE93CF8B-4C19-4F3F-8C77-28AE1615EFFA}" srcOrd="0" destOrd="0" presId="urn:microsoft.com/office/officeart/2008/layout/RadialCluster"/>
    <dgm:cxn modelId="{B423174D-66DA-4232-9085-4A797BF59EAC}" type="presParOf" srcId="{3F77BA54-64FD-4BAA-8285-873596E31AEE}" destId="{E6700106-0172-46E9-893C-0739D7AD5B78}" srcOrd="0" destOrd="0" presId="urn:microsoft.com/office/officeart/2008/layout/RadialCluster"/>
    <dgm:cxn modelId="{749FBE27-4F90-4373-8E49-3F1DE648B9F7}" type="presParOf" srcId="{E6700106-0172-46E9-893C-0739D7AD5B78}" destId="{1B4294FD-D352-4BDF-A2BB-C3BB43F0C6F4}" srcOrd="0" destOrd="0" presId="urn:microsoft.com/office/officeart/2008/layout/RadialCluster"/>
    <dgm:cxn modelId="{3BE5A963-490A-48D1-A6DD-0C55653546EC}" type="presParOf" srcId="{E6700106-0172-46E9-893C-0739D7AD5B78}" destId="{63EF5EB6-F4CF-45CE-AAD7-0134F872C692}" srcOrd="1" destOrd="0" presId="urn:microsoft.com/office/officeart/2008/layout/RadialCluster"/>
    <dgm:cxn modelId="{09168E75-EC0F-4ED6-B6B5-A8F8C982FDA7}" type="presParOf" srcId="{E6700106-0172-46E9-893C-0739D7AD5B78}" destId="{AE93CF8B-4C19-4F3F-8C77-28AE1615EFFA}" srcOrd="2" destOrd="0" presId="urn:microsoft.com/office/officeart/2008/layout/RadialCluster"/>
    <dgm:cxn modelId="{46A7DE2E-1B92-4750-B51D-E8B3E8F6E88B}" type="presParOf" srcId="{E6700106-0172-46E9-893C-0739D7AD5B78}" destId="{1782769F-A5D2-4CB1-83A5-4E44C95F8CB2}" srcOrd="3" destOrd="0" presId="urn:microsoft.com/office/officeart/2008/layout/RadialCluster"/>
    <dgm:cxn modelId="{11DEC1B4-4BF9-446A-AF08-4B4BD40E816F}" type="presParOf" srcId="{E6700106-0172-46E9-893C-0739D7AD5B78}" destId="{EBC94979-D2DD-4645-9794-C7652D0E6C19}" srcOrd="4" destOrd="0" presId="urn:microsoft.com/office/officeart/2008/layout/RadialCluster"/>
    <dgm:cxn modelId="{D1A2B859-E30B-4D1B-B6D9-ED43E8823A26}" type="presParOf" srcId="{E6700106-0172-46E9-893C-0739D7AD5B78}" destId="{8B7257F5-DCB6-4349-8F5A-F60517DB013E}" srcOrd="5" destOrd="0" presId="urn:microsoft.com/office/officeart/2008/layout/RadialCluster"/>
    <dgm:cxn modelId="{4E9E0736-99E6-444A-81E0-49F11E1658D9}" type="presParOf" srcId="{E6700106-0172-46E9-893C-0739D7AD5B78}" destId="{C3F0AF6D-67B2-48DE-8756-565FC93F23E5}" srcOrd="6" destOrd="0" presId="urn:microsoft.com/office/officeart/2008/layout/RadialCluster"/>
    <dgm:cxn modelId="{253A34F2-8DAE-4768-9661-59E423ABD04C}" type="presParOf" srcId="{E6700106-0172-46E9-893C-0739D7AD5B78}" destId="{89C2AE90-72E3-42C2-8108-3C4E5E4E6C6D}" srcOrd="7" destOrd="0" presId="urn:microsoft.com/office/officeart/2008/layout/RadialCluster"/>
    <dgm:cxn modelId="{52DACA4C-4ACF-4769-A4EA-140FE0D26A3C}" type="presParOf" srcId="{E6700106-0172-46E9-893C-0739D7AD5B78}" destId="{8DDE099A-BF3B-4937-8192-05A439C184DC}" srcOrd="8" destOrd="0" presId="urn:microsoft.com/office/officeart/2008/layout/RadialCluster"/>
    <dgm:cxn modelId="{9931B960-E5A5-423C-A6A8-F44853ACDF04}" type="presParOf" srcId="{E6700106-0172-46E9-893C-0739D7AD5B78}" destId="{207BEEAD-C15F-4AC6-BB70-5A868ECF3F8D}" srcOrd="9" destOrd="0" presId="urn:microsoft.com/office/officeart/2008/layout/RadialCluster"/>
    <dgm:cxn modelId="{D928D9F0-71D3-4E05-9DEF-7EA6945C6316}" type="presParOf" srcId="{E6700106-0172-46E9-893C-0739D7AD5B78}" destId="{D7F31C14-D255-4C71-B9F1-5B036C39BEBC}" srcOrd="10" destOrd="0" presId="urn:microsoft.com/office/officeart/2008/layout/RadialCluster"/>
    <dgm:cxn modelId="{7F94A484-F052-41B6-A48F-576E2AEF5911}" type="presParOf" srcId="{E6700106-0172-46E9-893C-0739D7AD5B78}" destId="{6A072CA9-59FB-4419-BF27-BB2B05A58589}" srcOrd="11" destOrd="0" presId="urn:microsoft.com/office/officeart/2008/layout/RadialCluster"/>
    <dgm:cxn modelId="{8A58341C-B6D3-41B6-A5A6-9936CC4C60F2}" type="presParOf" srcId="{E6700106-0172-46E9-893C-0739D7AD5B78}" destId="{840146BC-F56D-4696-8EB2-038CBD81FB50}" srcOrd="12" destOrd="0" presId="urn:microsoft.com/office/officeart/2008/layout/RadialCluster"/>
    <dgm:cxn modelId="{838F49CE-DFD1-4F30-9802-6F3C3D4B0D15}" type="presParOf" srcId="{E6700106-0172-46E9-893C-0739D7AD5B78}" destId="{996FCFF4-6702-4D82-A0B2-C801E1EBB798}" srcOrd="13" destOrd="0" presId="urn:microsoft.com/office/officeart/2008/layout/RadialCluster"/>
    <dgm:cxn modelId="{D2B0EE87-DFF2-475B-9D55-2F8C10129EAF}" type="presParOf" srcId="{E6700106-0172-46E9-893C-0739D7AD5B78}" destId="{D6025D74-37CA-4AF2-AF75-DA6499BD9EE0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494F9-BBC6-9B4D-ABE0-28B7062A7EEA}">
      <dsp:nvSpPr>
        <dsp:cNvPr id="0" name=""/>
        <dsp:cNvSpPr/>
      </dsp:nvSpPr>
      <dsp:spPr>
        <a:xfrm>
          <a:off x="0" y="490"/>
          <a:ext cx="74868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AA673-A6AE-2E48-9396-AEC5BB305A0E}">
      <dsp:nvSpPr>
        <dsp:cNvPr id="0" name=""/>
        <dsp:cNvSpPr/>
      </dsp:nvSpPr>
      <dsp:spPr>
        <a:xfrm>
          <a:off x="0" y="49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Introducción</a:t>
          </a:r>
          <a:endParaRPr lang="es-ES" sz="2600" kern="1200" dirty="0"/>
        </a:p>
      </dsp:txBody>
      <dsp:txXfrm>
        <a:off x="0" y="490"/>
        <a:ext cx="7486835" cy="573856"/>
      </dsp:txXfrm>
    </dsp:sp>
    <dsp:sp modelId="{8A1907C4-BE20-C143-831F-BE43804AAE5C}">
      <dsp:nvSpPr>
        <dsp:cNvPr id="0" name=""/>
        <dsp:cNvSpPr/>
      </dsp:nvSpPr>
      <dsp:spPr>
        <a:xfrm>
          <a:off x="0" y="574347"/>
          <a:ext cx="7486835" cy="0"/>
        </a:xfrm>
        <a:prstGeom prst="line">
          <a:avLst/>
        </a:prstGeom>
        <a:solidFill>
          <a:schemeClr val="accent3">
            <a:hueOff val="423532"/>
            <a:satOff val="-4287"/>
            <a:lumOff val="-163"/>
            <a:alphaOff val="0"/>
          </a:schemeClr>
        </a:solidFill>
        <a:ln w="12700" cap="flat" cmpd="sng" algn="ctr">
          <a:solidFill>
            <a:schemeClr val="accent3">
              <a:hueOff val="423532"/>
              <a:satOff val="-4287"/>
              <a:lumOff val="-1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76393-A906-B54E-9D0F-0D779BE1191B}">
      <dsp:nvSpPr>
        <dsp:cNvPr id="0" name=""/>
        <dsp:cNvSpPr/>
      </dsp:nvSpPr>
      <dsp:spPr>
        <a:xfrm>
          <a:off x="0" y="574347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Planificación de gestión del cronograma</a:t>
          </a:r>
          <a:endParaRPr lang="es-ES" sz="2600" kern="1200" dirty="0"/>
        </a:p>
      </dsp:txBody>
      <dsp:txXfrm>
        <a:off x="0" y="574347"/>
        <a:ext cx="7486835" cy="573856"/>
      </dsp:txXfrm>
    </dsp:sp>
    <dsp:sp modelId="{E12A7E71-0496-E24E-8427-F2A39A7D3B01}">
      <dsp:nvSpPr>
        <dsp:cNvPr id="0" name=""/>
        <dsp:cNvSpPr/>
      </dsp:nvSpPr>
      <dsp:spPr>
        <a:xfrm>
          <a:off x="0" y="1148203"/>
          <a:ext cx="7486835" cy="0"/>
        </a:xfrm>
        <a:prstGeom prst="line">
          <a:avLst/>
        </a:prstGeom>
        <a:solidFill>
          <a:schemeClr val="accent3">
            <a:hueOff val="847064"/>
            <a:satOff val="-8573"/>
            <a:lumOff val="-327"/>
            <a:alphaOff val="0"/>
          </a:schemeClr>
        </a:solidFill>
        <a:ln w="12700" cap="flat" cmpd="sng" algn="ctr">
          <a:solidFill>
            <a:schemeClr val="accent3">
              <a:hueOff val="847064"/>
              <a:satOff val="-8573"/>
              <a:lumOff val="-3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DB1A7-B74B-BB45-B47C-A23116E6CC26}">
      <dsp:nvSpPr>
        <dsp:cNvPr id="0" name=""/>
        <dsp:cNvSpPr/>
      </dsp:nvSpPr>
      <dsp:spPr>
        <a:xfrm>
          <a:off x="0" y="1148203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Definición de las actividades</a:t>
          </a:r>
          <a:endParaRPr lang="es-ES" sz="2600" kern="1200" dirty="0"/>
        </a:p>
      </dsp:txBody>
      <dsp:txXfrm>
        <a:off x="0" y="1148203"/>
        <a:ext cx="7486835" cy="573856"/>
      </dsp:txXfrm>
    </dsp:sp>
    <dsp:sp modelId="{4E07894A-13F3-F14A-865D-A25A96BD58C8}">
      <dsp:nvSpPr>
        <dsp:cNvPr id="0" name=""/>
        <dsp:cNvSpPr/>
      </dsp:nvSpPr>
      <dsp:spPr>
        <a:xfrm>
          <a:off x="0" y="1722060"/>
          <a:ext cx="7486835" cy="0"/>
        </a:xfrm>
        <a:prstGeom prst="line">
          <a:avLst/>
        </a:prstGeom>
        <a:solidFill>
          <a:schemeClr val="accent3">
            <a:hueOff val="1270596"/>
            <a:satOff val="-12860"/>
            <a:lumOff val="-490"/>
            <a:alphaOff val="0"/>
          </a:schemeClr>
        </a:solidFill>
        <a:ln w="12700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8D550-DCAE-D44A-A74E-9BF77D5CD94B}">
      <dsp:nvSpPr>
        <dsp:cNvPr id="0" name=""/>
        <dsp:cNvSpPr/>
      </dsp:nvSpPr>
      <dsp:spPr>
        <a:xfrm>
          <a:off x="0" y="172206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Secuenciación de las actividades</a:t>
          </a:r>
          <a:endParaRPr lang="es-ES" sz="2600" kern="1200" dirty="0"/>
        </a:p>
      </dsp:txBody>
      <dsp:txXfrm>
        <a:off x="0" y="1722060"/>
        <a:ext cx="7486835" cy="573856"/>
      </dsp:txXfrm>
    </dsp:sp>
    <dsp:sp modelId="{B2F277F3-7CF1-994E-B28A-0B3155C31199}">
      <dsp:nvSpPr>
        <dsp:cNvPr id="0" name=""/>
        <dsp:cNvSpPr/>
      </dsp:nvSpPr>
      <dsp:spPr>
        <a:xfrm>
          <a:off x="0" y="2295917"/>
          <a:ext cx="7486835" cy="0"/>
        </a:xfrm>
        <a:prstGeom prst="line">
          <a:avLst/>
        </a:prstGeom>
        <a:solidFill>
          <a:schemeClr val="accent3">
            <a:hueOff val="1694129"/>
            <a:satOff val="-17147"/>
            <a:lumOff val="-653"/>
            <a:alphaOff val="0"/>
          </a:schemeClr>
        </a:solidFill>
        <a:ln w="12700" cap="flat" cmpd="sng" algn="ctr">
          <a:solidFill>
            <a:schemeClr val="accent3">
              <a:hueOff val="1694129"/>
              <a:satOff val="-17147"/>
              <a:lumOff val="-6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95917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Estimación de recursos</a:t>
          </a:r>
          <a:endParaRPr lang="es-ES" sz="2600" kern="1200" dirty="0"/>
        </a:p>
      </dsp:txBody>
      <dsp:txXfrm>
        <a:off x="0" y="2295917"/>
        <a:ext cx="7486835" cy="573856"/>
      </dsp:txXfrm>
    </dsp:sp>
    <dsp:sp modelId="{A688A7E7-CA0E-1641-AF9E-C9A0E85DD3A1}">
      <dsp:nvSpPr>
        <dsp:cNvPr id="0" name=""/>
        <dsp:cNvSpPr/>
      </dsp:nvSpPr>
      <dsp:spPr>
        <a:xfrm>
          <a:off x="0" y="2869774"/>
          <a:ext cx="7486835" cy="0"/>
        </a:xfrm>
        <a:prstGeom prst="line">
          <a:avLst/>
        </a:prstGeom>
        <a:solidFill>
          <a:schemeClr val="accent3">
            <a:hueOff val="2117661"/>
            <a:satOff val="-21433"/>
            <a:lumOff val="-817"/>
            <a:alphaOff val="0"/>
          </a:schemeClr>
        </a:solidFill>
        <a:ln w="12700" cap="flat" cmpd="sng" algn="ctr">
          <a:solidFill>
            <a:schemeClr val="accent3">
              <a:hueOff val="2117661"/>
              <a:satOff val="-21433"/>
              <a:lumOff val="-8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01D77-C28D-B644-8648-8F73ED9611F3}">
      <dsp:nvSpPr>
        <dsp:cNvPr id="0" name=""/>
        <dsp:cNvSpPr/>
      </dsp:nvSpPr>
      <dsp:spPr>
        <a:xfrm>
          <a:off x="0" y="2869774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Estimar la duración de las actividades</a:t>
          </a:r>
          <a:endParaRPr lang="es-ES" sz="2600" kern="1200" dirty="0"/>
        </a:p>
      </dsp:txBody>
      <dsp:txXfrm>
        <a:off x="0" y="2869774"/>
        <a:ext cx="7486835" cy="573856"/>
      </dsp:txXfrm>
    </dsp:sp>
    <dsp:sp modelId="{312F3601-93C8-FA42-994F-68F6D704B0A6}">
      <dsp:nvSpPr>
        <dsp:cNvPr id="0" name=""/>
        <dsp:cNvSpPr/>
      </dsp:nvSpPr>
      <dsp:spPr>
        <a:xfrm>
          <a:off x="0" y="3443630"/>
          <a:ext cx="7486835" cy="0"/>
        </a:xfrm>
        <a:prstGeom prst="line">
          <a:avLst/>
        </a:prstGeom>
        <a:solidFill>
          <a:schemeClr val="accent3">
            <a:hueOff val="2541193"/>
            <a:satOff val="-25720"/>
            <a:lumOff val="-980"/>
            <a:alphaOff val="0"/>
          </a:schemeClr>
        </a:solidFill>
        <a:ln w="12700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4C8BD-B37E-CA42-A239-80B4EB836B23}">
      <dsp:nvSpPr>
        <dsp:cNvPr id="0" name=""/>
        <dsp:cNvSpPr/>
      </dsp:nvSpPr>
      <dsp:spPr>
        <a:xfrm>
          <a:off x="0" y="344363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Generación del cronograma</a:t>
          </a:r>
          <a:endParaRPr lang="es-ES" sz="2600" kern="1200" dirty="0"/>
        </a:p>
      </dsp:txBody>
      <dsp:txXfrm>
        <a:off x="0" y="3443630"/>
        <a:ext cx="7486835" cy="5738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6FB632-B309-4D7F-A2A5-A4A58B0B1746}">
      <dsp:nvSpPr>
        <dsp:cNvPr id="0" name=""/>
        <dsp:cNvSpPr/>
      </dsp:nvSpPr>
      <dsp:spPr>
        <a:xfrm>
          <a:off x="-4860282" y="-744839"/>
          <a:ext cx="5788742" cy="5788742"/>
        </a:xfrm>
        <a:prstGeom prst="blockArc">
          <a:avLst>
            <a:gd name="adj1" fmla="val 18900000"/>
            <a:gd name="adj2" fmla="val 2700000"/>
            <a:gd name="adj3" fmla="val 373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D473E4-E7A7-437F-838B-2319AA384876}">
      <dsp:nvSpPr>
        <dsp:cNvPr id="0" name=""/>
        <dsp:cNvSpPr/>
      </dsp:nvSpPr>
      <dsp:spPr>
        <a:xfrm>
          <a:off x="597138" y="429906"/>
          <a:ext cx="7158326" cy="8598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47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 err="1"/>
            <a:t>Administar</a:t>
          </a:r>
          <a:r>
            <a:rPr lang="es-ES" sz="2500" kern="1200" dirty="0"/>
            <a:t> la duración de las actividades involucradas.</a:t>
          </a:r>
        </a:p>
      </dsp:txBody>
      <dsp:txXfrm>
        <a:off x="597138" y="429906"/>
        <a:ext cx="7158326" cy="859812"/>
      </dsp:txXfrm>
    </dsp:sp>
    <dsp:sp modelId="{B5F74ACA-CB19-49B1-B254-DB348DEF0350}">
      <dsp:nvSpPr>
        <dsp:cNvPr id="0" name=""/>
        <dsp:cNvSpPr/>
      </dsp:nvSpPr>
      <dsp:spPr>
        <a:xfrm>
          <a:off x="59755" y="322429"/>
          <a:ext cx="1074766" cy="10747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5BC3C-0C7B-4A38-B527-94005CA7E140}">
      <dsp:nvSpPr>
        <dsp:cNvPr id="0" name=""/>
        <dsp:cNvSpPr/>
      </dsp:nvSpPr>
      <dsp:spPr>
        <a:xfrm>
          <a:off x="909679" y="1719625"/>
          <a:ext cx="6845784" cy="8598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47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Asegurar que las distintas tareas se realizan en el tiempo estimado.</a:t>
          </a:r>
        </a:p>
      </dsp:txBody>
      <dsp:txXfrm>
        <a:off x="909679" y="1719625"/>
        <a:ext cx="6845784" cy="859812"/>
      </dsp:txXfrm>
    </dsp:sp>
    <dsp:sp modelId="{40C456DC-EBB9-4AD4-9C4C-DF11D31C3FC5}">
      <dsp:nvSpPr>
        <dsp:cNvPr id="0" name=""/>
        <dsp:cNvSpPr/>
      </dsp:nvSpPr>
      <dsp:spPr>
        <a:xfrm>
          <a:off x="372296" y="1612149"/>
          <a:ext cx="1074766" cy="10747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BA3B9-58A9-4BBF-B2DB-7DD3314E9C14}">
      <dsp:nvSpPr>
        <dsp:cNvPr id="0" name=""/>
        <dsp:cNvSpPr/>
      </dsp:nvSpPr>
      <dsp:spPr>
        <a:xfrm>
          <a:off x="597138" y="3009344"/>
          <a:ext cx="7158326" cy="8598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2476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/>
            <a:t>Generar el cronograma del proyecto.</a:t>
          </a:r>
        </a:p>
      </dsp:txBody>
      <dsp:txXfrm>
        <a:off x="597138" y="3009344"/>
        <a:ext cx="7158326" cy="859812"/>
      </dsp:txXfrm>
    </dsp:sp>
    <dsp:sp modelId="{D253C396-2655-450C-AF37-F1FE67045C68}">
      <dsp:nvSpPr>
        <dsp:cNvPr id="0" name=""/>
        <dsp:cNvSpPr/>
      </dsp:nvSpPr>
      <dsp:spPr>
        <a:xfrm>
          <a:off x="59755" y="2901868"/>
          <a:ext cx="1074766" cy="107476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2D8B79-1D2A-4740-B72A-F8E053CFBC4E}">
      <dsp:nvSpPr>
        <dsp:cNvPr id="0" name=""/>
        <dsp:cNvSpPr/>
      </dsp:nvSpPr>
      <dsp:spPr>
        <a:xfrm>
          <a:off x="0" y="112821"/>
          <a:ext cx="834887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Desarrollo del modelo de programación del proyecto</a:t>
          </a:r>
        </a:p>
      </dsp:txBody>
      <dsp:txXfrm>
        <a:off x="24588" y="137409"/>
        <a:ext cx="8299694" cy="454509"/>
      </dsp:txXfrm>
    </dsp:sp>
    <dsp:sp modelId="{C697C72C-85FC-49E8-93C2-C0C4DEB8F114}">
      <dsp:nvSpPr>
        <dsp:cNvPr id="0" name=""/>
        <dsp:cNvSpPr/>
      </dsp:nvSpPr>
      <dsp:spPr>
        <a:xfrm>
          <a:off x="0" y="616506"/>
          <a:ext cx="834887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07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 dirty="0"/>
            <a:t>Microsoft Project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 dirty="0"/>
            <a:t>Microsoft Excel</a:t>
          </a:r>
        </a:p>
      </dsp:txBody>
      <dsp:txXfrm>
        <a:off x="0" y="616506"/>
        <a:ext cx="8348870" cy="554242"/>
      </dsp:txXfrm>
    </dsp:sp>
    <dsp:sp modelId="{62B4C101-867B-42E7-81DC-21A46F4951FF}">
      <dsp:nvSpPr>
        <dsp:cNvPr id="0" name=""/>
        <dsp:cNvSpPr/>
      </dsp:nvSpPr>
      <dsp:spPr>
        <a:xfrm>
          <a:off x="0" y="1168109"/>
          <a:ext cx="834887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Nivel de exactitud</a:t>
          </a:r>
        </a:p>
      </dsp:txBody>
      <dsp:txXfrm>
        <a:off x="24588" y="1192697"/>
        <a:ext cx="8299694" cy="454509"/>
      </dsp:txXfrm>
    </dsp:sp>
    <dsp:sp modelId="{B68C0A58-CDB3-4F4D-9DE9-D8CCF4C597E7}">
      <dsp:nvSpPr>
        <dsp:cNvPr id="0" name=""/>
        <dsp:cNvSpPr/>
      </dsp:nvSpPr>
      <dsp:spPr>
        <a:xfrm>
          <a:off x="0" y="1674433"/>
          <a:ext cx="834887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07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 dirty="0"/>
            <a:t>Método de los tres valores</a:t>
          </a:r>
        </a:p>
      </dsp:txBody>
      <dsp:txXfrm>
        <a:off x="0" y="1674433"/>
        <a:ext cx="8348870" cy="347760"/>
      </dsp:txXfrm>
    </dsp:sp>
    <dsp:sp modelId="{0E9F49E5-5629-45D1-92CD-03BEED36B0D2}">
      <dsp:nvSpPr>
        <dsp:cNvPr id="0" name=""/>
        <dsp:cNvSpPr/>
      </dsp:nvSpPr>
      <dsp:spPr>
        <a:xfrm>
          <a:off x="0" y="2022193"/>
          <a:ext cx="834887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Unidades de medida</a:t>
          </a:r>
        </a:p>
      </dsp:txBody>
      <dsp:txXfrm>
        <a:off x="24588" y="2046781"/>
        <a:ext cx="8299694" cy="454509"/>
      </dsp:txXfrm>
    </dsp:sp>
    <dsp:sp modelId="{17EA012C-A15C-4749-8EF3-41CC244E19FA}">
      <dsp:nvSpPr>
        <dsp:cNvPr id="0" name=""/>
        <dsp:cNvSpPr/>
      </dsp:nvSpPr>
      <dsp:spPr>
        <a:xfrm>
          <a:off x="0" y="2525878"/>
          <a:ext cx="834887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07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 dirty="0"/>
            <a:t> Días</a:t>
          </a:r>
        </a:p>
      </dsp:txBody>
      <dsp:txXfrm>
        <a:off x="0" y="2525878"/>
        <a:ext cx="8348870" cy="347760"/>
      </dsp:txXfrm>
    </dsp:sp>
    <dsp:sp modelId="{2541BE36-E843-46F9-9E77-EC7C5B8A5143}">
      <dsp:nvSpPr>
        <dsp:cNvPr id="0" name=""/>
        <dsp:cNvSpPr/>
      </dsp:nvSpPr>
      <dsp:spPr>
        <a:xfrm>
          <a:off x="0" y="2873638"/>
          <a:ext cx="834887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Umbrales de control</a:t>
          </a:r>
        </a:p>
      </dsp:txBody>
      <dsp:txXfrm>
        <a:off x="24588" y="2898226"/>
        <a:ext cx="8299694" cy="454509"/>
      </dsp:txXfrm>
    </dsp:sp>
    <dsp:sp modelId="{A82295D7-EE3B-40E6-983E-2F6A9A1B2C83}">
      <dsp:nvSpPr>
        <dsp:cNvPr id="0" name=""/>
        <dsp:cNvSpPr/>
      </dsp:nvSpPr>
      <dsp:spPr>
        <a:xfrm>
          <a:off x="0" y="3377323"/>
          <a:ext cx="8348870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507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 dirty="0"/>
            <a:t>Tiempo optimista: 10% antes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600" kern="1200" dirty="0"/>
            <a:t>Tiempo pesimista: 25% más tarde</a:t>
          </a:r>
        </a:p>
      </dsp:txBody>
      <dsp:txXfrm>
        <a:off x="0" y="3377323"/>
        <a:ext cx="8348870" cy="554242"/>
      </dsp:txXfrm>
    </dsp:sp>
    <dsp:sp modelId="{0BB93AE8-B2E0-4D14-893D-2AC3EA597120}">
      <dsp:nvSpPr>
        <dsp:cNvPr id="0" name=""/>
        <dsp:cNvSpPr/>
      </dsp:nvSpPr>
      <dsp:spPr>
        <a:xfrm>
          <a:off x="0" y="3931566"/>
          <a:ext cx="834887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Formatos de los informes</a:t>
          </a:r>
        </a:p>
      </dsp:txBody>
      <dsp:txXfrm>
        <a:off x="24588" y="3956154"/>
        <a:ext cx="8299694" cy="4545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74412F-2789-4779-90B9-FCDBAFA7F015}">
      <dsp:nvSpPr>
        <dsp:cNvPr id="0" name=""/>
        <dsp:cNvSpPr/>
      </dsp:nvSpPr>
      <dsp:spPr>
        <a:xfrm>
          <a:off x="293643" y="1278"/>
          <a:ext cx="2882929" cy="17297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Descomposición del EDT</a:t>
          </a:r>
        </a:p>
      </dsp:txBody>
      <dsp:txXfrm>
        <a:off x="293643" y="1278"/>
        <a:ext cx="2882929" cy="1729757"/>
      </dsp:txXfrm>
    </dsp:sp>
    <dsp:sp modelId="{FC38E372-0BDA-4B14-952D-B7CEA6BA597F}">
      <dsp:nvSpPr>
        <dsp:cNvPr id="0" name=""/>
        <dsp:cNvSpPr/>
      </dsp:nvSpPr>
      <dsp:spPr>
        <a:xfrm>
          <a:off x="3464865" y="1278"/>
          <a:ext cx="2882929" cy="17297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Planificación gradual</a:t>
          </a:r>
        </a:p>
      </dsp:txBody>
      <dsp:txXfrm>
        <a:off x="3464865" y="1278"/>
        <a:ext cx="2882929" cy="1729757"/>
      </dsp:txXfrm>
    </dsp:sp>
    <dsp:sp modelId="{FCBCF028-D548-47E6-8C74-B9EA7E96229A}">
      <dsp:nvSpPr>
        <dsp:cNvPr id="0" name=""/>
        <dsp:cNvSpPr/>
      </dsp:nvSpPr>
      <dsp:spPr>
        <a:xfrm>
          <a:off x="293643" y="2019328"/>
          <a:ext cx="2882929" cy="17297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Entregables</a:t>
          </a:r>
        </a:p>
      </dsp:txBody>
      <dsp:txXfrm>
        <a:off x="293643" y="2019328"/>
        <a:ext cx="2882929" cy="1729757"/>
      </dsp:txXfrm>
    </dsp:sp>
    <dsp:sp modelId="{78535C47-D73C-447A-A0ED-5CDD7DD85466}">
      <dsp:nvSpPr>
        <dsp:cNvPr id="0" name=""/>
        <dsp:cNvSpPr/>
      </dsp:nvSpPr>
      <dsp:spPr>
        <a:xfrm>
          <a:off x="3464865" y="2019328"/>
          <a:ext cx="2882929" cy="17297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threePt" dir="t"/>
        </a:scene3d>
        <a:sp3d>
          <a:bevelT w="508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/>
            <a:t>Correcta comprensión de la evolución del proyecto</a:t>
          </a:r>
        </a:p>
      </dsp:txBody>
      <dsp:txXfrm>
        <a:off x="3464865" y="2019328"/>
        <a:ext cx="2882929" cy="17297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0494F9-BBC6-9B4D-ABE0-28B7062A7EEA}">
      <dsp:nvSpPr>
        <dsp:cNvPr id="0" name=""/>
        <dsp:cNvSpPr/>
      </dsp:nvSpPr>
      <dsp:spPr>
        <a:xfrm>
          <a:off x="0" y="490"/>
          <a:ext cx="748683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AA673-A6AE-2E48-9396-AEC5BB305A0E}">
      <dsp:nvSpPr>
        <dsp:cNvPr id="0" name=""/>
        <dsp:cNvSpPr/>
      </dsp:nvSpPr>
      <dsp:spPr>
        <a:xfrm>
          <a:off x="0" y="49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Introducción</a:t>
          </a:r>
          <a:endParaRPr lang="es-ES" sz="2600" kern="1200" dirty="0"/>
        </a:p>
      </dsp:txBody>
      <dsp:txXfrm>
        <a:off x="0" y="490"/>
        <a:ext cx="7486835" cy="573856"/>
      </dsp:txXfrm>
    </dsp:sp>
    <dsp:sp modelId="{8A1907C4-BE20-C143-831F-BE43804AAE5C}">
      <dsp:nvSpPr>
        <dsp:cNvPr id="0" name=""/>
        <dsp:cNvSpPr/>
      </dsp:nvSpPr>
      <dsp:spPr>
        <a:xfrm>
          <a:off x="0" y="574347"/>
          <a:ext cx="7486835" cy="0"/>
        </a:xfrm>
        <a:prstGeom prst="line">
          <a:avLst/>
        </a:prstGeom>
        <a:solidFill>
          <a:schemeClr val="accent3">
            <a:hueOff val="423532"/>
            <a:satOff val="-4287"/>
            <a:lumOff val="-163"/>
            <a:alphaOff val="0"/>
          </a:schemeClr>
        </a:solidFill>
        <a:ln w="12700" cap="flat" cmpd="sng" algn="ctr">
          <a:solidFill>
            <a:schemeClr val="accent3">
              <a:hueOff val="423532"/>
              <a:satOff val="-4287"/>
              <a:lumOff val="-1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76393-A906-B54E-9D0F-0D779BE1191B}">
      <dsp:nvSpPr>
        <dsp:cNvPr id="0" name=""/>
        <dsp:cNvSpPr/>
      </dsp:nvSpPr>
      <dsp:spPr>
        <a:xfrm>
          <a:off x="0" y="574347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Planificación de gestión del cronograma</a:t>
          </a:r>
          <a:endParaRPr lang="es-ES" sz="2600" kern="1200" dirty="0"/>
        </a:p>
      </dsp:txBody>
      <dsp:txXfrm>
        <a:off x="0" y="574347"/>
        <a:ext cx="7486835" cy="573856"/>
      </dsp:txXfrm>
    </dsp:sp>
    <dsp:sp modelId="{E12A7E71-0496-E24E-8427-F2A39A7D3B01}">
      <dsp:nvSpPr>
        <dsp:cNvPr id="0" name=""/>
        <dsp:cNvSpPr/>
      </dsp:nvSpPr>
      <dsp:spPr>
        <a:xfrm>
          <a:off x="0" y="1148203"/>
          <a:ext cx="7486835" cy="0"/>
        </a:xfrm>
        <a:prstGeom prst="line">
          <a:avLst/>
        </a:prstGeom>
        <a:solidFill>
          <a:schemeClr val="accent3">
            <a:hueOff val="847064"/>
            <a:satOff val="-8573"/>
            <a:lumOff val="-327"/>
            <a:alphaOff val="0"/>
          </a:schemeClr>
        </a:solidFill>
        <a:ln w="12700" cap="flat" cmpd="sng" algn="ctr">
          <a:solidFill>
            <a:schemeClr val="accent3">
              <a:hueOff val="847064"/>
              <a:satOff val="-8573"/>
              <a:lumOff val="-3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DB1A7-B74B-BB45-B47C-A23116E6CC26}">
      <dsp:nvSpPr>
        <dsp:cNvPr id="0" name=""/>
        <dsp:cNvSpPr/>
      </dsp:nvSpPr>
      <dsp:spPr>
        <a:xfrm>
          <a:off x="0" y="1148203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Definición de las actividades</a:t>
          </a:r>
          <a:endParaRPr lang="es-ES" sz="2600" kern="1200" dirty="0"/>
        </a:p>
      </dsp:txBody>
      <dsp:txXfrm>
        <a:off x="0" y="1148203"/>
        <a:ext cx="7486835" cy="573856"/>
      </dsp:txXfrm>
    </dsp:sp>
    <dsp:sp modelId="{4E07894A-13F3-F14A-865D-A25A96BD58C8}">
      <dsp:nvSpPr>
        <dsp:cNvPr id="0" name=""/>
        <dsp:cNvSpPr/>
      </dsp:nvSpPr>
      <dsp:spPr>
        <a:xfrm>
          <a:off x="0" y="1722060"/>
          <a:ext cx="7486835" cy="0"/>
        </a:xfrm>
        <a:prstGeom prst="line">
          <a:avLst/>
        </a:prstGeom>
        <a:solidFill>
          <a:schemeClr val="accent3">
            <a:hueOff val="1270596"/>
            <a:satOff val="-12860"/>
            <a:lumOff val="-490"/>
            <a:alphaOff val="0"/>
          </a:schemeClr>
        </a:solidFill>
        <a:ln w="12700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8D550-DCAE-D44A-A74E-9BF77D5CD94B}">
      <dsp:nvSpPr>
        <dsp:cNvPr id="0" name=""/>
        <dsp:cNvSpPr/>
      </dsp:nvSpPr>
      <dsp:spPr>
        <a:xfrm>
          <a:off x="0" y="172206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Secuenciación de las actividades</a:t>
          </a:r>
          <a:endParaRPr lang="es-ES" sz="2600" kern="1200" dirty="0"/>
        </a:p>
      </dsp:txBody>
      <dsp:txXfrm>
        <a:off x="0" y="1722060"/>
        <a:ext cx="7486835" cy="573856"/>
      </dsp:txXfrm>
    </dsp:sp>
    <dsp:sp modelId="{B2F277F3-7CF1-994E-B28A-0B3155C31199}">
      <dsp:nvSpPr>
        <dsp:cNvPr id="0" name=""/>
        <dsp:cNvSpPr/>
      </dsp:nvSpPr>
      <dsp:spPr>
        <a:xfrm>
          <a:off x="0" y="2295917"/>
          <a:ext cx="7486835" cy="0"/>
        </a:xfrm>
        <a:prstGeom prst="line">
          <a:avLst/>
        </a:prstGeom>
        <a:solidFill>
          <a:schemeClr val="accent3">
            <a:hueOff val="1694129"/>
            <a:satOff val="-17147"/>
            <a:lumOff val="-653"/>
            <a:alphaOff val="0"/>
          </a:schemeClr>
        </a:solidFill>
        <a:ln w="12700" cap="flat" cmpd="sng" algn="ctr">
          <a:solidFill>
            <a:schemeClr val="accent3">
              <a:hueOff val="1694129"/>
              <a:satOff val="-17147"/>
              <a:lumOff val="-6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1002C-403A-A043-B663-E6FEB51C2557}">
      <dsp:nvSpPr>
        <dsp:cNvPr id="0" name=""/>
        <dsp:cNvSpPr/>
      </dsp:nvSpPr>
      <dsp:spPr>
        <a:xfrm>
          <a:off x="0" y="2295917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Estimación de recursos</a:t>
          </a:r>
          <a:endParaRPr lang="es-ES" sz="2600" kern="1200" dirty="0"/>
        </a:p>
      </dsp:txBody>
      <dsp:txXfrm>
        <a:off x="0" y="2295917"/>
        <a:ext cx="7486835" cy="573856"/>
      </dsp:txXfrm>
    </dsp:sp>
    <dsp:sp modelId="{A688A7E7-CA0E-1641-AF9E-C9A0E85DD3A1}">
      <dsp:nvSpPr>
        <dsp:cNvPr id="0" name=""/>
        <dsp:cNvSpPr/>
      </dsp:nvSpPr>
      <dsp:spPr>
        <a:xfrm>
          <a:off x="0" y="2869774"/>
          <a:ext cx="7486835" cy="0"/>
        </a:xfrm>
        <a:prstGeom prst="line">
          <a:avLst/>
        </a:prstGeom>
        <a:solidFill>
          <a:schemeClr val="accent3">
            <a:hueOff val="2117661"/>
            <a:satOff val="-21433"/>
            <a:lumOff val="-817"/>
            <a:alphaOff val="0"/>
          </a:schemeClr>
        </a:solidFill>
        <a:ln w="12700" cap="flat" cmpd="sng" algn="ctr">
          <a:solidFill>
            <a:schemeClr val="accent3">
              <a:hueOff val="2117661"/>
              <a:satOff val="-21433"/>
              <a:lumOff val="-8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01D77-C28D-B644-8648-8F73ED9611F3}">
      <dsp:nvSpPr>
        <dsp:cNvPr id="0" name=""/>
        <dsp:cNvSpPr/>
      </dsp:nvSpPr>
      <dsp:spPr>
        <a:xfrm>
          <a:off x="0" y="2869774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Estimar la duración de las actividades</a:t>
          </a:r>
          <a:endParaRPr lang="es-ES" sz="2600" kern="1200" dirty="0"/>
        </a:p>
      </dsp:txBody>
      <dsp:txXfrm>
        <a:off x="0" y="2869774"/>
        <a:ext cx="7486835" cy="573856"/>
      </dsp:txXfrm>
    </dsp:sp>
    <dsp:sp modelId="{312F3601-93C8-FA42-994F-68F6D704B0A6}">
      <dsp:nvSpPr>
        <dsp:cNvPr id="0" name=""/>
        <dsp:cNvSpPr/>
      </dsp:nvSpPr>
      <dsp:spPr>
        <a:xfrm>
          <a:off x="0" y="3443630"/>
          <a:ext cx="7486835" cy="0"/>
        </a:xfrm>
        <a:prstGeom prst="line">
          <a:avLst/>
        </a:prstGeom>
        <a:solidFill>
          <a:schemeClr val="accent3">
            <a:hueOff val="2541193"/>
            <a:satOff val="-25720"/>
            <a:lumOff val="-980"/>
            <a:alphaOff val="0"/>
          </a:schemeClr>
        </a:solidFill>
        <a:ln w="12700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4C8BD-B37E-CA42-A239-80B4EB836B23}">
      <dsp:nvSpPr>
        <dsp:cNvPr id="0" name=""/>
        <dsp:cNvSpPr/>
      </dsp:nvSpPr>
      <dsp:spPr>
        <a:xfrm>
          <a:off x="0" y="3443630"/>
          <a:ext cx="7486835" cy="573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Generación del cronograma</a:t>
          </a:r>
          <a:endParaRPr lang="es-ES" sz="2600" kern="1200" dirty="0"/>
        </a:p>
      </dsp:txBody>
      <dsp:txXfrm>
        <a:off x="0" y="3443630"/>
        <a:ext cx="7486835" cy="5738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294FD-D352-4BDF-A2BB-C3BB43F0C6F4}">
      <dsp:nvSpPr>
        <dsp:cNvPr id="0" name=""/>
        <dsp:cNvSpPr/>
      </dsp:nvSpPr>
      <dsp:spPr>
        <a:xfrm>
          <a:off x="3223919" y="2006450"/>
          <a:ext cx="1625600" cy="1625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kern="1200" dirty="0"/>
            <a:t>RECURSOS DE ACTIVIDADES</a:t>
          </a:r>
        </a:p>
      </dsp:txBody>
      <dsp:txXfrm>
        <a:off x="3303274" y="2085805"/>
        <a:ext cx="1466890" cy="1466890"/>
      </dsp:txXfrm>
    </dsp:sp>
    <dsp:sp modelId="{63EF5EB6-F4CF-45CE-AAD7-0134F872C692}">
      <dsp:nvSpPr>
        <dsp:cNvPr id="0" name=""/>
        <dsp:cNvSpPr/>
      </dsp:nvSpPr>
      <dsp:spPr>
        <a:xfrm rot="16200000">
          <a:off x="3605480" y="1575211"/>
          <a:ext cx="8624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6247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93CF8B-4C19-4F3F-8C77-28AE1615EFFA}">
      <dsp:nvSpPr>
        <dsp:cNvPr id="0" name=""/>
        <dsp:cNvSpPr/>
      </dsp:nvSpPr>
      <dsp:spPr>
        <a:xfrm>
          <a:off x="3492143" y="54820"/>
          <a:ext cx="1089152" cy="10891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TIPO</a:t>
          </a:r>
        </a:p>
      </dsp:txBody>
      <dsp:txXfrm>
        <a:off x="3545311" y="107988"/>
        <a:ext cx="982816" cy="982816"/>
      </dsp:txXfrm>
    </dsp:sp>
    <dsp:sp modelId="{1782769F-A5D2-4CB1-83A5-4E44C95F8CB2}">
      <dsp:nvSpPr>
        <dsp:cNvPr id="0" name=""/>
        <dsp:cNvSpPr/>
      </dsp:nvSpPr>
      <dsp:spPr>
        <a:xfrm rot="19763229">
          <a:off x="4784331" y="2100135"/>
          <a:ext cx="93544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3544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94979-D2DD-4645-9794-C7652D0E6C19}">
      <dsp:nvSpPr>
        <dsp:cNvPr id="0" name=""/>
        <dsp:cNvSpPr/>
      </dsp:nvSpPr>
      <dsp:spPr>
        <a:xfrm>
          <a:off x="5447921" y="836104"/>
          <a:ext cx="2147067" cy="10258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CARACTERÍSTICAS</a:t>
          </a:r>
        </a:p>
      </dsp:txBody>
      <dsp:txXfrm>
        <a:off x="5497999" y="886182"/>
        <a:ext cx="2046911" cy="925694"/>
      </dsp:txXfrm>
    </dsp:sp>
    <dsp:sp modelId="{8B7257F5-DCB6-4349-8F5A-F60517DB013E}">
      <dsp:nvSpPr>
        <dsp:cNvPr id="0" name=""/>
        <dsp:cNvSpPr/>
      </dsp:nvSpPr>
      <dsp:spPr>
        <a:xfrm rot="932781">
          <a:off x="4833395" y="3163488"/>
          <a:ext cx="88143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143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0AF6D-67B2-48DE-8756-565FC93F23E5}">
      <dsp:nvSpPr>
        <dsp:cNvPr id="0" name=""/>
        <dsp:cNvSpPr/>
      </dsp:nvSpPr>
      <dsp:spPr>
        <a:xfrm>
          <a:off x="5698707" y="2954167"/>
          <a:ext cx="1561016" cy="10891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CANTIDAD</a:t>
          </a:r>
        </a:p>
      </dsp:txBody>
      <dsp:txXfrm>
        <a:off x="5751875" y="3007335"/>
        <a:ext cx="1454680" cy="982816"/>
      </dsp:txXfrm>
    </dsp:sp>
    <dsp:sp modelId="{89C2AE90-72E3-42C2-8108-3C4E5E4E6C6D}">
      <dsp:nvSpPr>
        <dsp:cNvPr id="0" name=""/>
        <dsp:cNvSpPr/>
      </dsp:nvSpPr>
      <dsp:spPr>
        <a:xfrm rot="3857143">
          <a:off x="4226243" y="3953372"/>
          <a:ext cx="71328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1328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DE099A-BF3B-4937-8192-05A439C184DC}">
      <dsp:nvSpPr>
        <dsp:cNvPr id="0" name=""/>
        <dsp:cNvSpPr/>
      </dsp:nvSpPr>
      <dsp:spPr>
        <a:xfrm>
          <a:off x="4455302" y="4274694"/>
          <a:ext cx="1089152" cy="10891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kern="1200" dirty="0"/>
            <a:t>COSTE</a:t>
          </a:r>
        </a:p>
      </dsp:txBody>
      <dsp:txXfrm>
        <a:off x="4508470" y="4327862"/>
        <a:ext cx="982816" cy="982816"/>
      </dsp:txXfrm>
    </dsp:sp>
    <dsp:sp modelId="{207BEEAD-C15F-4AC6-BB70-5A868ECF3F8D}">
      <dsp:nvSpPr>
        <dsp:cNvPr id="0" name=""/>
        <dsp:cNvSpPr/>
      </dsp:nvSpPr>
      <dsp:spPr>
        <a:xfrm rot="7495678">
          <a:off x="2956785" y="3899160"/>
          <a:ext cx="65158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5158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F31C14-D255-4C71-B9F1-5B036C39BEBC}">
      <dsp:nvSpPr>
        <dsp:cNvPr id="0" name=""/>
        <dsp:cNvSpPr/>
      </dsp:nvSpPr>
      <dsp:spPr>
        <a:xfrm>
          <a:off x="1879336" y="4166270"/>
          <a:ext cx="1672828" cy="10891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MATERIALES</a:t>
          </a:r>
        </a:p>
      </dsp:txBody>
      <dsp:txXfrm>
        <a:off x="1932504" y="4219438"/>
        <a:ext cx="1566492" cy="982816"/>
      </dsp:txXfrm>
    </dsp:sp>
    <dsp:sp modelId="{6A072CA9-59FB-4419-BF27-BB2B05A58589}">
      <dsp:nvSpPr>
        <dsp:cNvPr id="0" name=""/>
        <dsp:cNvSpPr/>
      </dsp:nvSpPr>
      <dsp:spPr>
        <a:xfrm rot="10246222">
          <a:off x="2287573" y="3026907"/>
          <a:ext cx="94244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244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0146BC-F56D-4696-8EB2-038CBD81FB50}">
      <dsp:nvSpPr>
        <dsp:cNvPr id="0" name=""/>
        <dsp:cNvSpPr/>
      </dsp:nvSpPr>
      <dsp:spPr>
        <a:xfrm>
          <a:off x="841780" y="2710389"/>
          <a:ext cx="1451894" cy="102012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EQUIPOS</a:t>
          </a:r>
        </a:p>
      </dsp:txBody>
      <dsp:txXfrm>
        <a:off x="891578" y="2760187"/>
        <a:ext cx="1352298" cy="920525"/>
      </dsp:txXfrm>
    </dsp:sp>
    <dsp:sp modelId="{996FCFF4-6702-4D82-A0B2-C801E1EBB798}">
      <dsp:nvSpPr>
        <dsp:cNvPr id="0" name=""/>
        <dsp:cNvSpPr/>
      </dsp:nvSpPr>
      <dsp:spPr>
        <a:xfrm rot="12889291">
          <a:off x="2554414" y="2043939"/>
          <a:ext cx="73534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3534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025D74-37CA-4AF2-AF75-DA6499BD9EE0}">
      <dsp:nvSpPr>
        <dsp:cNvPr id="0" name=""/>
        <dsp:cNvSpPr/>
      </dsp:nvSpPr>
      <dsp:spPr>
        <a:xfrm>
          <a:off x="978186" y="744838"/>
          <a:ext cx="1718300" cy="10891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SUMINISTROS</a:t>
          </a:r>
        </a:p>
      </dsp:txBody>
      <dsp:txXfrm>
        <a:off x="1031354" y="798006"/>
        <a:ext cx="1611964" cy="98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09/11/2018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09/11/2018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EA90592-9020-A645-B1E3-1659A30A8875}" type="datetime1">
              <a:rPr lang="es-ES" smtClean="0"/>
              <a:t>09/11/2018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B6B6A-D9D6-A843-AA23-C738C571AAD3}" type="datetime1">
              <a:rPr lang="es-ES" smtClean="0"/>
              <a:t>09/11/2018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EA75E87-68D0-CF45-8936-E6D3FECC73C2}" type="datetime1">
              <a:rPr lang="es-ES" smtClean="0"/>
              <a:t>09/11/2018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1FEFE-AC21-FD48-A9B9-9820F488CCA3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471C-242F-3E48-8139-ED8A63D700F3}" type="datetime1">
              <a:rPr lang="es-ES" smtClean="0"/>
              <a:t>09/11/2018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5879-9502-5B40-A002-7885F4381523}" type="datetime1">
              <a:rPr lang="es-ES" smtClean="0"/>
              <a:t>09/11/2018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315CF-7174-F54E-B345-53D8CC32ECD1}" type="datetime1">
              <a:rPr lang="es-ES" smtClean="0"/>
              <a:t>09/11/2018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A59E4-1E6E-914A-A8F3-0F63ED340867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39C40-A6A4-D747-888C-37760959CA15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D219D-2D98-E248-8707-E7EAF3980DD0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B6FCCDC-D1A1-9347-AA5F-7C677522F3F1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0469BB3-059C-0B4F-8EDC-8BD5CB477ED5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D9D244F-A222-D441-8EB4-2A3716ECD98A}" type="datetime1">
              <a:rPr lang="es-ES" smtClean="0"/>
              <a:t>09/11/2018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B62C5-AF84-1840-9354-90B68465E0ED}" type="datetime1">
              <a:rPr lang="es-ES" smtClean="0"/>
              <a:t>09/11/2018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F7D86-D60E-0848-A9D8-D33F912E440A}" type="datetime1">
              <a:rPr lang="es-ES" smtClean="0"/>
              <a:t>09/11/2018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CDF48-1420-0A49-AACF-3597D66B632B}" type="datetime1">
              <a:rPr lang="es-ES" smtClean="0"/>
              <a:t>09/11/2018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069C09A-E815-8242-B7BB-D3586B7198C9}" type="datetime1">
              <a:rPr lang="es-ES" smtClean="0"/>
              <a:t>09/11/2018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CEF87-77F7-1146-81FA-89BCC079B1E8}" type="datetime1">
              <a:rPr lang="es-ES" smtClean="0"/>
              <a:t>09/11/2018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3.em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r>
              <a:rPr lang="es-ES"/>
              <a:t>Índice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472691-3C09-6B46-94D6-73AF616A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2</a:t>
            </a:fld>
            <a:endParaRPr lang="es-E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0158827"/>
              </p:ext>
            </p:extLst>
          </p:nvPr>
        </p:nvGraphicFramePr>
        <p:xfrm>
          <a:off x="2352582" y="2075649"/>
          <a:ext cx="7486835" cy="4017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62773"/>
            <a:ext cx="8610600" cy="1293028"/>
          </a:xfrm>
        </p:spPr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3</a:t>
            </a:fld>
            <a:endParaRPr lang="es-ES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05C1F67-EF76-4AF7-B7C3-595CD7A67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1584965"/>
              </p:ext>
            </p:extLst>
          </p:nvPr>
        </p:nvGraphicFramePr>
        <p:xfrm>
          <a:off x="2345636" y="1839269"/>
          <a:ext cx="7814364" cy="4299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68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76FB632-B309-4D7F-A2A5-A4A58B0B17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876FB632-B309-4D7F-A2A5-A4A58B0B17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F74ACA-CB19-49B1-B254-DB348DEF03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B5F74ACA-CB19-49B1-B254-DB348DEF03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BD473E4-E7A7-437F-838B-2319AA3848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graphicEl>
                                              <a:dgm id="{9BD473E4-E7A7-437F-838B-2319AA3848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C456DC-EBB9-4AD4-9C4C-DF11D31C3F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graphicEl>
                                              <a:dgm id="{40C456DC-EBB9-4AD4-9C4C-DF11D31C3F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F45BC3C-0C7B-4A38-B527-94005CA7E1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graphicEl>
                                              <a:dgm id="{9F45BC3C-0C7B-4A38-B527-94005CA7E1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53C396-2655-450C-AF37-F1FE67045C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graphicEl>
                                              <a:dgm id="{D253C396-2655-450C-AF37-F1FE67045C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52BA3B9-58A9-4BBF-B2DB-7DD3314E9C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552BA3B9-58A9-4BBF-B2DB-7DD3314E9C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1111250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1111250"/>
            <a:ext cx="8610600" cy="1293028"/>
          </a:xfrm>
        </p:spPr>
        <p:txBody>
          <a:bodyPr/>
          <a:lstStyle/>
          <a:p>
            <a:r>
              <a:rPr lang="es-ES" dirty="0"/>
              <a:t>PLANIFICACIÓN DE LA GESTIÓN DEL CRONOGRAMA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4</a:t>
            </a:fld>
            <a:endParaRPr lang="es-ES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48A091F-4623-44EC-B42C-9EA093E7AB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8022249"/>
              </p:ext>
            </p:extLst>
          </p:nvPr>
        </p:nvGraphicFramePr>
        <p:xfrm>
          <a:off x="2292626" y="2183805"/>
          <a:ext cx="8348870" cy="4548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689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5445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213" y="99611"/>
            <a:ext cx="8610600" cy="1293028"/>
          </a:xfrm>
        </p:spPr>
        <p:txBody>
          <a:bodyPr/>
          <a:lstStyle/>
          <a:p>
            <a:r>
              <a:rPr lang="es-ES" dirty="0"/>
              <a:t>DEFINICIÓN DE ACTIVIDADES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5</a:t>
            </a:fld>
            <a:endParaRPr lang="es-E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5632F42E-8091-4BD1-A2FD-00D0C1A5D6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2284520"/>
              </p:ext>
            </p:extLst>
          </p:nvPr>
        </p:nvGraphicFramePr>
        <p:xfrm>
          <a:off x="5232509" y="1934818"/>
          <a:ext cx="6641439" cy="3750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Lista De ComprobaciÃ³n, Tarea, Hacer, Lista, Plan De">
            <a:extLst>
              <a:ext uri="{FF2B5EF4-FFF2-40B4-BE49-F238E27FC236}">
                <a16:creationId xmlns:a16="http://schemas.microsoft.com/office/drawing/2014/main" id="{FB4E838F-8FEC-4464-A22D-1C819C6E6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85" y="1662084"/>
            <a:ext cx="3732542" cy="402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5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374412F-2789-4779-90B9-FCDBAFA7F0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graphicEl>
                                              <a:dgm id="{C374412F-2789-4779-90B9-FCDBAFA7F0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C38E372-0BDA-4B14-952D-B7CEA6BA5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FC38E372-0BDA-4B14-952D-B7CEA6BA59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CBCF028-D548-47E6-8C74-B9EA7E9622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FCBCF028-D548-47E6-8C74-B9EA7E9622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8535C47-D73C-447A-A0ED-5CDD7DD854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graphicEl>
                                              <a:dgm id="{78535C47-D73C-447A-A0ED-5CDD7DD854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r>
              <a:rPr lang="es-ES"/>
              <a:t>Índice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472691-3C09-6B46-94D6-73AF616A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6</a:t>
            </a:fld>
            <a:endParaRPr lang="es-ES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77F2E5BA-5E41-FF40-BA8D-B1CDAB81CB56}"/>
              </a:ext>
            </a:extLst>
          </p:cNvPr>
          <p:cNvGraphicFramePr/>
          <p:nvPr>
            <p:extLst/>
          </p:nvPr>
        </p:nvGraphicFramePr>
        <p:xfrm>
          <a:off x="2352582" y="2075649"/>
          <a:ext cx="7486835" cy="40179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5B5ABAF8-7333-4234-9F8C-91E4823DE2B4}"/>
              </a:ext>
            </a:extLst>
          </p:cNvPr>
          <p:cNvSpPr/>
          <p:nvPr/>
        </p:nvSpPr>
        <p:spPr>
          <a:xfrm>
            <a:off x="1722783" y="3872603"/>
            <a:ext cx="503582" cy="4240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6AB1644E-0EE7-4238-A8E1-4588C9BDD48C}"/>
              </a:ext>
            </a:extLst>
          </p:cNvPr>
          <p:cNvSpPr/>
          <p:nvPr/>
        </p:nvSpPr>
        <p:spPr>
          <a:xfrm>
            <a:off x="1892635" y="2225513"/>
            <a:ext cx="333730" cy="31073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9" name="Círculo: vacío 8">
            <a:extLst>
              <a:ext uri="{FF2B5EF4-FFF2-40B4-BE49-F238E27FC236}">
                <a16:creationId xmlns:a16="http://schemas.microsoft.com/office/drawing/2014/main" id="{24738FA5-DD5E-4E90-B80E-F1F3541466F5}"/>
              </a:ext>
            </a:extLst>
          </p:cNvPr>
          <p:cNvSpPr/>
          <p:nvPr/>
        </p:nvSpPr>
        <p:spPr>
          <a:xfrm>
            <a:off x="1892635" y="2779937"/>
            <a:ext cx="333730" cy="31073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Círculo: vacío 9">
            <a:extLst>
              <a:ext uri="{FF2B5EF4-FFF2-40B4-BE49-F238E27FC236}">
                <a16:creationId xmlns:a16="http://schemas.microsoft.com/office/drawing/2014/main" id="{779F679B-B494-4B8F-A4EB-818F8CF7B123}"/>
              </a:ext>
            </a:extLst>
          </p:cNvPr>
          <p:cNvSpPr/>
          <p:nvPr/>
        </p:nvSpPr>
        <p:spPr>
          <a:xfrm>
            <a:off x="1892635" y="3351316"/>
            <a:ext cx="333730" cy="31073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30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1">
            <a:extLst>
              <a:ext uri="{FF2B5EF4-FFF2-40B4-BE49-F238E27FC236}">
                <a16:creationId xmlns:a16="http://schemas.microsoft.com/office/drawing/2014/main" id="{15CC8773-0E3F-4D1C-A409-0353003E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F22C0072-6945-47F5-88FF-43C357082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96BA1F48-7260-4E2B-A1C1-3D472B308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267" y="1345271"/>
            <a:ext cx="4753466" cy="12930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SECUENCIACIÓN DE LAS ACTIVIDADES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6010774-2920-F049-BD0B-9A28F2A984C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F063A8-400C-464A-A657-CBF33E2E54A7}"/>
              </a:ext>
            </a:extLst>
          </p:cNvPr>
          <p:cNvSpPr txBox="1"/>
          <p:nvPr/>
        </p:nvSpPr>
        <p:spPr>
          <a:xfrm>
            <a:off x="671267" y="3020470"/>
            <a:ext cx="542473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Secuenciación</a:t>
            </a:r>
            <a:r>
              <a:rPr lang="en-US" sz="2400" b="1" dirty="0"/>
              <a:t> </a:t>
            </a:r>
            <a:r>
              <a:rPr lang="en-US" sz="2400" b="1" dirty="0" err="1"/>
              <a:t>por</a:t>
            </a:r>
            <a:r>
              <a:rPr lang="en-US" sz="2400" b="1" dirty="0"/>
              <a:t> </a:t>
            </a:r>
            <a:r>
              <a:rPr lang="en-US" sz="2400" b="1" dirty="0" err="1"/>
              <a:t>precedencia</a:t>
            </a:r>
            <a:endParaRPr lang="en-US" sz="2400" b="1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Obligatorias</a:t>
            </a:r>
            <a:endParaRPr lang="en-US" sz="2400" b="1" dirty="0"/>
          </a:p>
          <a:p>
            <a:pPr marL="1200150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Externas</a:t>
            </a:r>
            <a:endParaRPr lang="en-US" sz="2400" dirty="0"/>
          </a:p>
          <a:p>
            <a:pPr marL="1200150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Internas</a:t>
            </a:r>
            <a:endParaRPr lang="en-US" sz="24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Discrecionales</a:t>
            </a:r>
            <a:endParaRPr lang="en-US" sz="2400" b="1" dirty="0"/>
          </a:p>
          <a:p>
            <a:pPr marL="1200150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Externas</a:t>
            </a:r>
            <a:endParaRPr lang="en-US" sz="2400" dirty="0"/>
          </a:p>
          <a:p>
            <a:pPr marL="1200150" lvl="2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Internas</a:t>
            </a:r>
            <a:endParaRPr lang="en-US" sz="2400" dirty="0"/>
          </a:p>
        </p:txBody>
      </p:sp>
      <p:sp>
        <p:nvSpPr>
          <p:cNvPr id="195" name="Rounded Rectangle 14">
            <a:extLst>
              <a:ext uri="{FF2B5EF4-FFF2-40B4-BE49-F238E27FC236}">
                <a16:creationId xmlns:a16="http://schemas.microsoft.com/office/drawing/2014/main" id="{2132DCC9-B4AB-4968-AA78-695E81E14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1066164"/>
            <a:ext cx="5305958" cy="5148371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srgbClr val="404040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De Distancia, Junction, DirecciÃ³n">
            <a:extLst>
              <a:ext uri="{FF2B5EF4-FFF2-40B4-BE49-F238E27FC236}">
                <a16:creationId xmlns:a16="http://schemas.microsoft.com/office/drawing/2014/main" id="{129ED0B9-3DB0-4215-B63F-BCCA7BBA4C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1" r="1" b="1"/>
          <a:stretch/>
        </p:blipFill>
        <p:spPr bwMode="auto">
          <a:xfrm>
            <a:off x="6407004" y="1336565"/>
            <a:ext cx="4683948" cy="460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0108307-17EB-4C1E-BF65-A10064C7E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85445"/>
            <a:ext cx="2502561" cy="107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0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5445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413" y="567095"/>
            <a:ext cx="8610600" cy="1293028"/>
          </a:xfrm>
        </p:spPr>
        <p:txBody>
          <a:bodyPr/>
          <a:lstStyle/>
          <a:p>
            <a:r>
              <a:rPr lang="es-ES" dirty="0"/>
              <a:t>SECUENCIACIÓN DE LAS ACTIVIDADES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716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3413" y="374594"/>
            <a:ext cx="8610600" cy="1293028"/>
          </a:xfrm>
        </p:spPr>
        <p:txBody>
          <a:bodyPr/>
          <a:lstStyle/>
          <a:p>
            <a:r>
              <a:rPr lang="es-ES" dirty="0"/>
              <a:t>ESTIMACIÓN DE LOS RECURSOS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9</a:t>
            </a:fld>
            <a:endParaRPr lang="es-ES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798FA29-1558-42C7-85E6-C17C10672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124446"/>
              </p:ext>
            </p:extLst>
          </p:nvPr>
        </p:nvGraphicFramePr>
        <p:xfrm>
          <a:off x="1933658" y="12788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C9827DFA-2A41-49F5-94D4-106EA543E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785445"/>
            <a:ext cx="2502561" cy="107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1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B4294FD-D352-4BDF-A2BB-C3BB43F0C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1B4294FD-D352-4BDF-A2BB-C3BB43F0C6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3EF5EB6-F4CF-45CE-AAD7-0134F872C6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63EF5EB6-F4CF-45CE-AAD7-0134F872C6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E93CF8B-4C19-4F3F-8C77-28AE1615E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AE93CF8B-4C19-4F3F-8C77-28AE1615EF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782769F-A5D2-4CB1-83A5-4E44C95F8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graphicEl>
                                              <a:dgm id="{1782769F-A5D2-4CB1-83A5-4E44C95F8C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BC94979-D2DD-4645-9794-C7652D0E6C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graphicEl>
                                              <a:dgm id="{EBC94979-D2DD-4645-9794-C7652D0E6C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7257F5-DCB6-4349-8F5A-F60517DB01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graphicEl>
                                              <a:dgm id="{8B7257F5-DCB6-4349-8F5A-F60517DB01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3F0AF6D-67B2-48DE-8756-565FC93F23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C3F0AF6D-67B2-48DE-8756-565FC93F23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9C2AE90-72E3-42C2-8108-3C4E5E4E6C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graphicEl>
                                              <a:dgm id="{89C2AE90-72E3-42C2-8108-3C4E5E4E6C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DDE099A-BF3B-4937-8192-05A439C184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graphicEl>
                                              <a:dgm id="{8DDE099A-BF3B-4937-8192-05A439C184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07BEEAD-C15F-4AC6-BB70-5A868ECF3F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dgm id="{207BEEAD-C15F-4AC6-BB70-5A868ECF3F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F31C14-D255-4C71-B9F1-5B036C39BE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graphicEl>
                                              <a:dgm id="{D7F31C14-D255-4C71-B9F1-5B036C39BE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A072CA9-59FB-4419-BF27-BB2B05A585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graphicEl>
                                              <a:dgm id="{6A072CA9-59FB-4419-BF27-BB2B05A585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40146BC-F56D-4696-8EB2-038CBD81FB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graphicEl>
                                              <a:dgm id="{840146BC-F56D-4696-8EB2-038CBD81FB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96FCFF4-6702-4D82-A0B2-C801E1EBB7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graphicEl>
                                              <a:dgm id="{996FCFF4-6702-4D82-A0B2-C801E1EBB7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6025D74-37CA-4AF2-AF75-DA6499BD9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graphicEl>
                                              <a:dgm id="{D6025D74-37CA-4AF2-AF75-DA6499BD9E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lvlAtOnc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58E3A9-9CF7-2B43-BD67-E92B3F5FE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5445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4647F8-360F-2143-89F0-F00E40E0B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4449" y="570218"/>
            <a:ext cx="8610600" cy="1293028"/>
          </a:xfrm>
        </p:spPr>
        <p:txBody>
          <a:bodyPr/>
          <a:lstStyle/>
          <a:p>
            <a:r>
              <a:rPr lang="es-ES" dirty="0"/>
              <a:t>DESARROLLO DEL CRONOGRAMA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C452FBA-1AA2-A94C-B664-CE1D9010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10</a:t>
            </a:fld>
            <a:endParaRPr lang="es-ES" dirty="0"/>
          </a:p>
        </p:txBody>
      </p:sp>
      <p:pic>
        <p:nvPicPr>
          <p:cNvPr id="4098" name="Picture 2" descr="Tiempo, Medida, Anuncio De Tiempo, Tiempo Que Indica">
            <a:extLst>
              <a:ext uri="{FF2B5EF4-FFF2-40B4-BE49-F238E27FC236}">
                <a16:creationId xmlns:a16="http://schemas.microsoft.com/office/drawing/2014/main" id="{4B6D30B4-189E-4FC4-A566-1F43969EA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55" t="15284" r="23873" b="10070"/>
          <a:stretch/>
        </p:blipFill>
        <p:spPr bwMode="auto">
          <a:xfrm>
            <a:off x="5179208" y="2686310"/>
            <a:ext cx="1833583" cy="278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roject, Banner, Header, Conception, Manuscript, Plan">
            <a:extLst>
              <a:ext uri="{FF2B5EF4-FFF2-40B4-BE49-F238E27FC236}">
                <a16:creationId xmlns:a16="http://schemas.microsoft.com/office/drawing/2014/main" id="{C6D23EAE-13A5-40B8-A66D-816F59C8A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2" r="16547"/>
          <a:stretch/>
        </p:blipFill>
        <p:spPr bwMode="auto">
          <a:xfrm>
            <a:off x="236410" y="3429000"/>
            <a:ext cx="3776869" cy="172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xplosion, Detonation, Blast, Burst, Fulmination">
            <a:extLst>
              <a:ext uri="{FF2B5EF4-FFF2-40B4-BE49-F238E27FC236}">
                <a16:creationId xmlns:a16="http://schemas.microsoft.com/office/drawing/2014/main" id="{C4322A6F-2102-47A6-8E0B-7B959BF3B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6165" y="2845238"/>
            <a:ext cx="3232745" cy="246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BBB275F2-B276-4BE6-A0FD-052D74038B4E}"/>
              </a:ext>
            </a:extLst>
          </p:cNvPr>
          <p:cNvSpPr/>
          <p:nvPr/>
        </p:nvSpPr>
        <p:spPr>
          <a:xfrm>
            <a:off x="4239753" y="3890975"/>
            <a:ext cx="831213" cy="5285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80A9D119-4223-4B5B-8088-75D2E1DD74A6}"/>
              </a:ext>
            </a:extLst>
          </p:cNvPr>
          <p:cNvSpPr/>
          <p:nvPr/>
        </p:nvSpPr>
        <p:spPr>
          <a:xfrm>
            <a:off x="7213871" y="3890975"/>
            <a:ext cx="831213" cy="5285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930066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195</Words>
  <Application>Microsoft Office PowerPoint</Application>
  <PresentationFormat>Panorámica</PresentationFormat>
  <Paragraphs>67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Gothic</vt:lpstr>
      <vt:lpstr>Estela de condensación</vt:lpstr>
      <vt:lpstr>Proyecto MeCuida</vt:lpstr>
      <vt:lpstr>Índice</vt:lpstr>
      <vt:lpstr>Introducción</vt:lpstr>
      <vt:lpstr>PLANIFICACIÓN DE LA GESTIÓN DEL CRONOGRAMA</vt:lpstr>
      <vt:lpstr>DEFINICIÓN DE ACTIVIDADES</vt:lpstr>
      <vt:lpstr>Índice</vt:lpstr>
      <vt:lpstr>SECUENCIACIÓN DE LAS ACTIVIDADES</vt:lpstr>
      <vt:lpstr>SECUENCIACIÓN DE LAS ACTIVIDADES</vt:lpstr>
      <vt:lpstr>ESTIMACIÓN DE LOS RECURSOS</vt:lpstr>
      <vt:lpstr>DESARROLLO DEL CRONOGRAMA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Constantin Boby Nicusor</dc:creator>
  <cp:lastModifiedBy>Sergio Lluva</cp:lastModifiedBy>
  <cp:revision>15</cp:revision>
  <dcterms:created xsi:type="dcterms:W3CDTF">2018-11-08T18:29:11Z</dcterms:created>
  <dcterms:modified xsi:type="dcterms:W3CDTF">2018-11-09T19:46:16Z</dcterms:modified>
</cp:coreProperties>
</file>