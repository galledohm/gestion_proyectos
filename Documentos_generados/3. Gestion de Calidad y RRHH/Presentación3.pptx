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9" r:id="rId4"/>
    <p:sldId id="287" r:id="rId5"/>
    <p:sldId id="295" r:id="rId6"/>
    <p:sldId id="288" r:id="rId7"/>
    <p:sldId id="289" r:id="rId8"/>
    <p:sldId id="296" r:id="rId9"/>
    <p:sldId id="290" r:id="rId10"/>
    <p:sldId id="258" r:id="rId11"/>
    <p:sldId id="291" r:id="rId12"/>
    <p:sldId id="297" r:id="rId13"/>
    <p:sldId id="294" r:id="rId14"/>
    <p:sldId id="292" r:id="rId15"/>
    <p:sldId id="293" r:id="rId16"/>
    <p:sldId id="298" r:id="rId17"/>
    <p:sldId id="299" r:id="rId18"/>
    <p:sldId id="303" r:id="rId19"/>
    <p:sldId id="300" r:id="rId20"/>
    <p:sldId id="301" r:id="rId21"/>
    <p:sldId id="305" r:id="rId22"/>
    <p:sldId id="310" r:id="rId23"/>
    <p:sldId id="306" r:id="rId24"/>
    <p:sldId id="308" r:id="rId25"/>
    <p:sldId id="307" r:id="rId26"/>
    <p:sldId id="311" r:id="rId27"/>
    <p:sldId id="280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74"/>
  </p:normalViewPr>
  <p:slideViewPr>
    <p:cSldViewPr snapToGrid="0" snapToObjects="1">
      <p:cViewPr varScale="1">
        <p:scale>
          <a:sx n="123" d="100"/>
          <a:sy n="123" d="100"/>
        </p:scale>
        <p:origin x="114" y="2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4324E71C-51E4-4FFA-9638-472734009553}" type="pres">
      <dgm:prSet presAssocID="{D1D10F65-8C36-4800-AD9D-4A75930380A4}" presName="thickLine" presStyleLbl="alignNode1" presStyleIdx="0" presStyleCnt="2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9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9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9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9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2" custLinFactNeighborX="329" custLinFactNeighborY="-123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9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9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9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9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</dgm:pt>
    <dgm:pt modelId="{7729D2EE-F3F5-4947-BAD3-F992910D4A8A}" type="pres">
      <dgm:prSet presAssocID="{FFEA7316-2CA0-472C-9B2F-C313AAC60F85}" presName="sibTransFirstNode" presStyleLbl="bgShp" presStyleIdx="0" presStyleCnt="1"/>
      <dgm:spPr/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870A7324-8EF2-4E30-B855-6877C358ED4A}" type="presOf" srcId="{C3CE8D9A-2F5F-E04C-AF81-B61DA3187B58}" destId="{A4615577-DB07-0E46-BAD9-752076C1E8EB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054C1839-1D58-404A-80D0-4873155B8950}" type="presOf" srcId="{D206AD7D-6FCF-BA4A-A881-D49C0A782FC3}" destId="{70B24025-E2C6-417F-99E1-3AE2064C772D}" srcOrd="0" destOrd="0" presId="urn:microsoft.com/office/officeart/2008/layout/LinedList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823D73B-0903-4737-924E-57AEE9F3D123}" type="presOf" srcId="{5B536FDF-F2F3-4D05-AF9A-89E79C92380B}" destId="{EDBBCE88-88E0-4C06-BA01-B4EFB6C685E1}" srcOrd="0" destOrd="0" presId="urn:microsoft.com/office/officeart/2008/layout/LinedList"/>
    <dgm:cxn modelId="{6EEC035D-9DF2-4BBE-A4CD-1CE94BE92DED}" type="presOf" srcId="{9C0C5B6B-88B0-0644-95CC-DA013289C236}" destId="{520D1D2C-1114-41BF-8F7E-61F71B01A781}" srcOrd="0" destOrd="0" presId="urn:microsoft.com/office/officeart/2008/layout/LinedList"/>
    <dgm:cxn modelId="{DA7BB367-4FEE-4713-A56B-902B116F5A32}" type="presOf" srcId="{3440283F-7B94-41E1-A678-109BA5967928}" destId="{1AB85A7C-0FFD-4546-B83C-987E91EDF1C9}" srcOrd="0" destOrd="0" presId="urn:microsoft.com/office/officeart/2008/layout/LinedList"/>
    <dgm:cxn modelId="{F51A3548-0A11-4DF3-9AD1-5615E42A62B9}" type="presOf" srcId="{D1D10F65-8C36-4800-AD9D-4A75930380A4}" destId="{792A15AE-68CB-4B5E-A488-D8B2430819E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0895E98A-44F2-4BDE-AC5A-EFEA75A3E8B1}" type="presOf" srcId="{4D7DCE72-F1C7-3648-B096-B3BF2FA1BA56}" destId="{F1E3A902-B27E-4D1E-9D62-838DBF77570E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2E7EE4AC-B0F1-4F11-A2DE-1DA43DADBD26}" type="presOf" srcId="{A00DC1EC-B999-A640-8654-4E50ABDDE020}" destId="{9891002C-403A-A043-B663-E6FEB51C2557}" srcOrd="0" destOrd="0" presId="urn:microsoft.com/office/officeart/2008/layout/LinedList"/>
    <dgm:cxn modelId="{8904FEC0-B2C2-48C0-88BC-40409BAD474B}" type="presOf" srcId="{C067AB59-C7C5-C74B-8B60-2FA743781E39}" destId="{CECABC1D-D0D2-4346-AB17-5BDF3AE0B320}" srcOrd="0" destOrd="0" presId="urn:microsoft.com/office/officeart/2008/layout/LinedList"/>
    <dgm:cxn modelId="{C3649BE1-CC31-44DC-942C-D9AE6C12059E}" type="presOf" srcId="{EA05A323-1CD6-E844-BD1C-19A2225C0340}" destId="{821592CB-BF1E-40A4-88FF-532C668728A8}" srcOrd="0" destOrd="0" presId="urn:microsoft.com/office/officeart/2008/layout/LinedList"/>
    <dgm:cxn modelId="{09A268FC-ED2C-4E04-9C2E-318B248FC91A}" type="presOf" srcId="{2D50EED0-437B-1441-8B3B-81295EA238A9}" destId="{0FAAA673-A6AE-2E48-9396-AEC5BB305A0E}" srcOrd="0" destOrd="0" presId="urn:microsoft.com/office/officeart/2008/layout/LinedList"/>
    <dgm:cxn modelId="{AAED3094-2A29-4AEB-9953-880E202B2324}" type="presParOf" srcId="{A4615577-DB07-0E46-BAD9-752076C1E8EB}" destId="{A70494F9-BBC6-9B4D-ABE0-28B7062A7EEA}" srcOrd="0" destOrd="0" presId="urn:microsoft.com/office/officeart/2008/layout/LinedList"/>
    <dgm:cxn modelId="{DD05F02D-B572-49A5-BA3B-CA613797189A}" type="presParOf" srcId="{A4615577-DB07-0E46-BAD9-752076C1E8EB}" destId="{4DE94855-2BF1-EB40-B090-FE0F9B4B301E}" srcOrd="1" destOrd="0" presId="urn:microsoft.com/office/officeart/2008/layout/LinedList"/>
    <dgm:cxn modelId="{4337D755-15ED-4146-B86D-F06727F8CB68}" type="presParOf" srcId="{4DE94855-2BF1-EB40-B090-FE0F9B4B301E}" destId="{0FAAA673-A6AE-2E48-9396-AEC5BB305A0E}" srcOrd="0" destOrd="0" presId="urn:microsoft.com/office/officeart/2008/layout/LinedList"/>
    <dgm:cxn modelId="{23DABE54-102C-4E74-8311-9ABA1CD498D0}" type="presParOf" srcId="{4DE94855-2BF1-EB40-B090-FE0F9B4B301E}" destId="{4D92E349-5F1C-414C-955E-416A7CFBF9E9}" srcOrd="1" destOrd="0" presId="urn:microsoft.com/office/officeart/2008/layout/LinedList"/>
    <dgm:cxn modelId="{721AA593-A74F-4837-8B75-9CCAD880F39B}" type="presParOf" srcId="{A4615577-DB07-0E46-BAD9-752076C1E8EB}" destId="{4324E71C-51E4-4FFA-9638-472734009553}" srcOrd="2" destOrd="0" presId="urn:microsoft.com/office/officeart/2008/layout/LinedList"/>
    <dgm:cxn modelId="{2E4B6F1A-1CD8-49A6-9E42-F5CB5106A764}" type="presParOf" srcId="{A4615577-DB07-0E46-BAD9-752076C1E8EB}" destId="{35D4AF3C-4879-491B-8004-F3B88F6D9FB5}" srcOrd="3" destOrd="0" presId="urn:microsoft.com/office/officeart/2008/layout/LinedList"/>
    <dgm:cxn modelId="{0F431D12-FD6E-43FE-94A9-CF05FCB3B4D3}" type="presParOf" srcId="{35D4AF3C-4879-491B-8004-F3B88F6D9FB5}" destId="{792A15AE-68CB-4B5E-A488-D8B2430819E0}" srcOrd="0" destOrd="0" presId="urn:microsoft.com/office/officeart/2008/layout/LinedList"/>
    <dgm:cxn modelId="{91482D8E-929D-47D1-9E3F-B85A991779BB}" type="presParOf" srcId="{35D4AF3C-4879-491B-8004-F3B88F6D9FB5}" destId="{162AB6D4-F395-4B55-9519-21B610CC0382}" srcOrd="1" destOrd="0" presId="urn:microsoft.com/office/officeart/2008/layout/LinedList"/>
    <dgm:cxn modelId="{0C8E46C6-0158-4CAF-BF13-F5EBE6860031}" type="presParOf" srcId="{162AB6D4-F395-4B55-9519-21B610CC0382}" destId="{412C8F4B-57E8-4EE2-95F4-7EAB16DF68B6}" srcOrd="0" destOrd="0" presId="urn:microsoft.com/office/officeart/2008/layout/LinedList"/>
    <dgm:cxn modelId="{C01AB1A6-9776-48F4-ACA0-11AE070520D9}" type="presParOf" srcId="{162AB6D4-F395-4B55-9519-21B610CC0382}" destId="{706ACAA7-2B5D-4D39-81AB-5DAABC04EC1D}" srcOrd="1" destOrd="0" presId="urn:microsoft.com/office/officeart/2008/layout/LinedList"/>
    <dgm:cxn modelId="{70E1BBB1-DF39-4861-8472-E0F6CE6D336F}" type="presParOf" srcId="{706ACAA7-2B5D-4D39-81AB-5DAABC04EC1D}" destId="{3456CDB8-701B-42F1-87C2-C295CD1E48EE}" srcOrd="0" destOrd="0" presId="urn:microsoft.com/office/officeart/2008/layout/LinedList"/>
    <dgm:cxn modelId="{B416B10A-5425-4854-B535-D1943338D164}" type="presParOf" srcId="{706ACAA7-2B5D-4D39-81AB-5DAABC04EC1D}" destId="{520D1D2C-1114-41BF-8F7E-61F71B01A781}" srcOrd="1" destOrd="0" presId="urn:microsoft.com/office/officeart/2008/layout/LinedList"/>
    <dgm:cxn modelId="{0DB0EF5E-47B4-4A05-A834-99586D5969DF}" type="presParOf" srcId="{706ACAA7-2B5D-4D39-81AB-5DAABC04EC1D}" destId="{D6DDDC7E-F1A5-4153-9143-0972F5C1698F}" srcOrd="2" destOrd="0" presId="urn:microsoft.com/office/officeart/2008/layout/LinedList"/>
    <dgm:cxn modelId="{759FD20F-A74F-43F3-A823-FB1AF04F041D}" type="presParOf" srcId="{162AB6D4-F395-4B55-9519-21B610CC0382}" destId="{0A0EB41C-54BD-4DBD-AE20-1F9966450DC3}" srcOrd="2" destOrd="0" presId="urn:microsoft.com/office/officeart/2008/layout/LinedList"/>
    <dgm:cxn modelId="{26C578A5-8878-4BA0-8E52-BC9DE92A9397}" type="presParOf" srcId="{162AB6D4-F395-4B55-9519-21B610CC0382}" destId="{BD1DC2FA-97F1-47D7-B64D-204FB692D739}" srcOrd="3" destOrd="0" presId="urn:microsoft.com/office/officeart/2008/layout/LinedList"/>
    <dgm:cxn modelId="{F32F8585-42EC-4D8F-9549-6A34969D6843}" type="presParOf" srcId="{162AB6D4-F395-4B55-9519-21B610CC0382}" destId="{AA817BFD-CFD8-4863-BA21-FE68B817CC3C}" srcOrd="4" destOrd="0" presId="urn:microsoft.com/office/officeart/2008/layout/LinedList"/>
    <dgm:cxn modelId="{0E9558B7-1647-40D1-8172-B2F130E5FA18}" type="presParOf" srcId="{AA817BFD-CFD8-4863-BA21-FE68B817CC3C}" destId="{BD57D683-A942-4221-A2F2-BB0CF711AC57}" srcOrd="0" destOrd="0" presId="urn:microsoft.com/office/officeart/2008/layout/LinedList"/>
    <dgm:cxn modelId="{D983E0BE-41C4-4809-9B70-8CEB21832286}" type="presParOf" srcId="{AA817BFD-CFD8-4863-BA21-FE68B817CC3C}" destId="{F1E3A902-B27E-4D1E-9D62-838DBF77570E}" srcOrd="1" destOrd="0" presId="urn:microsoft.com/office/officeart/2008/layout/LinedList"/>
    <dgm:cxn modelId="{13F0B78B-6AD9-4D1A-8F3F-120CF0EFD8ED}" type="presParOf" srcId="{AA817BFD-CFD8-4863-BA21-FE68B817CC3C}" destId="{4F138E20-5633-4DCC-BBC2-20DFBFC7868F}" srcOrd="2" destOrd="0" presId="urn:microsoft.com/office/officeart/2008/layout/LinedList"/>
    <dgm:cxn modelId="{81C20F11-A5E4-4BEF-BA28-73F5A04920C1}" type="presParOf" srcId="{162AB6D4-F395-4B55-9519-21B610CC0382}" destId="{2B79C5B5-7045-4C8A-A0D3-ED34D320DACE}" srcOrd="5" destOrd="0" presId="urn:microsoft.com/office/officeart/2008/layout/LinedList"/>
    <dgm:cxn modelId="{09CC6DD8-89C1-4FFB-906D-38745E9565E7}" type="presParOf" srcId="{162AB6D4-F395-4B55-9519-21B610CC0382}" destId="{8C3B0260-807F-409D-975C-EBFF816514C3}" srcOrd="6" destOrd="0" presId="urn:microsoft.com/office/officeart/2008/layout/LinedList"/>
    <dgm:cxn modelId="{75804DEC-B4CF-4386-8622-FED4CE0EBAE9}" type="presParOf" srcId="{162AB6D4-F395-4B55-9519-21B610CC0382}" destId="{DCC37064-A6D2-4A55-A252-3829429045E5}" srcOrd="7" destOrd="0" presId="urn:microsoft.com/office/officeart/2008/layout/LinedList"/>
    <dgm:cxn modelId="{F839EB7B-3620-4F16-AB01-72CB32504931}" type="presParOf" srcId="{DCC37064-A6D2-4A55-A252-3829429045E5}" destId="{AF620EF4-9246-40B0-95DD-0F97FD557889}" srcOrd="0" destOrd="0" presId="urn:microsoft.com/office/officeart/2008/layout/LinedList"/>
    <dgm:cxn modelId="{29475388-2318-47EB-B47A-34898A74A57A}" type="presParOf" srcId="{DCC37064-A6D2-4A55-A252-3829429045E5}" destId="{821592CB-BF1E-40A4-88FF-532C668728A8}" srcOrd="1" destOrd="0" presId="urn:microsoft.com/office/officeart/2008/layout/LinedList"/>
    <dgm:cxn modelId="{94746D0C-E3D6-4C8B-B33B-4CFA5D61A4CC}" type="presParOf" srcId="{DCC37064-A6D2-4A55-A252-3829429045E5}" destId="{4A2BC687-FFD6-4EBF-9A58-5F5A5936D128}" srcOrd="2" destOrd="0" presId="urn:microsoft.com/office/officeart/2008/layout/LinedList"/>
    <dgm:cxn modelId="{B0BCD1F0-5F6D-4A5C-BF36-3F43798D3604}" type="presParOf" srcId="{162AB6D4-F395-4B55-9519-21B610CC0382}" destId="{AFB2C275-AEA0-46EA-8FAC-DEEB17253C42}" srcOrd="8" destOrd="0" presId="urn:microsoft.com/office/officeart/2008/layout/LinedList"/>
    <dgm:cxn modelId="{59BB6740-9476-4663-88BC-559AF407EDFF}" type="presParOf" srcId="{162AB6D4-F395-4B55-9519-21B610CC0382}" destId="{B63F60B4-89E7-4E26-9559-C63693EDEACE}" srcOrd="9" destOrd="0" presId="urn:microsoft.com/office/officeart/2008/layout/LinedList"/>
    <dgm:cxn modelId="{85428484-143B-4A8A-8DB7-A05C9ED2C1D6}" type="presParOf" srcId="{A4615577-DB07-0E46-BAD9-752076C1E8EB}" destId="{B2F277F3-7CF1-994E-B28A-0B3155C31199}" srcOrd="4" destOrd="0" presId="urn:microsoft.com/office/officeart/2008/layout/LinedList"/>
    <dgm:cxn modelId="{FF928F68-E7C7-4E12-9B66-5B61E1FAA003}" type="presParOf" srcId="{A4615577-DB07-0E46-BAD9-752076C1E8EB}" destId="{0C40495D-3188-9E48-A89E-F64BB2F461F5}" srcOrd="5" destOrd="0" presId="urn:microsoft.com/office/officeart/2008/layout/LinedList"/>
    <dgm:cxn modelId="{ADE62171-79EE-4B1D-874A-E9DD6EF84478}" type="presParOf" srcId="{0C40495D-3188-9E48-A89E-F64BB2F461F5}" destId="{9891002C-403A-A043-B663-E6FEB51C2557}" srcOrd="0" destOrd="0" presId="urn:microsoft.com/office/officeart/2008/layout/LinedList"/>
    <dgm:cxn modelId="{7231BC56-C6DC-4DDA-A736-C7E43E3F4B44}" type="presParOf" srcId="{0C40495D-3188-9E48-A89E-F64BB2F461F5}" destId="{84783DB1-8E64-8549-92F0-B23833CEE8B0}" srcOrd="1" destOrd="0" presId="urn:microsoft.com/office/officeart/2008/layout/LinedList"/>
    <dgm:cxn modelId="{417C6120-947C-4A05-9568-F520A731F58F}" type="presParOf" srcId="{84783DB1-8E64-8549-92F0-B23833CEE8B0}" destId="{7639A2F8-0310-4BED-B4BD-EAB6A5C40B77}" srcOrd="0" destOrd="0" presId="urn:microsoft.com/office/officeart/2008/layout/LinedList"/>
    <dgm:cxn modelId="{EFCBAAFD-7D70-405A-A067-02B09384507D}" type="presParOf" srcId="{84783DB1-8E64-8549-92F0-B23833CEE8B0}" destId="{6A69390F-9BF9-4ABA-8159-EAF93506C37D}" srcOrd="1" destOrd="0" presId="urn:microsoft.com/office/officeart/2008/layout/LinedList"/>
    <dgm:cxn modelId="{BC609DD5-369C-4CED-8DC3-665A54F25F64}" type="presParOf" srcId="{6A69390F-9BF9-4ABA-8159-EAF93506C37D}" destId="{80389192-84FD-488B-A175-87A5FB0572BA}" srcOrd="0" destOrd="0" presId="urn:microsoft.com/office/officeart/2008/layout/LinedList"/>
    <dgm:cxn modelId="{E0C7254F-EB7B-4BB4-B923-CCD31BA7A63B}" type="presParOf" srcId="{6A69390F-9BF9-4ABA-8159-EAF93506C37D}" destId="{CECABC1D-D0D2-4346-AB17-5BDF3AE0B320}" srcOrd="1" destOrd="0" presId="urn:microsoft.com/office/officeart/2008/layout/LinedList"/>
    <dgm:cxn modelId="{1F533083-376D-4E64-AF11-8C06B6FB13F1}" type="presParOf" srcId="{6A69390F-9BF9-4ABA-8159-EAF93506C37D}" destId="{C56FE37B-F98C-4D15-95CF-6DC56554B5B4}" srcOrd="2" destOrd="0" presId="urn:microsoft.com/office/officeart/2008/layout/LinedList"/>
    <dgm:cxn modelId="{85DA5232-214D-432E-A291-9BA8555DD595}" type="presParOf" srcId="{84783DB1-8E64-8549-92F0-B23833CEE8B0}" destId="{5D84D3DB-F553-4712-A813-E34BD39795E9}" srcOrd="2" destOrd="0" presId="urn:microsoft.com/office/officeart/2008/layout/LinedList"/>
    <dgm:cxn modelId="{B31D7064-3CFB-4E38-A7E1-231B78156A84}" type="presParOf" srcId="{84783DB1-8E64-8549-92F0-B23833CEE8B0}" destId="{2128B8DA-3804-468D-B525-5F0093F85BA2}" srcOrd="3" destOrd="0" presId="urn:microsoft.com/office/officeart/2008/layout/LinedList"/>
    <dgm:cxn modelId="{7BF7D068-B75D-4D76-B573-835A4BD7C581}" type="presParOf" srcId="{84783DB1-8E64-8549-92F0-B23833CEE8B0}" destId="{4F42B568-F39A-4181-8658-EC1C2143BBA0}" srcOrd="4" destOrd="0" presId="urn:microsoft.com/office/officeart/2008/layout/LinedList"/>
    <dgm:cxn modelId="{6BFA3972-C7A3-46C4-91ED-C0828855A5F0}" type="presParOf" srcId="{4F42B568-F39A-4181-8658-EC1C2143BBA0}" destId="{4F8359BF-8C47-4A90-A343-AF5BDC5F9DE8}" srcOrd="0" destOrd="0" presId="urn:microsoft.com/office/officeart/2008/layout/LinedList"/>
    <dgm:cxn modelId="{241B4E62-9587-4130-AB3C-8CD542FB4943}" type="presParOf" srcId="{4F42B568-F39A-4181-8658-EC1C2143BBA0}" destId="{70B24025-E2C6-417F-99E1-3AE2064C772D}" srcOrd="1" destOrd="0" presId="urn:microsoft.com/office/officeart/2008/layout/LinedList"/>
    <dgm:cxn modelId="{25E73621-911B-4ECE-B0D0-D8165A302B0A}" type="presParOf" srcId="{4F42B568-F39A-4181-8658-EC1C2143BBA0}" destId="{7CEB9B09-60D8-4882-A2D8-38EF68D5C19F}" srcOrd="2" destOrd="0" presId="urn:microsoft.com/office/officeart/2008/layout/LinedList"/>
    <dgm:cxn modelId="{6CFA1A5C-F3E7-4192-BB9D-1EE61E0C4F95}" type="presParOf" srcId="{84783DB1-8E64-8549-92F0-B23833CEE8B0}" destId="{5E350EE4-2D6A-4A16-A0FE-9FACA9074727}" srcOrd="5" destOrd="0" presId="urn:microsoft.com/office/officeart/2008/layout/LinedList"/>
    <dgm:cxn modelId="{756C81E0-BB72-453D-A2D9-EB133995F1FD}" type="presParOf" srcId="{84783DB1-8E64-8549-92F0-B23833CEE8B0}" destId="{9BB5AFB5-07F7-4132-85A2-44E6D0516C88}" srcOrd="6" destOrd="0" presId="urn:microsoft.com/office/officeart/2008/layout/LinedList"/>
    <dgm:cxn modelId="{048C2FF9-BF68-42D9-85B4-03638474141A}" type="presParOf" srcId="{84783DB1-8E64-8549-92F0-B23833CEE8B0}" destId="{CFD8E1A3-90D3-46A8-AE85-EB36E0237BB5}" srcOrd="7" destOrd="0" presId="urn:microsoft.com/office/officeart/2008/layout/LinedList"/>
    <dgm:cxn modelId="{A7DB02EF-C8A2-49A7-B38C-E5A4A1799F1E}" type="presParOf" srcId="{CFD8E1A3-90D3-46A8-AE85-EB36E0237BB5}" destId="{274EF02C-7D1A-409B-A859-EE71E535A688}" srcOrd="0" destOrd="0" presId="urn:microsoft.com/office/officeart/2008/layout/LinedList"/>
    <dgm:cxn modelId="{BF412CD6-57A5-4CD5-AAD7-663CC360F72A}" type="presParOf" srcId="{CFD8E1A3-90D3-46A8-AE85-EB36E0237BB5}" destId="{1AB85A7C-0FFD-4546-B83C-987E91EDF1C9}" srcOrd="1" destOrd="0" presId="urn:microsoft.com/office/officeart/2008/layout/LinedList"/>
    <dgm:cxn modelId="{E242FA79-AF09-43A2-B8D3-13820A4B34EC}" type="presParOf" srcId="{CFD8E1A3-90D3-46A8-AE85-EB36E0237BB5}" destId="{6F7BAE7F-F22E-4343-8455-8D1D04AE6291}" srcOrd="2" destOrd="0" presId="urn:microsoft.com/office/officeart/2008/layout/LinedList"/>
    <dgm:cxn modelId="{9D4CCEDD-0A61-4FD6-B8E7-7BF213D07855}" type="presParOf" srcId="{84783DB1-8E64-8549-92F0-B23833CEE8B0}" destId="{DF72560F-E95F-423D-A8FF-AAE8DAA00A74}" srcOrd="8" destOrd="0" presId="urn:microsoft.com/office/officeart/2008/layout/LinedList"/>
    <dgm:cxn modelId="{C47FBA6E-B113-4C38-A4E1-8F5BF87DA5B6}" type="presParOf" srcId="{84783DB1-8E64-8549-92F0-B23833CEE8B0}" destId="{D8D1CF1A-EF09-4022-8D03-FD002D4FE754}" srcOrd="9" destOrd="0" presId="urn:microsoft.com/office/officeart/2008/layout/LinedList"/>
    <dgm:cxn modelId="{8B0D32AD-2161-4F68-B787-9A77A1785C80}" type="presParOf" srcId="{84783DB1-8E64-8549-92F0-B23833CEE8B0}" destId="{00451E5C-D19E-4AC4-8C6F-60950BA475F2}" srcOrd="10" destOrd="0" presId="urn:microsoft.com/office/officeart/2008/layout/LinedList"/>
    <dgm:cxn modelId="{44EAA285-1F88-4B3A-B163-3D950A0C7E31}" type="presParOf" srcId="{00451E5C-D19E-4AC4-8C6F-60950BA475F2}" destId="{3C367370-E70B-40CC-9DCF-3FC0C33EDE1B}" srcOrd="0" destOrd="0" presId="urn:microsoft.com/office/officeart/2008/layout/LinedList"/>
    <dgm:cxn modelId="{5D4E4558-6D48-4F99-89E9-3AB90A9B638D}" type="presParOf" srcId="{00451E5C-D19E-4AC4-8C6F-60950BA475F2}" destId="{EDBBCE88-88E0-4C06-BA01-B4EFB6C685E1}" srcOrd="1" destOrd="0" presId="urn:microsoft.com/office/officeart/2008/layout/LinedList"/>
    <dgm:cxn modelId="{0701039C-25CD-42FC-BC6B-64227C67679D}" type="presParOf" srcId="{00451E5C-D19E-4AC4-8C6F-60950BA475F2}" destId="{5EA7847F-7A65-4DE6-AFB0-0784772E4EA1}" srcOrd="2" destOrd="0" presId="urn:microsoft.com/office/officeart/2008/layout/LinedList"/>
    <dgm:cxn modelId="{9E53461C-8C5A-4A72-A509-B165D231217A}" type="presParOf" srcId="{84783DB1-8E64-8549-92F0-B23833CEE8B0}" destId="{22FFB06E-FF71-449B-9AA1-BDA4A6D85DF8}" srcOrd="11" destOrd="0" presId="urn:microsoft.com/office/officeart/2008/layout/LinedList"/>
    <dgm:cxn modelId="{AEACF106-59E9-4260-B121-444ED5A5D247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2EDFF52A-EF96-4FA3-BD39-2787EDFF1EFB}" type="presOf" srcId="{D1D10F65-8C36-4800-AD9D-4A75930380A4}" destId="{792A15AE-68CB-4B5E-A488-D8B2430819E0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F8F2D53F-386B-42DF-9A99-493D5239B629}" type="presOf" srcId="{C3CE8D9A-2F5F-E04C-AF81-B61DA3187B58}" destId="{A4615577-DB07-0E46-BAD9-752076C1E8EB}" srcOrd="0" destOrd="0" presId="urn:microsoft.com/office/officeart/2008/layout/LinedList"/>
    <dgm:cxn modelId="{B913BB40-3BBE-4CFD-92CC-65190577230B}" type="presOf" srcId="{9C0C5B6B-88B0-0644-95CC-DA013289C236}" destId="{520D1D2C-1114-41BF-8F7E-61F71B01A781}" srcOrd="0" destOrd="0" presId="urn:microsoft.com/office/officeart/2008/layout/LinedList"/>
    <dgm:cxn modelId="{7C43AE63-EDB0-4A09-A4EF-CF446DC0BABF}" type="presOf" srcId="{2D50EED0-437B-1441-8B3B-81295EA238A9}" destId="{0FAAA673-A6AE-2E48-9396-AEC5BB305A0E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DE35BA58-7121-40B9-8548-A3A94C898EFB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24D5DF88-6E2E-4919-916E-D726547D9235}" type="presOf" srcId="{C067AB59-C7C5-C74B-8B60-2FA743781E39}" destId="{CECABC1D-D0D2-4346-AB17-5BDF3AE0B320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C9E68A3-EC5B-403A-A206-CCFD2E629FB9}" type="presOf" srcId="{5B536FDF-F2F3-4D05-AF9A-89E79C92380B}" destId="{EDBBCE88-88E0-4C06-BA01-B4EFB6C685E1}" srcOrd="0" destOrd="0" presId="urn:microsoft.com/office/officeart/2008/layout/LinedList"/>
    <dgm:cxn modelId="{13C5A0D3-88A3-4E4E-87F8-08F88EF4D6DF}" type="presOf" srcId="{A00DC1EC-B999-A640-8654-4E50ABDDE020}" destId="{9891002C-403A-A043-B663-E6FEB51C2557}" srcOrd="0" destOrd="0" presId="urn:microsoft.com/office/officeart/2008/layout/LinedList"/>
    <dgm:cxn modelId="{C28D53E1-4A5F-4B51-A37D-2626C32A332C}" type="presOf" srcId="{4D7DCE72-F1C7-3648-B096-B3BF2FA1BA56}" destId="{F1E3A902-B27E-4D1E-9D62-838DBF77570E}" srcOrd="0" destOrd="0" presId="urn:microsoft.com/office/officeart/2008/layout/LinedList"/>
    <dgm:cxn modelId="{2D3DA8E9-6A87-4216-B968-254B65E94448}" type="presOf" srcId="{3440283F-7B94-41E1-A678-109BA5967928}" destId="{1AB85A7C-0FFD-4546-B83C-987E91EDF1C9}" srcOrd="0" destOrd="0" presId="urn:microsoft.com/office/officeart/2008/layout/LinedList"/>
    <dgm:cxn modelId="{35B048EB-39B0-48EE-A385-31336F1BDB25}" type="presOf" srcId="{D206AD7D-6FCF-BA4A-A881-D49C0A782FC3}" destId="{70B24025-E2C6-417F-99E1-3AE2064C772D}" srcOrd="0" destOrd="0" presId="urn:microsoft.com/office/officeart/2008/layout/LinedList"/>
    <dgm:cxn modelId="{9BCF0A21-6EB4-42D8-A92F-2B15BDAB3ABB}" type="presParOf" srcId="{A4615577-DB07-0E46-BAD9-752076C1E8EB}" destId="{A70494F9-BBC6-9B4D-ABE0-28B7062A7EEA}" srcOrd="0" destOrd="0" presId="urn:microsoft.com/office/officeart/2008/layout/LinedList"/>
    <dgm:cxn modelId="{4E8D141D-D601-4F53-9FEE-CF9A51F87FBE}" type="presParOf" srcId="{A4615577-DB07-0E46-BAD9-752076C1E8EB}" destId="{4DE94855-2BF1-EB40-B090-FE0F9B4B301E}" srcOrd="1" destOrd="0" presId="urn:microsoft.com/office/officeart/2008/layout/LinedList"/>
    <dgm:cxn modelId="{BE7EFD01-CDEB-4648-8A5A-64087DDE5F2F}" type="presParOf" srcId="{4DE94855-2BF1-EB40-B090-FE0F9B4B301E}" destId="{0FAAA673-A6AE-2E48-9396-AEC5BB305A0E}" srcOrd="0" destOrd="0" presId="urn:microsoft.com/office/officeart/2008/layout/LinedList"/>
    <dgm:cxn modelId="{3A62CE0C-0185-4D40-BD90-F46C9B7BCB42}" type="presParOf" srcId="{4DE94855-2BF1-EB40-B090-FE0F9B4B301E}" destId="{4D92E349-5F1C-414C-955E-416A7CFBF9E9}" srcOrd="1" destOrd="0" presId="urn:microsoft.com/office/officeart/2008/layout/LinedList"/>
    <dgm:cxn modelId="{935CCC15-4AA3-4633-9BFD-A38FA488C286}" type="presParOf" srcId="{A4615577-DB07-0E46-BAD9-752076C1E8EB}" destId="{4324E71C-51E4-4FFA-9638-472734009553}" srcOrd="2" destOrd="0" presId="urn:microsoft.com/office/officeart/2008/layout/LinedList"/>
    <dgm:cxn modelId="{59A1FC6B-FD4A-4A11-84E4-BCFAC37BBB64}" type="presParOf" srcId="{A4615577-DB07-0E46-BAD9-752076C1E8EB}" destId="{35D4AF3C-4879-491B-8004-F3B88F6D9FB5}" srcOrd="3" destOrd="0" presId="urn:microsoft.com/office/officeart/2008/layout/LinedList"/>
    <dgm:cxn modelId="{DF873F77-B724-4962-B4B4-F89FC2882FD5}" type="presParOf" srcId="{35D4AF3C-4879-491B-8004-F3B88F6D9FB5}" destId="{792A15AE-68CB-4B5E-A488-D8B2430819E0}" srcOrd="0" destOrd="0" presId="urn:microsoft.com/office/officeart/2008/layout/LinedList"/>
    <dgm:cxn modelId="{084398B6-73E0-4C53-8A3E-053A541CA75D}" type="presParOf" srcId="{35D4AF3C-4879-491B-8004-F3B88F6D9FB5}" destId="{162AB6D4-F395-4B55-9519-21B610CC0382}" srcOrd="1" destOrd="0" presId="urn:microsoft.com/office/officeart/2008/layout/LinedList"/>
    <dgm:cxn modelId="{EB5F4B8D-30F9-4BD9-9612-0A0DAAA36938}" type="presParOf" srcId="{162AB6D4-F395-4B55-9519-21B610CC0382}" destId="{412C8F4B-57E8-4EE2-95F4-7EAB16DF68B6}" srcOrd="0" destOrd="0" presId="urn:microsoft.com/office/officeart/2008/layout/LinedList"/>
    <dgm:cxn modelId="{C3811F48-EED3-474F-830A-80431E0DCE5B}" type="presParOf" srcId="{162AB6D4-F395-4B55-9519-21B610CC0382}" destId="{706ACAA7-2B5D-4D39-81AB-5DAABC04EC1D}" srcOrd="1" destOrd="0" presId="urn:microsoft.com/office/officeart/2008/layout/LinedList"/>
    <dgm:cxn modelId="{12A623DD-D2FA-42F7-9382-E3E2E2E2DE58}" type="presParOf" srcId="{706ACAA7-2B5D-4D39-81AB-5DAABC04EC1D}" destId="{3456CDB8-701B-42F1-87C2-C295CD1E48EE}" srcOrd="0" destOrd="0" presId="urn:microsoft.com/office/officeart/2008/layout/LinedList"/>
    <dgm:cxn modelId="{446AA8C8-4F57-4436-A2B6-2BCD4394D4A2}" type="presParOf" srcId="{706ACAA7-2B5D-4D39-81AB-5DAABC04EC1D}" destId="{520D1D2C-1114-41BF-8F7E-61F71B01A781}" srcOrd="1" destOrd="0" presId="urn:microsoft.com/office/officeart/2008/layout/LinedList"/>
    <dgm:cxn modelId="{65CDE705-7B99-4548-AD17-5C6EB66ABA80}" type="presParOf" srcId="{706ACAA7-2B5D-4D39-81AB-5DAABC04EC1D}" destId="{D6DDDC7E-F1A5-4153-9143-0972F5C1698F}" srcOrd="2" destOrd="0" presId="urn:microsoft.com/office/officeart/2008/layout/LinedList"/>
    <dgm:cxn modelId="{A97E15EC-DFD1-4B93-AA8D-E68B03321B13}" type="presParOf" srcId="{162AB6D4-F395-4B55-9519-21B610CC0382}" destId="{0A0EB41C-54BD-4DBD-AE20-1F9966450DC3}" srcOrd="2" destOrd="0" presId="urn:microsoft.com/office/officeart/2008/layout/LinedList"/>
    <dgm:cxn modelId="{7A27511B-8B20-46C0-9988-09A08E52D4C7}" type="presParOf" srcId="{162AB6D4-F395-4B55-9519-21B610CC0382}" destId="{BD1DC2FA-97F1-47D7-B64D-204FB692D739}" srcOrd="3" destOrd="0" presId="urn:microsoft.com/office/officeart/2008/layout/LinedList"/>
    <dgm:cxn modelId="{7869438F-3A11-40F3-80A7-41A4C582C111}" type="presParOf" srcId="{162AB6D4-F395-4B55-9519-21B610CC0382}" destId="{AA817BFD-CFD8-4863-BA21-FE68B817CC3C}" srcOrd="4" destOrd="0" presId="urn:microsoft.com/office/officeart/2008/layout/LinedList"/>
    <dgm:cxn modelId="{6ED0D2B4-8F08-4853-8709-8BCFEF407B0E}" type="presParOf" srcId="{AA817BFD-CFD8-4863-BA21-FE68B817CC3C}" destId="{BD57D683-A942-4221-A2F2-BB0CF711AC57}" srcOrd="0" destOrd="0" presId="urn:microsoft.com/office/officeart/2008/layout/LinedList"/>
    <dgm:cxn modelId="{8C509A2C-DA13-4B03-93AC-FF70629D54EE}" type="presParOf" srcId="{AA817BFD-CFD8-4863-BA21-FE68B817CC3C}" destId="{F1E3A902-B27E-4D1E-9D62-838DBF77570E}" srcOrd="1" destOrd="0" presId="urn:microsoft.com/office/officeart/2008/layout/LinedList"/>
    <dgm:cxn modelId="{B291ADF9-B1AB-457C-AA47-30F595F61A0D}" type="presParOf" srcId="{AA817BFD-CFD8-4863-BA21-FE68B817CC3C}" destId="{4F138E20-5633-4DCC-BBC2-20DFBFC7868F}" srcOrd="2" destOrd="0" presId="urn:microsoft.com/office/officeart/2008/layout/LinedList"/>
    <dgm:cxn modelId="{C56BD1CB-68DB-42D1-B927-9BF42484AC7C}" type="presParOf" srcId="{162AB6D4-F395-4B55-9519-21B610CC0382}" destId="{2B79C5B5-7045-4C8A-A0D3-ED34D320DACE}" srcOrd="5" destOrd="0" presId="urn:microsoft.com/office/officeart/2008/layout/LinedList"/>
    <dgm:cxn modelId="{9BE481BF-9F5D-495A-8358-FC4DE8136C87}" type="presParOf" srcId="{162AB6D4-F395-4B55-9519-21B610CC0382}" destId="{8C3B0260-807F-409D-975C-EBFF816514C3}" srcOrd="6" destOrd="0" presId="urn:microsoft.com/office/officeart/2008/layout/LinedList"/>
    <dgm:cxn modelId="{F9A7A64A-62EC-4871-9CFC-86101366BDF5}" type="presParOf" srcId="{162AB6D4-F395-4B55-9519-21B610CC0382}" destId="{DCC37064-A6D2-4A55-A252-3829429045E5}" srcOrd="7" destOrd="0" presId="urn:microsoft.com/office/officeart/2008/layout/LinedList"/>
    <dgm:cxn modelId="{C54C0010-28DF-43C5-8C8F-8B4F1E888D34}" type="presParOf" srcId="{DCC37064-A6D2-4A55-A252-3829429045E5}" destId="{AF620EF4-9246-40B0-95DD-0F97FD557889}" srcOrd="0" destOrd="0" presId="urn:microsoft.com/office/officeart/2008/layout/LinedList"/>
    <dgm:cxn modelId="{B19745F7-A6E4-4E80-B4D6-4275EE78DD00}" type="presParOf" srcId="{DCC37064-A6D2-4A55-A252-3829429045E5}" destId="{821592CB-BF1E-40A4-88FF-532C668728A8}" srcOrd="1" destOrd="0" presId="urn:microsoft.com/office/officeart/2008/layout/LinedList"/>
    <dgm:cxn modelId="{D7056990-ED88-4CB6-AC66-9CC10973C993}" type="presParOf" srcId="{DCC37064-A6D2-4A55-A252-3829429045E5}" destId="{4A2BC687-FFD6-4EBF-9A58-5F5A5936D128}" srcOrd="2" destOrd="0" presId="urn:microsoft.com/office/officeart/2008/layout/LinedList"/>
    <dgm:cxn modelId="{5B6F003B-B9B3-464B-A108-3BE3D0A56E07}" type="presParOf" srcId="{162AB6D4-F395-4B55-9519-21B610CC0382}" destId="{AFB2C275-AEA0-46EA-8FAC-DEEB17253C42}" srcOrd="8" destOrd="0" presId="urn:microsoft.com/office/officeart/2008/layout/LinedList"/>
    <dgm:cxn modelId="{06F4B456-1618-4888-8F83-A0229CE274F9}" type="presParOf" srcId="{162AB6D4-F395-4B55-9519-21B610CC0382}" destId="{B63F60B4-89E7-4E26-9559-C63693EDEACE}" srcOrd="9" destOrd="0" presId="urn:microsoft.com/office/officeart/2008/layout/LinedList"/>
    <dgm:cxn modelId="{4F6BCCE5-90D3-4DCB-86A9-0C3250A91155}" type="presParOf" srcId="{A4615577-DB07-0E46-BAD9-752076C1E8EB}" destId="{B2F277F3-7CF1-994E-B28A-0B3155C31199}" srcOrd="4" destOrd="0" presId="urn:microsoft.com/office/officeart/2008/layout/LinedList"/>
    <dgm:cxn modelId="{1F592CAE-CF5A-4B34-B12F-8B6AE8349BE7}" type="presParOf" srcId="{A4615577-DB07-0E46-BAD9-752076C1E8EB}" destId="{0C40495D-3188-9E48-A89E-F64BB2F461F5}" srcOrd="5" destOrd="0" presId="urn:microsoft.com/office/officeart/2008/layout/LinedList"/>
    <dgm:cxn modelId="{579F1916-5CD7-4218-B4D7-094D2168FEEA}" type="presParOf" srcId="{0C40495D-3188-9E48-A89E-F64BB2F461F5}" destId="{9891002C-403A-A043-B663-E6FEB51C2557}" srcOrd="0" destOrd="0" presId="urn:microsoft.com/office/officeart/2008/layout/LinedList"/>
    <dgm:cxn modelId="{97D9F5DF-B836-4217-8AA6-8EB8A1AD4572}" type="presParOf" srcId="{0C40495D-3188-9E48-A89E-F64BB2F461F5}" destId="{84783DB1-8E64-8549-92F0-B23833CEE8B0}" srcOrd="1" destOrd="0" presId="urn:microsoft.com/office/officeart/2008/layout/LinedList"/>
    <dgm:cxn modelId="{60D06979-C527-4E49-954F-A6583F4A5B33}" type="presParOf" srcId="{84783DB1-8E64-8549-92F0-B23833CEE8B0}" destId="{7639A2F8-0310-4BED-B4BD-EAB6A5C40B77}" srcOrd="0" destOrd="0" presId="urn:microsoft.com/office/officeart/2008/layout/LinedList"/>
    <dgm:cxn modelId="{09B568F0-2F32-4326-9083-67BF1AB28948}" type="presParOf" srcId="{84783DB1-8E64-8549-92F0-B23833CEE8B0}" destId="{6A69390F-9BF9-4ABA-8159-EAF93506C37D}" srcOrd="1" destOrd="0" presId="urn:microsoft.com/office/officeart/2008/layout/LinedList"/>
    <dgm:cxn modelId="{2F443A8C-341E-46B3-888F-D6F1EC094E38}" type="presParOf" srcId="{6A69390F-9BF9-4ABA-8159-EAF93506C37D}" destId="{80389192-84FD-488B-A175-87A5FB0572BA}" srcOrd="0" destOrd="0" presId="urn:microsoft.com/office/officeart/2008/layout/LinedList"/>
    <dgm:cxn modelId="{BC00DB35-F225-430C-9DC2-359906330FE5}" type="presParOf" srcId="{6A69390F-9BF9-4ABA-8159-EAF93506C37D}" destId="{CECABC1D-D0D2-4346-AB17-5BDF3AE0B320}" srcOrd="1" destOrd="0" presId="urn:microsoft.com/office/officeart/2008/layout/LinedList"/>
    <dgm:cxn modelId="{0C10C13D-2FF0-4E03-A006-DC261F3518FD}" type="presParOf" srcId="{6A69390F-9BF9-4ABA-8159-EAF93506C37D}" destId="{C56FE37B-F98C-4D15-95CF-6DC56554B5B4}" srcOrd="2" destOrd="0" presId="urn:microsoft.com/office/officeart/2008/layout/LinedList"/>
    <dgm:cxn modelId="{6D3680BA-02B1-4A76-888A-629CDBD0F4DD}" type="presParOf" srcId="{84783DB1-8E64-8549-92F0-B23833CEE8B0}" destId="{5D84D3DB-F553-4712-A813-E34BD39795E9}" srcOrd="2" destOrd="0" presId="urn:microsoft.com/office/officeart/2008/layout/LinedList"/>
    <dgm:cxn modelId="{569602AD-FD22-46B3-9D4D-C662D8808BBB}" type="presParOf" srcId="{84783DB1-8E64-8549-92F0-B23833CEE8B0}" destId="{2128B8DA-3804-468D-B525-5F0093F85BA2}" srcOrd="3" destOrd="0" presId="urn:microsoft.com/office/officeart/2008/layout/LinedList"/>
    <dgm:cxn modelId="{DBF88484-12DB-4A08-863B-E998CAA15F31}" type="presParOf" srcId="{84783DB1-8E64-8549-92F0-B23833CEE8B0}" destId="{4F42B568-F39A-4181-8658-EC1C2143BBA0}" srcOrd="4" destOrd="0" presId="urn:microsoft.com/office/officeart/2008/layout/LinedList"/>
    <dgm:cxn modelId="{DEC59F6E-D9E6-4D59-84CF-4C4B7784E45C}" type="presParOf" srcId="{4F42B568-F39A-4181-8658-EC1C2143BBA0}" destId="{4F8359BF-8C47-4A90-A343-AF5BDC5F9DE8}" srcOrd="0" destOrd="0" presId="urn:microsoft.com/office/officeart/2008/layout/LinedList"/>
    <dgm:cxn modelId="{D77F6D86-B01B-4144-B59B-0697E556E0AA}" type="presParOf" srcId="{4F42B568-F39A-4181-8658-EC1C2143BBA0}" destId="{70B24025-E2C6-417F-99E1-3AE2064C772D}" srcOrd="1" destOrd="0" presId="urn:microsoft.com/office/officeart/2008/layout/LinedList"/>
    <dgm:cxn modelId="{00EF386B-D023-4826-B0D3-BE97FE572414}" type="presParOf" srcId="{4F42B568-F39A-4181-8658-EC1C2143BBA0}" destId="{7CEB9B09-60D8-4882-A2D8-38EF68D5C19F}" srcOrd="2" destOrd="0" presId="urn:microsoft.com/office/officeart/2008/layout/LinedList"/>
    <dgm:cxn modelId="{4945318C-0402-4575-ADDB-33A4830F4F63}" type="presParOf" srcId="{84783DB1-8E64-8549-92F0-B23833CEE8B0}" destId="{5E350EE4-2D6A-4A16-A0FE-9FACA9074727}" srcOrd="5" destOrd="0" presId="urn:microsoft.com/office/officeart/2008/layout/LinedList"/>
    <dgm:cxn modelId="{8EC6E6E0-0FB1-4C48-B0FB-EA34075A88EC}" type="presParOf" srcId="{84783DB1-8E64-8549-92F0-B23833CEE8B0}" destId="{9BB5AFB5-07F7-4132-85A2-44E6D0516C88}" srcOrd="6" destOrd="0" presId="urn:microsoft.com/office/officeart/2008/layout/LinedList"/>
    <dgm:cxn modelId="{85973451-2310-40D5-BEF7-189D6A12F372}" type="presParOf" srcId="{84783DB1-8E64-8549-92F0-B23833CEE8B0}" destId="{CFD8E1A3-90D3-46A8-AE85-EB36E0237BB5}" srcOrd="7" destOrd="0" presId="urn:microsoft.com/office/officeart/2008/layout/LinedList"/>
    <dgm:cxn modelId="{FADE9AD8-ACC8-4359-B443-6002DC8406B9}" type="presParOf" srcId="{CFD8E1A3-90D3-46A8-AE85-EB36E0237BB5}" destId="{274EF02C-7D1A-409B-A859-EE71E535A688}" srcOrd="0" destOrd="0" presId="urn:microsoft.com/office/officeart/2008/layout/LinedList"/>
    <dgm:cxn modelId="{D184ECB6-1103-4E33-88C1-E3009BD3CC37}" type="presParOf" srcId="{CFD8E1A3-90D3-46A8-AE85-EB36E0237BB5}" destId="{1AB85A7C-0FFD-4546-B83C-987E91EDF1C9}" srcOrd="1" destOrd="0" presId="urn:microsoft.com/office/officeart/2008/layout/LinedList"/>
    <dgm:cxn modelId="{7BF68379-3A47-4154-81A0-3032E829C8BF}" type="presParOf" srcId="{CFD8E1A3-90D3-46A8-AE85-EB36E0237BB5}" destId="{6F7BAE7F-F22E-4343-8455-8D1D04AE6291}" srcOrd="2" destOrd="0" presId="urn:microsoft.com/office/officeart/2008/layout/LinedList"/>
    <dgm:cxn modelId="{3F2B48E3-E52A-40BE-B5E5-060B0DDD343A}" type="presParOf" srcId="{84783DB1-8E64-8549-92F0-B23833CEE8B0}" destId="{DF72560F-E95F-423D-A8FF-AAE8DAA00A74}" srcOrd="8" destOrd="0" presId="urn:microsoft.com/office/officeart/2008/layout/LinedList"/>
    <dgm:cxn modelId="{7A28328D-47A6-4ADA-8D9C-2EDA9945F98F}" type="presParOf" srcId="{84783DB1-8E64-8549-92F0-B23833CEE8B0}" destId="{D8D1CF1A-EF09-4022-8D03-FD002D4FE754}" srcOrd="9" destOrd="0" presId="urn:microsoft.com/office/officeart/2008/layout/LinedList"/>
    <dgm:cxn modelId="{96E02F48-43CC-4A52-8DE5-BF5B200738DD}" type="presParOf" srcId="{84783DB1-8E64-8549-92F0-B23833CEE8B0}" destId="{00451E5C-D19E-4AC4-8C6F-60950BA475F2}" srcOrd="10" destOrd="0" presId="urn:microsoft.com/office/officeart/2008/layout/LinedList"/>
    <dgm:cxn modelId="{185F5C92-0C1B-44C8-905B-46FA18FDA740}" type="presParOf" srcId="{00451E5C-D19E-4AC4-8C6F-60950BA475F2}" destId="{3C367370-E70B-40CC-9DCF-3FC0C33EDE1B}" srcOrd="0" destOrd="0" presId="urn:microsoft.com/office/officeart/2008/layout/LinedList"/>
    <dgm:cxn modelId="{CDE78C31-CD18-4A19-B93C-4935F1A9B90F}" type="presParOf" srcId="{00451E5C-D19E-4AC4-8C6F-60950BA475F2}" destId="{EDBBCE88-88E0-4C06-BA01-B4EFB6C685E1}" srcOrd="1" destOrd="0" presId="urn:microsoft.com/office/officeart/2008/layout/LinedList"/>
    <dgm:cxn modelId="{0BD15870-87D9-45B0-898B-0E6EC0448056}" type="presParOf" srcId="{00451E5C-D19E-4AC4-8C6F-60950BA475F2}" destId="{5EA7847F-7A65-4DE6-AFB0-0784772E4EA1}" srcOrd="2" destOrd="0" presId="urn:microsoft.com/office/officeart/2008/layout/LinedList"/>
    <dgm:cxn modelId="{CBF3DC12-8B62-4882-A73B-DCEA92B4B801}" type="presParOf" srcId="{84783DB1-8E64-8549-92F0-B23833CEE8B0}" destId="{22FFB06E-FF71-449B-9AA1-BDA4A6D85DF8}" srcOrd="11" destOrd="0" presId="urn:microsoft.com/office/officeart/2008/layout/LinedList"/>
    <dgm:cxn modelId="{50717F8A-678D-4A4E-BF99-E8E630B27BF9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10D5F604-B010-4905-928D-128DC07016ED}" type="presOf" srcId="{2D50EED0-437B-1441-8B3B-81295EA238A9}" destId="{0FAAA673-A6AE-2E48-9396-AEC5BB305A0E}" srcOrd="0" destOrd="0" presId="urn:microsoft.com/office/officeart/2008/layout/LinedList"/>
    <dgm:cxn modelId="{16E64914-015F-448B-A037-2E7DB991F267}" type="presOf" srcId="{9C0C5B6B-88B0-0644-95CC-DA013289C236}" destId="{520D1D2C-1114-41BF-8F7E-61F71B01A781}" srcOrd="0" destOrd="0" presId="urn:microsoft.com/office/officeart/2008/layout/LinedList"/>
    <dgm:cxn modelId="{EC21B124-AFB1-4F5E-BBAA-ACE5AA8D00CC}" type="presOf" srcId="{3440283F-7B94-41E1-A678-109BA5967928}" destId="{1AB85A7C-0FFD-4546-B83C-987E91EDF1C9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C5111A31-01D4-46C8-A103-D56B9ADA3035}" type="presOf" srcId="{D206AD7D-6FCF-BA4A-A881-D49C0A782FC3}" destId="{70B24025-E2C6-417F-99E1-3AE2064C772D}" srcOrd="0" destOrd="0" presId="urn:microsoft.com/office/officeart/2008/layout/LinedList"/>
    <dgm:cxn modelId="{CF8D8A31-A9DA-41E2-9A0F-55FA0161CF38}" type="presOf" srcId="{C3CE8D9A-2F5F-E04C-AF81-B61DA3187B58}" destId="{A4615577-DB07-0E46-BAD9-752076C1E8EB}" srcOrd="0" destOrd="0" presId="urn:microsoft.com/office/officeart/2008/layout/LinedList"/>
    <dgm:cxn modelId="{86483C35-5CC9-483D-88F8-944DF38F5C0A}" type="presOf" srcId="{5B536FDF-F2F3-4D05-AF9A-89E79C92380B}" destId="{EDBBCE88-88E0-4C06-BA01-B4EFB6C685E1}" srcOrd="0" destOrd="0" presId="urn:microsoft.com/office/officeart/2008/layout/LinedList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CF98FE45-4D98-4D18-8F02-CED971133A2A}" type="presOf" srcId="{C067AB59-C7C5-C74B-8B60-2FA743781E39}" destId="{CECABC1D-D0D2-4346-AB17-5BDF3AE0B32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55CA817A-B1CE-4DC1-9633-DF8C4D410053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03B11B93-6587-47F1-AE66-3553F2D08E17}" type="presOf" srcId="{D1D10F65-8C36-4800-AD9D-4A75930380A4}" destId="{792A15AE-68CB-4B5E-A488-D8B2430819E0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3DE753C6-6EE6-46F8-B09F-B149ADE7D368}" type="presOf" srcId="{4D7DCE72-F1C7-3648-B096-B3BF2FA1BA56}" destId="{F1E3A902-B27E-4D1E-9D62-838DBF77570E}" srcOrd="0" destOrd="0" presId="urn:microsoft.com/office/officeart/2008/layout/LinedList"/>
    <dgm:cxn modelId="{09B3B3CE-8F5C-4F54-B2D0-7C0C243FD45F}" type="presOf" srcId="{A00DC1EC-B999-A640-8654-4E50ABDDE020}" destId="{9891002C-403A-A043-B663-E6FEB51C2557}" srcOrd="0" destOrd="0" presId="urn:microsoft.com/office/officeart/2008/layout/LinedList"/>
    <dgm:cxn modelId="{81B71852-B6B2-4F9F-9F41-7EB5D3EB9DBD}" type="presParOf" srcId="{A4615577-DB07-0E46-BAD9-752076C1E8EB}" destId="{A70494F9-BBC6-9B4D-ABE0-28B7062A7EEA}" srcOrd="0" destOrd="0" presId="urn:microsoft.com/office/officeart/2008/layout/LinedList"/>
    <dgm:cxn modelId="{189A31EC-92B5-496F-B1B6-8B572ED8F392}" type="presParOf" srcId="{A4615577-DB07-0E46-BAD9-752076C1E8EB}" destId="{4DE94855-2BF1-EB40-B090-FE0F9B4B301E}" srcOrd="1" destOrd="0" presId="urn:microsoft.com/office/officeart/2008/layout/LinedList"/>
    <dgm:cxn modelId="{7DC5001D-879F-4DB9-970E-B2059AE0B955}" type="presParOf" srcId="{4DE94855-2BF1-EB40-B090-FE0F9B4B301E}" destId="{0FAAA673-A6AE-2E48-9396-AEC5BB305A0E}" srcOrd="0" destOrd="0" presId="urn:microsoft.com/office/officeart/2008/layout/LinedList"/>
    <dgm:cxn modelId="{C3CF7A00-9699-4396-ADE6-520B75852477}" type="presParOf" srcId="{4DE94855-2BF1-EB40-B090-FE0F9B4B301E}" destId="{4D92E349-5F1C-414C-955E-416A7CFBF9E9}" srcOrd="1" destOrd="0" presId="urn:microsoft.com/office/officeart/2008/layout/LinedList"/>
    <dgm:cxn modelId="{83ACD113-4F15-4A41-81C9-408E306433C5}" type="presParOf" srcId="{A4615577-DB07-0E46-BAD9-752076C1E8EB}" destId="{4324E71C-51E4-4FFA-9638-472734009553}" srcOrd="2" destOrd="0" presId="urn:microsoft.com/office/officeart/2008/layout/LinedList"/>
    <dgm:cxn modelId="{76D9D08C-6750-464F-84A3-AFDC6B281496}" type="presParOf" srcId="{A4615577-DB07-0E46-BAD9-752076C1E8EB}" destId="{35D4AF3C-4879-491B-8004-F3B88F6D9FB5}" srcOrd="3" destOrd="0" presId="urn:microsoft.com/office/officeart/2008/layout/LinedList"/>
    <dgm:cxn modelId="{55792E65-1FB8-42C2-8061-90082FEB0CD6}" type="presParOf" srcId="{35D4AF3C-4879-491B-8004-F3B88F6D9FB5}" destId="{792A15AE-68CB-4B5E-A488-D8B2430819E0}" srcOrd="0" destOrd="0" presId="urn:microsoft.com/office/officeart/2008/layout/LinedList"/>
    <dgm:cxn modelId="{C2C87286-B6E6-4297-A474-EED4A836414D}" type="presParOf" srcId="{35D4AF3C-4879-491B-8004-F3B88F6D9FB5}" destId="{162AB6D4-F395-4B55-9519-21B610CC0382}" srcOrd="1" destOrd="0" presId="urn:microsoft.com/office/officeart/2008/layout/LinedList"/>
    <dgm:cxn modelId="{1DD8F4A7-F118-444E-B478-DE74DA865107}" type="presParOf" srcId="{162AB6D4-F395-4B55-9519-21B610CC0382}" destId="{412C8F4B-57E8-4EE2-95F4-7EAB16DF68B6}" srcOrd="0" destOrd="0" presId="urn:microsoft.com/office/officeart/2008/layout/LinedList"/>
    <dgm:cxn modelId="{292B9908-F8FD-471E-9479-7432B6B32CC9}" type="presParOf" srcId="{162AB6D4-F395-4B55-9519-21B610CC0382}" destId="{706ACAA7-2B5D-4D39-81AB-5DAABC04EC1D}" srcOrd="1" destOrd="0" presId="urn:microsoft.com/office/officeart/2008/layout/LinedList"/>
    <dgm:cxn modelId="{7448BD50-046A-40CA-BFE1-F2E9BF32E0B7}" type="presParOf" srcId="{706ACAA7-2B5D-4D39-81AB-5DAABC04EC1D}" destId="{3456CDB8-701B-42F1-87C2-C295CD1E48EE}" srcOrd="0" destOrd="0" presId="urn:microsoft.com/office/officeart/2008/layout/LinedList"/>
    <dgm:cxn modelId="{4FA3CD58-BEE8-48F9-ACEF-A3883E6A2D30}" type="presParOf" srcId="{706ACAA7-2B5D-4D39-81AB-5DAABC04EC1D}" destId="{520D1D2C-1114-41BF-8F7E-61F71B01A781}" srcOrd="1" destOrd="0" presId="urn:microsoft.com/office/officeart/2008/layout/LinedList"/>
    <dgm:cxn modelId="{A8CAE9A3-3913-4E0C-9CFF-7FA14DD5963C}" type="presParOf" srcId="{706ACAA7-2B5D-4D39-81AB-5DAABC04EC1D}" destId="{D6DDDC7E-F1A5-4153-9143-0972F5C1698F}" srcOrd="2" destOrd="0" presId="urn:microsoft.com/office/officeart/2008/layout/LinedList"/>
    <dgm:cxn modelId="{629FC114-680B-41D5-9F37-3ED7032FA903}" type="presParOf" srcId="{162AB6D4-F395-4B55-9519-21B610CC0382}" destId="{0A0EB41C-54BD-4DBD-AE20-1F9966450DC3}" srcOrd="2" destOrd="0" presId="urn:microsoft.com/office/officeart/2008/layout/LinedList"/>
    <dgm:cxn modelId="{336AE935-5228-4EEE-AA12-F3AC185C4967}" type="presParOf" srcId="{162AB6D4-F395-4B55-9519-21B610CC0382}" destId="{BD1DC2FA-97F1-47D7-B64D-204FB692D739}" srcOrd="3" destOrd="0" presId="urn:microsoft.com/office/officeart/2008/layout/LinedList"/>
    <dgm:cxn modelId="{9F883374-A611-493D-ADDA-22369150C450}" type="presParOf" srcId="{162AB6D4-F395-4B55-9519-21B610CC0382}" destId="{AA817BFD-CFD8-4863-BA21-FE68B817CC3C}" srcOrd="4" destOrd="0" presId="urn:microsoft.com/office/officeart/2008/layout/LinedList"/>
    <dgm:cxn modelId="{9FB33E9E-A660-49BA-AB4C-AEF737D73B1C}" type="presParOf" srcId="{AA817BFD-CFD8-4863-BA21-FE68B817CC3C}" destId="{BD57D683-A942-4221-A2F2-BB0CF711AC57}" srcOrd="0" destOrd="0" presId="urn:microsoft.com/office/officeart/2008/layout/LinedList"/>
    <dgm:cxn modelId="{D4E9E7F0-1110-4F80-90FE-9DA0D44C3A29}" type="presParOf" srcId="{AA817BFD-CFD8-4863-BA21-FE68B817CC3C}" destId="{F1E3A902-B27E-4D1E-9D62-838DBF77570E}" srcOrd="1" destOrd="0" presId="urn:microsoft.com/office/officeart/2008/layout/LinedList"/>
    <dgm:cxn modelId="{4E7B94F3-784B-4AA6-93EC-B51002471995}" type="presParOf" srcId="{AA817BFD-CFD8-4863-BA21-FE68B817CC3C}" destId="{4F138E20-5633-4DCC-BBC2-20DFBFC7868F}" srcOrd="2" destOrd="0" presId="urn:microsoft.com/office/officeart/2008/layout/LinedList"/>
    <dgm:cxn modelId="{381F134A-5113-431C-BB00-E00ACD7F8800}" type="presParOf" srcId="{162AB6D4-F395-4B55-9519-21B610CC0382}" destId="{2B79C5B5-7045-4C8A-A0D3-ED34D320DACE}" srcOrd="5" destOrd="0" presId="urn:microsoft.com/office/officeart/2008/layout/LinedList"/>
    <dgm:cxn modelId="{4688859F-3033-49F6-8D7B-EE914166B070}" type="presParOf" srcId="{162AB6D4-F395-4B55-9519-21B610CC0382}" destId="{8C3B0260-807F-409D-975C-EBFF816514C3}" srcOrd="6" destOrd="0" presId="urn:microsoft.com/office/officeart/2008/layout/LinedList"/>
    <dgm:cxn modelId="{D2B19BE7-FC9C-45F8-BF31-EE5C73C5A526}" type="presParOf" srcId="{162AB6D4-F395-4B55-9519-21B610CC0382}" destId="{DCC37064-A6D2-4A55-A252-3829429045E5}" srcOrd="7" destOrd="0" presId="urn:microsoft.com/office/officeart/2008/layout/LinedList"/>
    <dgm:cxn modelId="{634876FD-DB05-450B-A2B5-E30506AE5510}" type="presParOf" srcId="{DCC37064-A6D2-4A55-A252-3829429045E5}" destId="{AF620EF4-9246-40B0-95DD-0F97FD557889}" srcOrd="0" destOrd="0" presId="urn:microsoft.com/office/officeart/2008/layout/LinedList"/>
    <dgm:cxn modelId="{D10CE408-972A-49B6-98CA-A7A5CF89FF2A}" type="presParOf" srcId="{DCC37064-A6D2-4A55-A252-3829429045E5}" destId="{821592CB-BF1E-40A4-88FF-532C668728A8}" srcOrd="1" destOrd="0" presId="urn:microsoft.com/office/officeart/2008/layout/LinedList"/>
    <dgm:cxn modelId="{89A98A69-D206-4413-919C-44459C843F06}" type="presParOf" srcId="{DCC37064-A6D2-4A55-A252-3829429045E5}" destId="{4A2BC687-FFD6-4EBF-9A58-5F5A5936D128}" srcOrd="2" destOrd="0" presId="urn:microsoft.com/office/officeart/2008/layout/LinedList"/>
    <dgm:cxn modelId="{6E6C462B-EA96-49D9-A94C-4BE62B2384B3}" type="presParOf" srcId="{162AB6D4-F395-4B55-9519-21B610CC0382}" destId="{AFB2C275-AEA0-46EA-8FAC-DEEB17253C42}" srcOrd="8" destOrd="0" presId="urn:microsoft.com/office/officeart/2008/layout/LinedList"/>
    <dgm:cxn modelId="{9EF1269C-8746-4E3E-9854-AB642DD04A6A}" type="presParOf" srcId="{162AB6D4-F395-4B55-9519-21B610CC0382}" destId="{B63F60B4-89E7-4E26-9559-C63693EDEACE}" srcOrd="9" destOrd="0" presId="urn:microsoft.com/office/officeart/2008/layout/LinedList"/>
    <dgm:cxn modelId="{6C9FD6F2-1E55-4164-9DA3-6AF2855541E2}" type="presParOf" srcId="{A4615577-DB07-0E46-BAD9-752076C1E8EB}" destId="{B2F277F3-7CF1-994E-B28A-0B3155C31199}" srcOrd="4" destOrd="0" presId="urn:microsoft.com/office/officeart/2008/layout/LinedList"/>
    <dgm:cxn modelId="{2F6E07A2-828D-4279-85B4-31D59E772192}" type="presParOf" srcId="{A4615577-DB07-0E46-BAD9-752076C1E8EB}" destId="{0C40495D-3188-9E48-A89E-F64BB2F461F5}" srcOrd="5" destOrd="0" presId="urn:microsoft.com/office/officeart/2008/layout/LinedList"/>
    <dgm:cxn modelId="{86F6830E-2B55-4C84-942A-1FB9B9C35BC9}" type="presParOf" srcId="{0C40495D-3188-9E48-A89E-F64BB2F461F5}" destId="{9891002C-403A-A043-B663-E6FEB51C2557}" srcOrd="0" destOrd="0" presId="urn:microsoft.com/office/officeart/2008/layout/LinedList"/>
    <dgm:cxn modelId="{9E92B894-A4D5-4166-ADEC-E7B11C57F794}" type="presParOf" srcId="{0C40495D-3188-9E48-A89E-F64BB2F461F5}" destId="{84783DB1-8E64-8549-92F0-B23833CEE8B0}" srcOrd="1" destOrd="0" presId="urn:microsoft.com/office/officeart/2008/layout/LinedList"/>
    <dgm:cxn modelId="{321E9857-0CC6-4B75-8099-A0D6AF7D36CA}" type="presParOf" srcId="{84783DB1-8E64-8549-92F0-B23833CEE8B0}" destId="{7639A2F8-0310-4BED-B4BD-EAB6A5C40B77}" srcOrd="0" destOrd="0" presId="urn:microsoft.com/office/officeart/2008/layout/LinedList"/>
    <dgm:cxn modelId="{F452403E-8587-40AA-A233-85D7E201349D}" type="presParOf" srcId="{84783DB1-8E64-8549-92F0-B23833CEE8B0}" destId="{6A69390F-9BF9-4ABA-8159-EAF93506C37D}" srcOrd="1" destOrd="0" presId="urn:microsoft.com/office/officeart/2008/layout/LinedList"/>
    <dgm:cxn modelId="{5869CAE4-8E5E-497C-B1D1-955E3F9D6B6D}" type="presParOf" srcId="{6A69390F-9BF9-4ABA-8159-EAF93506C37D}" destId="{80389192-84FD-488B-A175-87A5FB0572BA}" srcOrd="0" destOrd="0" presId="urn:microsoft.com/office/officeart/2008/layout/LinedList"/>
    <dgm:cxn modelId="{84B1A1D9-9522-4CD4-9588-0672F5CE4DE0}" type="presParOf" srcId="{6A69390F-9BF9-4ABA-8159-EAF93506C37D}" destId="{CECABC1D-D0D2-4346-AB17-5BDF3AE0B320}" srcOrd="1" destOrd="0" presId="urn:microsoft.com/office/officeart/2008/layout/LinedList"/>
    <dgm:cxn modelId="{5091D82D-198F-4A6F-BFCC-09FF49001099}" type="presParOf" srcId="{6A69390F-9BF9-4ABA-8159-EAF93506C37D}" destId="{C56FE37B-F98C-4D15-95CF-6DC56554B5B4}" srcOrd="2" destOrd="0" presId="urn:microsoft.com/office/officeart/2008/layout/LinedList"/>
    <dgm:cxn modelId="{0384C1DA-7363-4B8F-A158-07F9FD3F4753}" type="presParOf" srcId="{84783DB1-8E64-8549-92F0-B23833CEE8B0}" destId="{5D84D3DB-F553-4712-A813-E34BD39795E9}" srcOrd="2" destOrd="0" presId="urn:microsoft.com/office/officeart/2008/layout/LinedList"/>
    <dgm:cxn modelId="{FCF829EE-495A-4FBF-9F59-2A5DE17B546A}" type="presParOf" srcId="{84783DB1-8E64-8549-92F0-B23833CEE8B0}" destId="{2128B8DA-3804-468D-B525-5F0093F85BA2}" srcOrd="3" destOrd="0" presId="urn:microsoft.com/office/officeart/2008/layout/LinedList"/>
    <dgm:cxn modelId="{3A8CDB31-84FF-48B3-A224-3D2EAD981890}" type="presParOf" srcId="{84783DB1-8E64-8549-92F0-B23833CEE8B0}" destId="{4F42B568-F39A-4181-8658-EC1C2143BBA0}" srcOrd="4" destOrd="0" presId="urn:microsoft.com/office/officeart/2008/layout/LinedList"/>
    <dgm:cxn modelId="{90C96265-8637-4428-8F88-E4104850E5E4}" type="presParOf" srcId="{4F42B568-F39A-4181-8658-EC1C2143BBA0}" destId="{4F8359BF-8C47-4A90-A343-AF5BDC5F9DE8}" srcOrd="0" destOrd="0" presId="urn:microsoft.com/office/officeart/2008/layout/LinedList"/>
    <dgm:cxn modelId="{E99DB9BC-CA13-46E7-826C-A3E5262EE8AA}" type="presParOf" srcId="{4F42B568-F39A-4181-8658-EC1C2143BBA0}" destId="{70B24025-E2C6-417F-99E1-3AE2064C772D}" srcOrd="1" destOrd="0" presId="urn:microsoft.com/office/officeart/2008/layout/LinedList"/>
    <dgm:cxn modelId="{6CBA157C-EC13-4ECD-A3BA-2EC079AAE4AF}" type="presParOf" srcId="{4F42B568-F39A-4181-8658-EC1C2143BBA0}" destId="{7CEB9B09-60D8-4882-A2D8-38EF68D5C19F}" srcOrd="2" destOrd="0" presId="urn:microsoft.com/office/officeart/2008/layout/LinedList"/>
    <dgm:cxn modelId="{E1DA25BE-4FAE-4E20-8BF7-C2585A377894}" type="presParOf" srcId="{84783DB1-8E64-8549-92F0-B23833CEE8B0}" destId="{5E350EE4-2D6A-4A16-A0FE-9FACA9074727}" srcOrd="5" destOrd="0" presId="urn:microsoft.com/office/officeart/2008/layout/LinedList"/>
    <dgm:cxn modelId="{A1751125-743F-465A-8014-5A66F64AFAED}" type="presParOf" srcId="{84783DB1-8E64-8549-92F0-B23833CEE8B0}" destId="{9BB5AFB5-07F7-4132-85A2-44E6D0516C88}" srcOrd="6" destOrd="0" presId="urn:microsoft.com/office/officeart/2008/layout/LinedList"/>
    <dgm:cxn modelId="{E54AE059-C5A2-4B7F-86EA-DF2EE4ECDA94}" type="presParOf" srcId="{84783DB1-8E64-8549-92F0-B23833CEE8B0}" destId="{CFD8E1A3-90D3-46A8-AE85-EB36E0237BB5}" srcOrd="7" destOrd="0" presId="urn:microsoft.com/office/officeart/2008/layout/LinedList"/>
    <dgm:cxn modelId="{44EA9835-9F24-42BF-B86E-9D65696FEBFC}" type="presParOf" srcId="{CFD8E1A3-90D3-46A8-AE85-EB36E0237BB5}" destId="{274EF02C-7D1A-409B-A859-EE71E535A688}" srcOrd="0" destOrd="0" presId="urn:microsoft.com/office/officeart/2008/layout/LinedList"/>
    <dgm:cxn modelId="{CA933F7B-530E-435B-BE99-ED4947DCE83F}" type="presParOf" srcId="{CFD8E1A3-90D3-46A8-AE85-EB36E0237BB5}" destId="{1AB85A7C-0FFD-4546-B83C-987E91EDF1C9}" srcOrd="1" destOrd="0" presId="urn:microsoft.com/office/officeart/2008/layout/LinedList"/>
    <dgm:cxn modelId="{3DFEC85E-7872-44A1-B38A-81F280A27980}" type="presParOf" srcId="{CFD8E1A3-90D3-46A8-AE85-EB36E0237BB5}" destId="{6F7BAE7F-F22E-4343-8455-8D1D04AE6291}" srcOrd="2" destOrd="0" presId="urn:microsoft.com/office/officeart/2008/layout/LinedList"/>
    <dgm:cxn modelId="{1CAE5701-53CA-4A1D-9290-8E902CFF0457}" type="presParOf" srcId="{84783DB1-8E64-8549-92F0-B23833CEE8B0}" destId="{DF72560F-E95F-423D-A8FF-AAE8DAA00A74}" srcOrd="8" destOrd="0" presId="urn:microsoft.com/office/officeart/2008/layout/LinedList"/>
    <dgm:cxn modelId="{AC308665-E788-4C4F-A99E-5996F0626FFF}" type="presParOf" srcId="{84783DB1-8E64-8549-92F0-B23833CEE8B0}" destId="{D8D1CF1A-EF09-4022-8D03-FD002D4FE754}" srcOrd="9" destOrd="0" presId="urn:microsoft.com/office/officeart/2008/layout/LinedList"/>
    <dgm:cxn modelId="{76A9934D-D716-45C4-89A9-28FF848E3F8E}" type="presParOf" srcId="{84783DB1-8E64-8549-92F0-B23833CEE8B0}" destId="{00451E5C-D19E-4AC4-8C6F-60950BA475F2}" srcOrd="10" destOrd="0" presId="urn:microsoft.com/office/officeart/2008/layout/LinedList"/>
    <dgm:cxn modelId="{730F96F0-F882-45E9-A075-6BF96F50C3F8}" type="presParOf" srcId="{00451E5C-D19E-4AC4-8C6F-60950BA475F2}" destId="{3C367370-E70B-40CC-9DCF-3FC0C33EDE1B}" srcOrd="0" destOrd="0" presId="urn:microsoft.com/office/officeart/2008/layout/LinedList"/>
    <dgm:cxn modelId="{4CF8C1B4-4140-4B44-A4CA-908D20865CAA}" type="presParOf" srcId="{00451E5C-D19E-4AC4-8C6F-60950BA475F2}" destId="{EDBBCE88-88E0-4C06-BA01-B4EFB6C685E1}" srcOrd="1" destOrd="0" presId="urn:microsoft.com/office/officeart/2008/layout/LinedList"/>
    <dgm:cxn modelId="{9821EDE7-3B46-4F17-B02B-F01E3DFBD9DC}" type="presParOf" srcId="{00451E5C-D19E-4AC4-8C6F-60950BA475F2}" destId="{5EA7847F-7A65-4DE6-AFB0-0784772E4EA1}" srcOrd="2" destOrd="0" presId="urn:microsoft.com/office/officeart/2008/layout/LinedList"/>
    <dgm:cxn modelId="{D4F558F7-947C-44C1-B8E5-CE0E08D7EB24}" type="presParOf" srcId="{84783DB1-8E64-8549-92F0-B23833CEE8B0}" destId="{22FFB06E-FF71-449B-9AA1-BDA4A6D85DF8}" srcOrd="11" destOrd="0" presId="urn:microsoft.com/office/officeart/2008/layout/LinedList"/>
    <dgm:cxn modelId="{D27B5569-D6F2-48F2-93E8-26A76BD53FAF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D9DA2835-91F9-44AD-ACED-CECF9E2C8601}" type="presOf" srcId="{A00DC1EC-B999-A640-8654-4E50ABDDE020}" destId="{9891002C-403A-A043-B663-E6FEB51C2557}" srcOrd="0" destOrd="0" presId="urn:microsoft.com/office/officeart/2008/layout/LinedList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3D9744C-902E-469C-A560-DB4A53841634}" type="presOf" srcId="{C067AB59-C7C5-C74B-8B60-2FA743781E39}" destId="{CECABC1D-D0D2-4346-AB17-5BDF3AE0B32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FF1F6D71-F0BF-4095-9FCC-B383F06731CE}" type="presOf" srcId="{C3CE8D9A-2F5F-E04C-AF81-B61DA3187B58}" destId="{A4615577-DB07-0E46-BAD9-752076C1E8EB}" srcOrd="0" destOrd="0" presId="urn:microsoft.com/office/officeart/2008/layout/LinedList"/>
    <dgm:cxn modelId="{2DDC7957-5499-4445-AA25-4A5F5EC0458E}" type="presOf" srcId="{3440283F-7B94-41E1-A678-109BA5967928}" destId="{1AB85A7C-0FFD-4546-B83C-987E91EDF1C9}" srcOrd="0" destOrd="0" presId="urn:microsoft.com/office/officeart/2008/layout/LinedList"/>
    <dgm:cxn modelId="{D516A759-BCA2-4FDD-87B5-2B4B2C5A2EAA}" type="presOf" srcId="{EA05A323-1CD6-E844-BD1C-19A2225C0340}" destId="{821592CB-BF1E-40A4-88FF-532C668728A8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6503E986-098A-4545-9FA3-54F4EC34DD18}" type="presOf" srcId="{D206AD7D-6FCF-BA4A-A881-D49C0A782FC3}" destId="{70B24025-E2C6-417F-99E1-3AE2064C772D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A9FB4E97-A77E-4206-AA51-DB8C03DB688C}" type="presOf" srcId="{D1D10F65-8C36-4800-AD9D-4A75930380A4}" destId="{792A15AE-68CB-4B5E-A488-D8B2430819E0}" srcOrd="0" destOrd="0" presId="urn:microsoft.com/office/officeart/2008/layout/LinedList"/>
    <dgm:cxn modelId="{20308A9A-9E1E-4B82-A011-D19E3EEF261C}" type="presOf" srcId="{2D50EED0-437B-1441-8B3B-81295EA238A9}" destId="{0FAAA673-A6AE-2E48-9396-AEC5BB305A0E}" srcOrd="0" destOrd="0" presId="urn:microsoft.com/office/officeart/2008/layout/LinedList"/>
    <dgm:cxn modelId="{F533509C-09D4-4B80-9E15-FEA16C494EC6}" type="presOf" srcId="{4D7DCE72-F1C7-3648-B096-B3BF2FA1BA56}" destId="{F1E3A902-B27E-4D1E-9D62-838DBF77570E}" srcOrd="0" destOrd="0" presId="urn:microsoft.com/office/officeart/2008/layout/LinedList"/>
    <dgm:cxn modelId="{64019BC4-982B-47A9-8134-6FCF31A8DCC6}" type="presOf" srcId="{5B536FDF-F2F3-4D05-AF9A-89E79C92380B}" destId="{EDBBCE88-88E0-4C06-BA01-B4EFB6C685E1}" srcOrd="0" destOrd="0" presId="urn:microsoft.com/office/officeart/2008/layout/LinedList"/>
    <dgm:cxn modelId="{71E7EEC5-4D9B-4A11-B4C1-05444551BD7F}" type="presOf" srcId="{9C0C5B6B-88B0-0644-95CC-DA013289C236}" destId="{520D1D2C-1114-41BF-8F7E-61F71B01A781}" srcOrd="0" destOrd="0" presId="urn:microsoft.com/office/officeart/2008/layout/LinedList"/>
    <dgm:cxn modelId="{5301664B-7D3F-4F62-89D2-EEBC14259E08}" type="presParOf" srcId="{A4615577-DB07-0E46-BAD9-752076C1E8EB}" destId="{A70494F9-BBC6-9B4D-ABE0-28B7062A7EEA}" srcOrd="0" destOrd="0" presId="urn:microsoft.com/office/officeart/2008/layout/LinedList"/>
    <dgm:cxn modelId="{7727E5F9-A82A-486E-B32F-BF4E597D3C14}" type="presParOf" srcId="{A4615577-DB07-0E46-BAD9-752076C1E8EB}" destId="{4DE94855-2BF1-EB40-B090-FE0F9B4B301E}" srcOrd="1" destOrd="0" presId="urn:microsoft.com/office/officeart/2008/layout/LinedList"/>
    <dgm:cxn modelId="{227D72D9-9EC5-4BF5-9BD6-D1B8C67A4179}" type="presParOf" srcId="{4DE94855-2BF1-EB40-B090-FE0F9B4B301E}" destId="{0FAAA673-A6AE-2E48-9396-AEC5BB305A0E}" srcOrd="0" destOrd="0" presId="urn:microsoft.com/office/officeart/2008/layout/LinedList"/>
    <dgm:cxn modelId="{90666213-37C0-4E58-9ADD-83061194972C}" type="presParOf" srcId="{4DE94855-2BF1-EB40-B090-FE0F9B4B301E}" destId="{4D92E349-5F1C-414C-955E-416A7CFBF9E9}" srcOrd="1" destOrd="0" presId="urn:microsoft.com/office/officeart/2008/layout/LinedList"/>
    <dgm:cxn modelId="{B0EDEC4A-82BC-4CB3-A6A8-D152CBCA1595}" type="presParOf" srcId="{A4615577-DB07-0E46-BAD9-752076C1E8EB}" destId="{4324E71C-51E4-4FFA-9638-472734009553}" srcOrd="2" destOrd="0" presId="urn:microsoft.com/office/officeart/2008/layout/LinedList"/>
    <dgm:cxn modelId="{103C8783-ED48-4681-8472-7FC1C26E1294}" type="presParOf" srcId="{A4615577-DB07-0E46-BAD9-752076C1E8EB}" destId="{35D4AF3C-4879-491B-8004-F3B88F6D9FB5}" srcOrd="3" destOrd="0" presId="urn:microsoft.com/office/officeart/2008/layout/LinedList"/>
    <dgm:cxn modelId="{018196D9-106C-4F51-BBDD-9952623973DC}" type="presParOf" srcId="{35D4AF3C-4879-491B-8004-F3B88F6D9FB5}" destId="{792A15AE-68CB-4B5E-A488-D8B2430819E0}" srcOrd="0" destOrd="0" presId="urn:microsoft.com/office/officeart/2008/layout/LinedList"/>
    <dgm:cxn modelId="{4ED9EFE4-9A65-4007-839C-A48729082CBA}" type="presParOf" srcId="{35D4AF3C-4879-491B-8004-F3B88F6D9FB5}" destId="{162AB6D4-F395-4B55-9519-21B610CC0382}" srcOrd="1" destOrd="0" presId="urn:microsoft.com/office/officeart/2008/layout/LinedList"/>
    <dgm:cxn modelId="{4C33BD82-BD56-4194-9EDE-77E43273CE17}" type="presParOf" srcId="{162AB6D4-F395-4B55-9519-21B610CC0382}" destId="{412C8F4B-57E8-4EE2-95F4-7EAB16DF68B6}" srcOrd="0" destOrd="0" presId="urn:microsoft.com/office/officeart/2008/layout/LinedList"/>
    <dgm:cxn modelId="{1D8C0FB3-DA4F-477C-8863-EE5A639059D6}" type="presParOf" srcId="{162AB6D4-F395-4B55-9519-21B610CC0382}" destId="{706ACAA7-2B5D-4D39-81AB-5DAABC04EC1D}" srcOrd="1" destOrd="0" presId="urn:microsoft.com/office/officeart/2008/layout/LinedList"/>
    <dgm:cxn modelId="{DCD0CB0F-13A8-4DEF-AB96-E8EEAB389BBE}" type="presParOf" srcId="{706ACAA7-2B5D-4D39-81AB-5DAABC04EC1D}" destId="{3456CDB8-701B-42F1-87C2-C295CD1E48EE}" srcOrd="0" destOrd="0" presId="urn:microsoft.com/office/officeart/2008/layout/LinedList"/>
    <dgm:cxn modelId="{1C23D83B-89E2-4C5F-91EF-B5CC11244737}" type="presParOf" srcId="{706ACAA7-2B5D-4D39-81AB-5DAABC04EC1D}" destId="{520D1D2C-1114-41BF-8F7E-61F71B01A781}" srcOrd="1" destOrd="0" presId="urn:microsoft.com/office/officeart/2008/layout/LinedList"/>
    <dgm:cxn modelId="{0B1D77F4-0F12-4864-9863-DD742E620FBE}" type="presParOf" srcId="{706ACAA7-2B5D-4D39-81AB-5DAABC04EC1D}" destId="{D6DDDC7E-F1A5-4153-9143-0972F5C1698F}" srcOrd="2" destOrd="0" presId="urn:microsoft.com/office/officeart/2008/layout/LinedList"/>
    <dgm:cxn modelId="{14F6AF0E-6912-4734-A66B-964390F7B1FD}" type="presParOf" srcId="{162AB6D4-F395-4B55-9519-21B610CC0382}" destId="{0A0EB41C-54BD-4DBD-AE20-1F9966450DC3}" srcOrd="2" destOrd="0" presId="urn:microsoft.com/office/officeart/2008/layout/LinedList"/>
    <dgm:cxn modelId="{D6BEF5B1-F752-4D2E-9C72-2F5D719D2D06}" type="presParOf" srcId="{162AB6D4-F395-4B55-9519-21B610CC0382}" destId="{BD1DC2FA-97F1-47D7-B64D-204FB692D739}" srcOrd="3" destOrd="0" presId="urn:microsoft.com/office/officeart/2008/layout/LinedList"/>
    <dgm:cxn modelId="{94501DC5-B046-40EA-A134-BE20F949B4BA}" type="presParOf" srcId="{162AB6D4-F395-4B55-9519-21B610CC0382}" destId="{AA817BFD-CFD8-4863-BA21-FE68B817CC3C}" srcOrd="4" destOrd="0" presId="urn:microsoft.com/office/officeart/2008/layout/LinedList"/>
    <dgm:cxn modelId="{03C4D239-9582-4ADB-A525-F21E6F934F22}" type="presParOf" srcId="{AA817BFD-CFD8-4863-BA21-FE68B817CC3C}" destId="{BD57D683-A942-4221-A2F2-BB0CF711AC57}" srcOrd="0" destOrd="0" presId="urn:microsoft.com/office/officeart/2008/layout/LinedList"/>
    <dgm:cxn modelId="{53F14DD8-7B3A-4607-8845-91338F3AC6CF}" type="presParOf" srcId="{AA817BFD-CFD8-4863-BA21-FE68B817CC3C}" destId="{F1E3A902-B27E-4D1E-9D62-838DBF77570E}" srcOrd="1" destOrd="0" presId="urn:microsoft.com/office/officeart/2008/layout/LinedList"/>
    <dgm:cxn modelId="{4F23EDE5-3297-46E3-B7EC-0FCB1710F4C6}" type="presParOf" srcId="{AA817BFD-CFD8-4863-BA21-FE68B817CC3C}" destId="{4F138E20-5633-4DCC-BBC2-20DFBFC7868F}" srcOrd="2" destOrd="0" presId="urn:microsoft.com/office/officeart/2008/layout/LinedList"/>
    <dgm:cxn modelId="{401C58A0-E3A0-44B7-B4E1-E5272B305B9B}" type="presParOf" srcId="{162AB6D4-F395-4B55-9519-21B610CC0382}" destId="{2B79C5B5-7045-4C8A-A0D3-ED34D320DACE}" srcOrd="5" destOrd="0" presId="urn:microsoft.com/office/officeart/2008/layout/LinedList"/>
    <dgm:cxn modelId="{53AA8D62-35B1-4899-B574-71E1D21815C6}" type="presParOf" srcId="{162AB6D4-F395-4B55-9519-21B610CC0382}" destId="{8C3B0260-807F-409D-975C-EBFF816514C3}" srcOrd="6" destOrd="0" presId="urn:microsoft.com/office/officeart/2008/layout/LinedList"/>
    <dgm:cxn modelId="{B2C6B17D-F557-46D6-9E3F-B9CEA92141B7}" type="presParOf" srcId="{162AB6D4-F395-4B55-9519-21B610CC0382}" destId="{DCC37064-A6D2-4A55-A252-3829429045E5}" srcOrd="7" destOrd="0" presId="urn:microsoft.com/office/officeart/2008/layout/LinedList"/>
    <dgm:cxn modelId="{9192D4FC-E7CD-4984-B107-C482CFEC3EA5}" type="presParOf" srcId="{DCC37064-A6D2-4A55-A252-3829429045E5}" destId="{AF620EF4-9246-40B0-95DD-0F97FD557889}" srcOrd="0" destOrd="0" presId="urn:microsoft.com/office/officeart/2008/layout/LinedList"/>
    <dgm:cxn modelId="{23FD3F96-6930-401B-9B8A-4BC681BB524E}" type="presParOf" srcId="{DCC37064-A6D2-4A55-A252-3829429045E5}" destId="{821592CB-BF1E-40A4-88FF-532C668728A8}" srcOrd="1" destOrd="0" presId="urn:microsoft.com/office/officeart/2008/layout/LinedList"/>
    <dgm:cxn modelId="{66B36BA8-E1BA-4A9F-B56D-1E46E7D8B652}" type="presParOf" srcId="{DCC37064-A6D2-4A55-A252-3829429045E5}" destId="{4A2BC687-FFD6-4EBF-9A58-5F5A5936D128}" srcOrd="2" destOrd="0" presId="urn:microsoft.com/office/officeart/2008/layout/LinedList"/>
    <dgm:cxn modelId="{DD9AE828-15E9-46A9-BC97-BD46D086CA98}" type="presParOf" srcId="{162AB6D4-F395-4B55-9519-21B610CC0382}" destId="{AFB2C275-AEA0-46EA-8FAC-DEEB17253C42}" srcOrd="8" destOrd="0" presId="urn:microsoft.com/office/officeart/2008/layout/LinedList"/>
    <dgm:cxn modelId="{DBCBE147-E411-48C1-AB6C-A7E4C66CB1F3}" type="presParOf" srcId="{162AB6D4-F395-4B55-9519-21B610CC0382}" destId="{B63F60B4-89E7-4E26-9559-C63693EDEACE}" srcOrd="9" destOrd="0" presId="urn:microsoft.com/office/officeart/2008/layout/LinedList"/>
    <dgm:cxn modelId="{281DCB55-B445-4BC3-B2C0-7E999B450177}" type="presParOf" srcId="{A4615577-DB07-0E46-BAD9-752076C1E8EB}" destId="{B2F277F3-7CF1-994E-B28A-0B3155C31199}" srcOrd="4" destOrd="0" presId="urn:microsoft.com/office/officeart/2008/layout/LinedList"/>
    <dgm:cxn modelId="{D48AA671-39FC-4D2B-828E-D20D48FCEBAF}" type="presParOf" srcId="{A4615577-DB07-0E46-BAD9-752076C1E8EB}" destId="{0C40495D-3188-9E48-A89E-F64BB2F461F5}" srcOrd="5" destOrd="0" presId="urn:microsoft.com/office/officeart/2008/layout/LinedList"/>
    <dgm:cxn modelId="{B053D9B0-822D-4E64-A59E-E19F0E69678D}" type="presParOf" srcId="{0C40495D-3188-9E48-A89E-F64BB2F461F5}" destId="{9891002C-403A-A043-B663-E6FEB51C2557}" srcOrd="0" destOrd="0" presId="urn:microsoft.com/office/officeart/2008/layout/LinedList"/>
    <dgm:cxn modelId="{E5E4276E-612C-4F64-9575-89CA49B10732}" type="presParOf" srcId="{0C40495D-3188-9E48-A89E-F64BB2F461F5}" destId="{84783DB1-8E64-8549-92F0-B23833CEE8B0}" srcOrd="1" destOrd="0" presId="urn:microsoft.com/office/officeart/2008/layout/LinedList"/>
    <dgm:cxn modelId="{542483D7-4D23-431A-BDAC-E0ECC67DC75C}" type="presParOf" srcId="{84783DB1-8E64-8549-92F0-B23833CEE8B0}" destId="{7639A2F8-0310-4BED-B4BD-EAB6A5C40B77}" srcOrd="0" destOrd="0" presId="urn:microsoft.com/office/officeart/2008/layout/LinedList"/>
    <dgm:cxn modelId="{CD543C0C-930F-43F5-90E4-C0CF2D21A24F}" type="presParOf" srcId="{84783DB1-8E64-8549-92F0-B23833CEE8B0}" destId="{6A69390F-9BF9-4ABA-8159-EAF93506C37D}" srcOrd="1" destOrd="0" presId="urn:microsoft.com/office/officeart/2008/layout/LinedList"/>
    <dgm:cxn modelId="{ED28EDF3-5BBE-45D3-ABA0-B320CD5697C6}" type="presParOf" srcId="{6A69390F-9BF9-4ABA-8159-EAF93506C37D}" destId="{80389192-84FD-488B-A175-87A5FB0572BA}" srcOrd="0" destOrd="0" presId="urn:microsoft.com/office/officeart/2008/layout/LinedList"/>
    <dgm:cxn modelId="{26B05BBA-9D0C-43A6-A88A-CC21511EFF1F}" type="presParOf" srcId="{6A69390F-9BF9-4ABA-8159-EAF93506C37D}" destId="{CECABC1D-D0D2-4346-AB17-5BDF3AE0B320}" srcOrd="1" destOrd="0" presId="urn:microsoft.com/office/officeart/2008/layout/LinedList"/>
    <dgm:cxn modelId="{73ECD30E-675F-4013-8550-430DDDF383DA}" type="presParOf" srcId="{6A69390F-9BF9-4ABA-8159-EAF93506C37D}" destId="{C56FE37B-F98C-4D15-95CF-6DC56554B5B4}" srcOrd="2" destOrd="0" presId="urn:microsoft.com/office/officeart/2008/layout/LinedList"/>
    <dgm:cxn modelId="{5EDAFF07-AAD2-4F7B-A68C-D8579605BE9C}" type="presParOf" srcId="{84783DB1-8E64-8549-92F0-B23833CEE8B0}" destId="{5D84D3DB-F553-4712-A813-E34BD39795E9}" srcOrd="2" destOrd="0" presId="urn:microsoft.com/office/officeart/2008/layout/LinedList"/>
    <dgm:cxn modelId="{10CBEAF9-152E-4EEA-AEF1-F0E2D9360811}" type="presParOf" srcId="{84783DB1-8E64-8549-92F0-B23833CEE8B0}" destId="{2128B8DA-3804-468D-B525-5F0093F85BA2}" srcOrd="3" destOrd="0" presId="urn:microsoft.com/office/officeart/2008/layout/LinedList"/>
    <dgm:cxn modelId="{676AD124-11CF-4AAA-BEA4-C32B4C0E8E10}" type="presParOf" srcId="{84783DB1-8E64-8549-92F0-B23833CEE8B0}" destId="{4F42B568-F39A-4181-8658-EC1C2143BBA0}" srcOrd="4" destOrd="0" presId="urn:microsoft.com/office/officeart/2008/layout/LinedList"/>
    <dgm:cxn modelId="{86197941-A067-4B23-8F48-883B9CFC9756}" type="presParOf" srcId="{4F42B568-F39A-4181-8658-EC1C2143BBA0}" destId="{4F8359BF-8C47-4A90-A343-AF5BDC5F9DE8}" srcOrd="0" destOrd="0" presId="urn:microsoft.com/office/officeart/2008/layout/LinedList"/>
    <dgm:cxn modelId="{FD14128C-1FD9-47BE-9857-920247E05BFE}" type="presParOf" srcId="{4F42B568-F39A-4181-8658-EC1C2143BBA0}" destId="{70B24025-E2C6-417F-99E1-3AE2064C772D}" srcOrd="1" destOrd="0" presId="urn:microsoft.com/office/officeart/2008/layout/LinedList"/>
    <dgm:cxn modelId="{288A3110-E589-4833-B180-7965F000E350}" type="presParOf" srcId="{4F42B568-F39A-4181-8658-EC1C2143BBA0}" destId="{7CEB9B09-60D8-4882-A2D8-38EF68D5C19F}" srcOrd="2" destOrd="0" presId="urn:microsoft.com/office/officeart/2008/layout/LinedList"/>
    <dgm:cxn modelId="{F875285D-820C-4A43-B363-548235870722}" type="presParOf" srcId="{84783DB1-8E64-8549-92F0-B23833CEE8B0}" destId="{5E350EE4-2D6A-4A16-A0FE-9FACA9074727}" srcOrd="5" destOrd="0" presId="urn:microsoft.com/office/officeart/2008/layout/LinedList"/>
    <dgm:cxn modelId="{BA321C4F-A477-4066-8BC0-51C9773781A8}" type="presParOf" srcId="{84783DB1-8E64-8549-92F0-B23833CEE8B0}" destId="{9BB5AFB5-07F7-4132-85A2-44E6D0516C88}" srcOrd="6" destOrd="0" presId="urn:microsoft.com/office/officeart/2008/layout/LinedList"/>
    <dgm:cxn modelId="{EFA867B4-1576-42B2-A6AE-C27AF7AD4257}" type="presParOf" srcId="{84783DB1-8E64-8549-92F0-B23833CEE8B0}" destId="{CFD8E1A3-90D3-46A8-AE85-EB36E0237BB5}" srcOrd="7" destOrd="0" presId="urn:microsoft.com/office/officeart/2008/layout/LinedList"/>
    <dgm:cxn modelId="{F94467EA-733B-461A-B0E5-4FA9A6307A4C}" type="presParOf" srcId="{CFD8E1A3-90D3-46A8-AE85-EB36E0237BB5}" destId="{274EF02C-7D1A-409B-A859-EE71E535A688}" srcOrd="0" destOrd="0" presId="urn:microsoft.com/office/officeart/2008/layout/LinedList"/>
    <dgm:cxn modelId="{0736F011-94D5-4559-A3DA-D046B0AFDF46}" type="presParOf" srcId="{CFD8E1A3-90D3-46A8-AE85-EB36E0237BB5}" destId="{1AB85A7C-0FFD-4546-B83C-987E91EDF1C9}" srcOrd="1" destOrd="0" presId="urn:microsoft.com/office/officeart/2008/layout/LinedList"/>
    <dgm:cxn modelId="{B76FF98A-9EA2-4295-882B-BB51D4424078}" type="presParOf" srcId="{CFD8E1A3-90D3-46A8-AE85-EB36E0237BB5}" destId="{6F7BAE7F-F22E-4343-8455-8D1D04AE6291}" srcOrd="2" destOrd="0" presId="urn:microsoft.com/office/officeart/2008/layout/LinedList"/>
    <dgm:cxn modelId="{B7A4EF42-ECA2-4AC3-8E40-4349527640C0}" type="presParOf" srcId="{84783DB1-8E64-8549-92F0-B23833CEE8B0}" destId="{DF72560F-E95F-423D-A8FF-AAE8DAA00A74}" srcOrd="8" destOrd="0" presId="urn:microsoft.com/office/officeart/2008/layout/LinedList"/>
    <dgm:cxn modelId="{E72D534B-A130-4BB7-8CB7-582F011BF8FC}" type="presParOf" srcId="{84783DB1-8E64-8549-92F0-B23833CEE8B0}" destId="{D8D1CF1A-EF09-4022-8D03-FD002D4FE754}" srcOrd="9" destOrd="0" presId="urn:microsoft.com/office/officeart/2008/layout/LinedList"/>
    <dgm:cxn modelId="{08ED7780-737F-4B1F-8031-06DA75E2DBE6}" type="presParOf" srcId="{84783DB1-8E64-8549-92F0-B23833CEE8B0}" destId="{00451E5C-D19E-4AC4-8C6F-60950BA475F2}" srcOrd="10" destOrd="0" presId="urn:microsoft.com/office/officeart/2008/layout/LinedList"/>
    <dgm:cxn modelId="{6AFFE313-AD81-4C6F-9D6E-976F589D5246}" type="presParOf" srcId="{00451E5C-D19E-4AC4-8C6F-60950BA475F2}" destId="{3C367370-E70B-40CC-9DCF-3FC0C33EDE1B}" srcOrd="0" destOrd="0" presId="urn:microsoft.com/office/officeart/2008/layout/LinedList"/>
    <dgm:cxn modelId="{A06CB0F5-4D6A-4FE3-9031-E2A910D2C081}" type="presParOf" srcId="{00451E5C-D19E-4AC4-8C6F-60950BA475F2}" destId="{EDBBCE88-88E0-4C06-BA01-B4EFB6C685E1}" srcOrd="1" destOrd="0" presId="urn:microsoft.com/office/officeart/2008/layout/LinedList"/>
    <dgm:cxn modelId="{2ABDC69C-A954-4CA0-9079-29FE28022EA6}" type="presParOf" srcId="{00451E5C-D19E-4AC4-8C6F-60950BA475F2}" destId="{5EA7847F-7A65-4DE6-AFB0-0784772E4EA1}" srcOrd="2" destOrd="0" presId="urn:microsoft.com/office/officeart/2008/layout/LinedList"/>
    <dgm:cxn modelId="{9740C9AC-CC19-4B5D-B6E3-AAAC1A2A852F}" type="presParOf" srcId="{84783DB1-8E64-8549-92F0-B23833CEE8B0}" destId="{22FFB06E-FF71-449B-9AA1-BDA4A6D85DF8}" srcOrd="11" destOrd="0" presId="urn:microsoft.com/office/officeart/2008/layout/LinedList"/>
    <dgm:cxn modelId="{2976E8B3-762F-4E33-8339-0470E145A0C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0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Calidad</a:t>
          </a:r>
        </a:p>
      </dsp:txBody>
      <dsp:txXfrm>
        <a:off x="0" y="0"/>
        <a:ext cx="1497367" cy="2282151"/>
      </dsp:txXfrm>
    </dsp:sp>
    <dsp:sp modelId="{520D1D2C-1114-41BF-8F7E-61F71B01A781}">
      <dsp:nvSpPr>
        <dsp:cNvPr id="0" name=""/>
        <dsp:cNvSpPr/>
      </dsp:nvSpPr>
      <dsp:spPr>
        <a:xfrm>
          <a:off x="1609669" y="35658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la calidad</a:t>
          </a:r>
        </a:p>
      </dsp:txBody>
      <dsp:txXfrm>
        <a:off x="1609669" y="35658"/>
        <a:ext cx="5877165" cy="713172"/>
      </dsp:txXfrm>
    </dsp:sp>
    <dsp:sp modelId="{0A0EB41C-54BD-4DBD-AE20-1F9966450DC3}">
      <dsp:nvSpPr>
        <dsp:cNvPr id="0" name=""/>
        <dsp:cNvSpPr/>
      </dsp:nvSpPr>
      <dsp:spPr>
        <a:xfrm>
          <a:off x="1497367" y="748830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784489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Realizar el aseguramiento</a:t>
          </a:r>
          <a:r>
            <a:rPr lang="es-ES" sz="2400" kern="1200" baseline="0" dirty="0"/>
            <a:t> de calidad</a:t>
          </a:r>
          <a:endParaRPr lang="es-ES" sz="2400" kern="1200" dirty="0"/>
        </a:p>
      </dsp:txBody>
      <dsp:txXfrm>
        <a:off x="1609669" y="784489"/>
        <a:ext cx="5877165" cy="713172"/>
      </dsp:txXfrm>
    </dsp:sp>
    <dsp:sp modelId="{2B79C5B5-7045-4C8A-A0D3-ED34D320DACE}">
      <dsp:nvSpPr>
        <dsp:cNvPr id="0" name=""/>
        <dsp:cNvSpPr/>
      </dsp:nvSpPr>
      <dsp:spPr>
        <a:xfrm>
          <a:off x="1497367" y="14976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533320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Controlar</a:t>
          </a:r>
          <a:r>
            <a:rPr lang="es-ES" sz="2400" kern="1200" baseline="0" dirty="0"/>
            <a:t> la calidad</a:t>
          </a:r>
          <a:endParaRPr lang="es-ES" sz="2400" kern="1200" dirty="0"/>
        </a:p>
      </dsp:txBody>
      <dsp:txXfrm>
        <a:off x="1609669" y="1533320"/>
        <a:ext cx="5877165" cy="713172"/>
      </dsp:txXfrm>
    </dsp:sp>
    <dsp:sp modelId="{AFB2C275-AEA0-46EA-8FAC-DEEB17253C42}">
      <dsp:nvSpPr>
        <dsp:cNvPr id="0" name=""/>
        <dsp:cNvSpPr/>
      </dsp:nvSpPr>
      <dsp:spPr>
        <a:xfrm>
          <a:off x="1497367" y="224649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254012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82151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Recursos Humanos</a:t>
          </a:r>
        </a:p>
      </dsp:txBody>
      <dsp:txXfrm>
        <a:off x="0" y="2282151"/>
        <a:ext cx="1497367" cy="2282151"/>
      </dsp:txXfrm>
    </dsp:sp>
    <dsp:sp modelId="{CECABC1D-D0D2-4346-AB17-5BDF3AE0B320}">
      <dsp:nvSpPr>
        <dsp:cNvPr id="0" name=""/>
        <dsp:cNvSpPr/>
      </dsp:nvSpPr>
      <dsp:spPr>
        <a:xfrm>
          <a:off x="1609669" y="2308978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Planificación de los RRHH</a:t>
          </a:r>
        </a:p>
      </dsp:txBody>
      <dsp:txXfrm>
        <a:off x="1609669" y="2308978"/>
        <a:ext cx="5877165" cy="536550"/>
      </dsp:txXfrm>
    </dsp:sp>
    <dsp:sp modelId="{5D84D3DB-F553-4712-A813-E34BD39795E9}">
      <dsp:nvSpPr>
        <dsp:cNvPr id="0" name=""/>
        <dsp:cNvSpPr/>
      </dsp:nvSpPr>
      <dsp:spPr>
        <a:xfrm>
          <a:off x="1497367" y="2845529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2872356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Adquirir el equipo de trabajo</a:t>
          </a:r>
        </a:p>
      </dsp:txBody>
      <dsp:txXfrm>
        <a:off x="1609669" y="2872356"/>
        <a:ext cx="5877165" cy="536550"/>
      </dsp:txXfrm>
    </dsp:sp>
    <dsp:sp modelId="{5E350EE4-2D6A-4A16-A0FE-9FACA9074727}">
      <dsp:nvSpPr>
        <dsp:cNvPr id="0" name=""/>
        <dsp:cNvSpPr/>
      </dsp:nvSpPr>
      <dsp:spPr>
        <a:xfrm>
          <a:off x="1497367" y="340890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435734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Desarrollar el equipo del proyecto</a:t>
          </a:r>
        </a:p>
      </dsp:txBody>
      <dsp:txXfrm>
        <a:off x="1609669" y="3435734"/>
        <a:ext cx="5877165" cy="536550"/>
      </dsp:txXfrm>
    </dsp:sp>
    <dsp:sp modelId="{DF72560F-E95F-423D-A8FF-AAE8DAA00A74}">
      <dsp:nvSpPr>
        <dsp:cNvPr id="0" name=""/>
        <dsp:cNvSpPr/>
      </dsp:nvSpPr>
      <dsp:spPr>
        <a:xfrm>
          <a:off x="1497367" y="397228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3999113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Dirigir el equipo del proyecto</a:t>
          </a:r>
        </a:p>
      </dsp:txBody>
      <dsp:txXfrm>
        <a:off x="1609669" y="3999113"/>
        <a:ext cx="5877165" cy="536550"/>
      </dsp:txXfrm>
    </dsp:sp>
    <dsp:sp modelId="{22FFB06E-FF71-449B-9AA1-BDA4A6D85DF8}">
      <dsp:nvSpPr>
        <dsp:cNvPr id="0" name=""/>
        <dsp:cNvSpPr/>
      </dsp:nvSpPr>
      <dsp:spPr>
        <a:xfrm>
          <a:off x="1497367" y="4535663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20/11/2018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20/11/2018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20/11/2018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20/11/2018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20/11/2018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20/11/2018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20/11/2018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104496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3E2C8F5-B35B-4728-AFAB-5111275C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:a16="http://schemas.microsoft.com/office/drawing/2014/main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80759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9112664" y="350615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643AA6-4253-4588-8E1D-DEFF8D38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5541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6388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A9B30E-B40B-4D70-9B7F-000EB32C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18169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D688C7-D2FF-4529-8D1E-6CBA09C6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413CBD-AE65-430F-8404-E9FB6853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normativas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477BDDA-7F5C-4BF4-A74E-D5B9514C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572850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B662B51-ACF4-491A-8D0D-1598535F5C66}"/>
              </a:ext>
            </a:extLst>
          </p:cNvPr>
          <p:cNvSpPr txBox="1"/>
          <p:nvPr/>
        </p:nvSpPr>
        <p:spPr>
          <a:xfrm>
            <a:off x="1533378" y="2729132"/>
            <a:ext cx="9636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Dispositivos con Marcado CE e ISO </a:t>
            </a:r>
            <a:r>
              <a:rPr lang="es-ES" dirty="0"/>
              <a:t>13485:2016</a:t>
            </a:r>
          </a:p>
          <a:p>
            <a:endParaRPr lang="es-ES" dirty="0"/>
          </a:p>
          <a:p>
            <a:r>
              <a:rPr lang="es-ES" dirty="0"/>
              <a:t>Gestión tecnológica del servicio </a:t>
            </a:r>
            <a:r>
              <a:rPr lang="es-ES" i="1" dirty="0" err="1"/>
              <a:t>MeCuida</a:t>
            </a:r>
            <a:r>
              <a:rPr lang="es-ES" dirty="0"/>
              <a:t> -&gt; Metodología ITIL.</a:t>
            </a:r>
            <a:endParaRPr lang="es-ES_tradnl" dirty="0"/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290FF63-E63E-4593-AEB6-294733FF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AE49F64-EE44-40B0-B957-D9638658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452BEB5-A5F7-4D49-89C7-517F2A15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670" y="4888755"/>
            <a:ext cx="2143125" cy="94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60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38555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636751" y="411025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3538555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D61384F9-6F46-4C08-B00D-C269C0E9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261931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80743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3A942CA8-570F-4B04-8F1E-78F0B0C75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4919" y="608073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C5F481D-DFD0-4D05-A7B9-D12DF1C86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49431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15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239429" y="473371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0857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6" name="5 Elipse"/>
          <p:cNvSpPr/>
          <p:nvPr/>
        </p:nvSpPr>
        <p:spPr>
          <a:xfrm>
            <a:off x="4918972" y="2062753"/>
            <a:ext cx="2140528" cy="967054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Elipse"/>
          <p:cNvSpPr/>
          <p:nvPr/>
        </p:nvSpPr>
        <p:spPr>
          <a:xfrm>
            <a:off x="3726860" y="348521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Elipse"/>
          <p:cNvSpPr/>
          <p:nvPr/>
        </p:nvSpPr>
        <p:spPr>
          <a:xfrm>
            <a:off x="1323074" y="3471359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Elipse"/>
          <p:cNvSpPr/>
          <p:nvPr/>
        </p:nvSpPr>
        <p:spPr>
          <a:xfrm>
            <a:off x="8505810" y="3485211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Elipse"/>
          <p:cNvSpPr/>
          <p:nvPr/>
        </p:nvSpPr>
        <p:spPr>
          <a:xfrm>
            <a:off x="6102024" y="347135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Elipse"/>
          <p:cNvSpPr/>
          <p:nvPr/>
        </p:nvSpPr>
        <p:spPr>
          <a:xfrm>
            <a:off x="5009404" y="4708974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2615144" y="4695118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13 Elipse"/>
          <p:cNvSpPr/>
          <p:nvPr/>
        </p:nvSpPr>
        <p:spPr>
          <a:xfrm>
            <a:off x="9793117" y="4723259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Elipse"/>
          <p:cNvSpPr/>
          <p:nvPr/>
        </p:nvSpPr>
        <p:spPr>
          <a:xfrm>
            <a:off x="7379805" y="4709403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15 Rectángulo"/>
          <p:cNvSpPr/>
          <p:nvPr/>
        </p:nvSpPr>
        <p:spPr>
          <a:xfrm>
            <a:off x="2617181" y="5500017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16 Rectángulo"/>
          <p:cNvSpPr/>
          <p:nvPr/>
        </p:nvSpPr>
        <p:spPr>
          <a:xfrm>
            <a:off x="5008011" y="5520425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Rectángulo"/>
          <p:cNvSpPr/>
          <p:nvPr/>
        </p:nvSpPr>
        <p:spPr>
          <a:xfrm>
            <a:off x="7390002" y="5510899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18 Rectángulo"/>
          <p:cNvSpPr/>
          <p:nvPr/>
        </p:nvSpPr>
        <p:spPr>
          <a:xfrm>
            <a:off x="9804647" y="5521781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1" name="20 Conector recto"/>
          <p:cNvCxnSpPr/>
          <p:nvPr/>
        </p:nvCxnSpPr>
        <p:spPr>
          <a:xfrm>
            <a:off x="2393338" y="3254833"/>
            <a:ext cx="71827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"/>
          <p:cNvCxnSpPr>
            <a:stCxn id="8" idx="4"/>
          </p:cNvCxnSpPr>
          <p:nvPr/>
        </p:nvCxnSpPr>
        <p:spPr>
          <a:xfrm>
            <a:off x="2393338" y="4438413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>
            <a:off x="4789111" y="3259580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7164066" y="325917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>
            <a:off x="9578891" y="3263926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recto"/>
          <p:cNvCxnSpPr/>
          <p:nvPr/>
        </p:nvCxnSpPr>
        <p:spPr>
          <a:xfrm>
            <a:off x="5992352" y="3032923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27 Conector recto"/>
          <p:cNvCxnSpPr/>
          <p:nvPr/>
        </p:nvCxnSpPr>
        <p:spPr>
          <a:xfrm rot="5400000">
            <a:off x="2502888" y="483091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"/>
          <p:cNvCxnSpPr/>
          <p:nvPr/>
        </p:nvCxnSpPr>
        <p:spPr>
          <a:xfrm rot="5400000">
            <a:off x="2502872" y="560250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31 Conector recto"/>
          <p:cNvCxnSpPr/>
          <p:nvPr/>
        </p:nvCxnSpPr>
        <p:spPr>
          <a:xfrm>
            <a:off x="2394625" y="325482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4791677" y="4456867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33 Conector recto"/>
          <p:cNvCxnSpPr/>
          <p:nvPr/>
        </p:nvCxnSpPr>
        <p:spPr>
          <a:xfrm rot="5400000">
            <a:off x="4901227" y="484936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recto"/>
          <p:cNvCxnSpPr/>
          <p:nvPr/>
        </p:nvCxnSpPr>
        <p:spPr>
          <a:xfrm rot="5400000">
            <a:off x="4901211" y="562095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5 Conector recto"/>
          <p:cNvCxnSpPr/>
          <p:nvPr/>
        </p:nvCxnSpPr>
        <p:spPr>
          <a:xfrm>
            <a:off x="7164066" y="4452104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 rot="5400000">
            <a:off x="7273616" y="484460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 rot="5400000">
            <a:off x="7273600" y="561619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9578891" y="4466490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 rot="5400000">
            <a:off x="9688441" y="485898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 rot="5400000">
            <a:off x="9688425" y="563057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5053269" y="2161708"/>
            <a:ext cx="1878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CEO</a:t>
            </a:r>
          </a:p>
          <a:p>
            <a:pPr algn="ctr"/>
            <a:r>
              <a:rPr lang="es-ES" dirty="0" err="1"/>
              <a:t>Boby</a:t>
            </a:r>
            <a:r>
              <a:rPr lang="es-ES" dirty="0"/>
              <a:t> </a:t>
            </a:r>
            <a:r>
              <a:rPr lang="es-ES" dirty="0" err="1"/>
              <a:t>Nicusor</a:t>
            </a:r>
            <a:endParaRPr lang="es-ES" dirty="0"/>
          </a:p>
        </p:txBody>
      </p:sp>
      <p:sp>
        <p:nvSpPr>
          <p:cNvPr id="43" name="42 CuadroTexto"/>
          <p:cNvSpPr txBox="1"/>
          <p:nvPr/>
        </p:nvSpPr>
        <p:spPr>
          <a:xfrm>
            <a:off x="1386841" y="3645576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Calidad</a:t>
            </a:r>
          </a:p>
        </p:txBody>
      </p:sp>
      <p:sp>
        <p:nvSpPr>
          <p:cNvPr id="47" name="46 CuadroTexto"/>
          <p:cNvSpPr txBox="1"/>
          <p:nvPr/>
        </p:nvSpPr>
        <p:spPr>
          <a:xfrm>
            <a:off x="3792244" y="3645575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RRHH</a:t>
            </a:r>
          </a:p>
        </p:txBody>
      </p:sp>
      <p:sp>
        <p:nvSpPr>
          <p:cNvPr id="48" name="47 CuadroTexto"/>
          <p:cNvSpPr txBox="1"/>
          <p:nvPr/>
        </p:nvSpPr>
        <p:spPr>
          <a:xfrm>
            <a:off x="6110048" y="3645575"/>
            <a:ext cx="2176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Marketing</a:t>
            </a:r>
          </a:p>
        </p:txBody>
      </p:sp>
      <p:sp>
        <p:nvSpPr>
          <p:cNvPr id="49" name="48 CuadroTexto"/>
          <p:cNvSpPr txBox="1"/>
          <p:nvPr/>
        </p:nvSpPr>
        <p:spPr>
          <a:xfrm>
            <a:off x="8579207" y="3645575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Finanzas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2320291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1" name="50 CuadroTexto"/>
          <p:cNvSpPr txBox="1"/>
          <p:nvPr/>
        </p:nvSpPr>
        <p:spPr>
          <a:xfrm>
            <a:off x="2320291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52" name="51 CuadroTexto"/>
          <p:cNvSpPr txBox="1"/>
          <p:nvPr/>
        </p:nvSpPr>
        <p:spPr>
          <a:xfrm>
            <a:off x="4692016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3" name="52 CuadroTexto"/>
          <p:cNvSpPr txBox="1"/>
          <p:nvPr/>
        </p:nvSpPr>
        <p:spPr>
          <a:xfrm>
            <a:off x="4692016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6" name="65 CuadroTexto"/>
          <p:cNvSpPr txBox="1"/>
          <p:nvPr/>
        </p:nvSpPr>
        <p:spPr>
          <a:xfrm>
            <a:off x="7111366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7" name="66 CuadroTexto"/>
          <p:cNvSpPr txBox="1"/>
          <p:nvPr/>
        </p:nvSpPr>
        <p:spPr>
          <a:xfrm>
            <a:off x="7111366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8" name="67 CuadroTexto"/>
          <p:cNvSpPr txBox="1"/>
          <p:nvPr/>
        </p:nvSpPr>
        <p:spPr>
          <a:xfrm>
            <a:off x="9483091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9" name="68 CuadroTexto"/>
          <p:cNvSpPr txBox="1"/>
          <p:nvPr/>
        </p:nvSpPr>
        <p:spPr>
          <a:xfrm>
            <a:off x="9483091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11" name="10 Rectángulo"/>
          <p:cNvSpPr/>
          <p:nvPr/>
        </p:nvSpPr>
        <p:spPr>
          <a:xfrm>
            <a:off x="1174172" y="1943100"/>
            <a:ext cx="9590809" cy="2608117"/>
          </a:xfrm>
          <a:prstGeom prst="rect">
            <a:avLst/>
          </a:prstGeom>
          <a:noFill/>
          <a:ln w="38100">
            <a:solidFill>
              <a:schemeClr val="accent6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527141" y="2107214"/>
            <a:ext cx="4024077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Organigrama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Matricial débil</a:t>
            </a:r>
            <a:r>
              <a:rPr lang="es-ES_tradnl" sz="3200" dirty="0"/>
              <a:t> </a:t>
            </a:r>
          </a:p>
        </p:txBody>
      </p:sp>
      <p:sp>
        <p:nvSpPr>
          <p:cNvPr id="22" name="21 Rectángulo"/>
          <p:cNvSpPr/>
          <p:nvPr/>
        </p:nvSpPr>
        <p:spPr>
          <a:xfrm>
            <a:off x="9269819" y="2167743"/>
            <a:ext cx="1778051" cy="923330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cap="none" spc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PMO</a:t>
            </a:r>
          </a:p>
        </p:txBody>
      </p:sp>
    </p:spTree>
    <p:extLst>
      <p:ext uri="{BB962C8B-B14F-4D97-AF65-F5344CB8AC3E}">
        <p14:creationId xmlns:p14="http://schemas.microsoft.com/office/powerpoint/2010/main" val="2160271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800" b="1" dirty="0"/>
              <a:t>Políticas de empresa: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Días laborables: Lunes a Viernes</a:t>
            </a:r>
          </a:p>
          <a:p>
            <a:pPr lvl="1"/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Flexibilidad horaria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sanitarias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cheque restaurante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de transporte e idiomas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62383"/>
          <a:stretch/>
        </p:blipFill>
        <p:spPr bwMode="auto">
          <a:xfrm>
            <a:off x="6712541" y="1981201"/>
            <a:ext cx="3824694" cy="96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329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8204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576825" y="2707761"/>
            <a:ext cx="1097844" cy="1092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532" y="3460520"/>
            <a:ext cx="1117009" cy="9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541" y="4076740"/>
            <a:ext cx="1052512" cy="1067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053" y="5020300"/>
            <a:ext cx="1062037" cy="1048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209" y="5020300"/>
            <a:ext cx="1248662" cy="1161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40504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18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908" y="2194803"/>
            <a:ext cx="10306818" cy="36667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319322" y="1639618"/>
            <a:ext cx="96354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Matriz de </a:t>
            </a:r>
          </a:p>
          <a:p>
            <a:r>
              <a:rPr lang="es-ES_tradnl" sz="2400" dirty="0"/>
              <a:t>responsabilidades </a:t>
            </a:r>
          </a:p>
        </p:txBody>
      </p:sp>
    </p:spTree>
    <p:extLst>
      <p:ext uri="{BB962C8B-B14F-4D97-AF65-F5344CB8AC3E}">
        <p14:creationId xmlns:p14="http://schemas.microsoft.com/office/powerpoint/2010/main" val="3152888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19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696633" y="5232485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144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del 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Máximo responsable: CEO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Consenso con la PMO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Perfiles Variados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Ingenieros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Economistas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Publicistas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249" y="3700205"/>
            <a:ext cx="2095500" cy="2381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5273" y="2606825"/>
            <a:ext cx="1827951" cy="193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7618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del 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21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No es necesaria ampliación de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Talento + afinidad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16936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22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8391958" y="56992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10436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Desarrollo del equipo de proyecto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Formación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Desarrollo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Tareas grupales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</p:spTree>
    <p:extLst>
      <p:ext uri="{BB962C8B-B14F-4D97-AF65-F5344CB8AC3E}">
        <p14:creationId xmlns:p14="http://schemas.microsoft.com/office/powerpoint/2010/main" val="1491275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24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782358" y="61945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4" name="Círculo: vacío 8">
            <a:extLst>
              <a:ext uri="{FF2B5EF4-FFF2-40B4-BE49-F238E27FC236}">
                <a16:creationId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8388389" y="57566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6795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Dirección del equipo de proyecto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25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Control imputación de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err="1"/>
              <a:t>Feedback</a:t>
            </a:r>
            <a:r>
              <a:rPr lang="es-ES_tradnl" sz="2400" dirty="0"/>
              <a:t> al responsable directo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Regla básica: Comunicación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Coordinación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213" y="3157765"/>
            <a:ext cx="5614987" cy="3071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501544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</TotalTime>
  <Words>701</Words>
  <Application>Microsoft Office PowerPoint</Application>
  <PresentationFormat>Widescreen</PresentationFormat>
  <Paragraphs>235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Century Gothic</vt:lpstr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Otras normativas</vt:lpstr>
      <vt:lpstr>Índice</vt:lpstr>
      <vt:lpstr>SOLICITUD DE CAMBIO</vt:lpstr>
      <vt:lpstr>PowerPoint Presentation</vt:lpstr>
      <vt:lpstr>Índice</vt:lpstr>
      <vt:lpstr>Planificación de los recursos humanos</vt:lpstr>
      <vt:lpstr>Planificación de los recursos humanos</vt:lpstr>
      <vt:lpstr>Planificación de los recursos humanos</vt:lpstr>
      <vt:lpstr>Índice</vt:lpstr>
      <vt:lpstr>Adquisición del equipo de trabajo</vt:lpstr>
      <vt:lpstr>Adquisición del equipo de trabajo</vt:lpstr>
      <vt:lpstr>Índice</vt:lpstr>
      <vt:lpstr>Desarrollo del equipo de proyecto</vt:lpstr>
      <vt:lpstr>Índice</vt:lpstr>
      <vt:lpstr>Dirección del equipo de proyecto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Gallego Sánchez Adrián</cp:lastModifiedBy>
  <cp:revision>67</cp:revision>
  <dcterms:created xsi:type="dcterms:W3CDTF">2018-11-10T15:50:50Z</dcterms:created>
  <dcterms:modified xsi:type="dcterms:W3CDTF">2018-11-20T11:29:00Z</dcterms:modified>
</cp:coreProperties>
</file>