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 autoCompressPictures="0">
  <p:sldMasterIdLst>
    <p:sldMasterId id="2147483678" r:id="rId1"/>
  </p:sldMasterIdLst>
  <p:notesMasterIdLst>
    <p:notesMasterId r:id="rId18"/>
  </p:notesMasterIdLst>
  <p:handoutMasterIdLst>
    <p:handoutMasterId r:id="rId19"/>
  </p:handoutMasterIdLst>
  <p:sldIdLst>
    <p:sldId id="256" r:id="rId2"/>
    <p:sldId id="257" r:id="rId3"/>
    <p:sldId id="259" r:id="rId4"/>
    <p:sldId id="287" r:id="rId5"/>
    <p:sldId id="295" r:id="rId6"/>
    <p:sldId id="288" r:id="rId7"/>
    <p:sldId id="289" r:id="rId8"/>
    <p:sldId id="296" r:id="rId9"/>
    <p:sldId id="290" r:id="rId10"/>
    <p:sldId id="258" r:id="rId11"/>
    <p:sldId id="291" r:id="rId12"/>
    <p:sldId id="297" r:id="rId13"/>
    <p:sldId id="294" r:id="rId14"/>
    <p:sldId id="292" r:id="rId15"/>
    <p:sldId id="293" r:id="rId16"/>
    <p:sldId id="280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74"/>
  </p:normalViewPr>
  <p:slideViewPr>
    <p:cSldViewPr snapToGrid="0" snapToObjects="1">
      <p:cViewPr varScale="1">
        <p:scale>
          <a:sx n="72" d="100"/>
          <a:sy n="72" d="100"/>
        </p:scale>
        <p:origin x="6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3CE8D9A-2F5F-E04C-AF81-B61DA3187B58}" type="doc">
      <dgm:prSet loTypeId="urn:microsoft.com/office/officeart/2008/layout/LinedList" loCatId="" qsTypeId="urn:microsoft.com/office/officeart/2005/8/quickstyle/simple3" qsCatId="simple" csTypeId="urn:microsoft.com/office/officeart/2005/8/colors/colorful3" csCatId="colorful" phldr="1"/>
      <dgm:spPr/>
      <dgm:t>
        <a:bodyPr/>
        <a:lstStyle/>
        <a:p>
          <a:endParaRPr lang="es-ES"/>
        </a:p>
      </dgm:t>
    </dgm:pt>
    <dgm:pt modelId="{9C0C5B6B-88B0-0644-95CC-DA013289C236}">
      <dgm:prSet phldrT="[Texto]"/>
      <dgm:spPr/>
      <dgm:t>
        <a:bodyPr/>
        <a:lstStyle/>
        <a:p>
          <a:r>
            <a:rPr lang="es-ES" dirty="0"/>
            <a:t>Planificación de la calidad</a:t>
          </a:r>
        </a:p>
      </dgm:t>
    </dgm:pt>
    <dgm:pt modelId="{B8FBE750-BA08-3745-BDB2-8DE244854305}" type="parTrans" cxnId="{B913582A-C51A-7948-8CD7-0EAADAC6E1E7}">
      <dgm:prSet/>
      <dgm:spPr/>
      <dgm:t>
        <a:bodyPr/>
        <a:lstStyle/>
        <a:p>
          <a:endParaRPr lang="es-ES"/>
        </a:p>
      </dgm:t>
    </dgm:pt>
    <dgm:pt modelId="{7720ED4A-2659-4441-8B8A-B12AAECACA03}" type="sibTrans" cxnId="{B913582A-C51A-7948-8CD7-0EAADAC6E1E7}">
      <dgm:prSet/>
      <dgm:spPr/>
      <dgm:t>
        <a:bodyPr/>
        <a:lstStyle/>
        <a:p>
          <a:endParaRPr lang="es-ES"/>
        </a:p>
      </dgm:t>
    </dgm:pt>
    <dgm:pt modelId="{4D7DCE72-F1C7-3648-B096-B3BF2FA1BA56}">
      <dgm:prSet phldrT="[Texto]"/>
      <dgm:spPr/>
      <dgm:t>
        <a:bodyPr/>
        <a:lstStyle/>
        <a:p>
          <a:r>
            <a:rPr lang="es-ES" dirty="0"/>
            <a:t>Realizar el aseguramiento</a:t>
          </a:r>
          <a:r>
            <a:rPr lang="es-ES" baseline="0" dirty="0"/>
            <a:t> de calidad</a:t>
          </a:r>
          <a:endParaRPr lang="es-ES" dirty="0"/>
        </a:p>
      </dgm:t>
    </dgm:pt>
    <dgm:pt modelId="{4130B51B-54F0-CE46-A291-A4358F1F6F5A}" type="parTrans" cxnId="{CEF75630-A106-2C4A-813E-06273EBC269D}">
      <dgm:prSet/>
      <dgm:spPr/>
      <dgm:t>
        <a:bodyPr/>
        <a:lstStyle/>
        <a:p>
          <a:endParaRPr lang="es-ES"/>
        </a:p>
      </dgm:t>
    </dgm:pt>
    <dgm:pt modelId="{44AA0FEF-23B0-9044-91B0-9D01CCB0457B}" type="sibTrans" cxnId="{CEF75630-A106-2C4A-813E-06273EBC269D}">
      <dgm:prSet/>
      <dgm:spPr/>
      <dgm:t>
        <a:bodyPr/>
        <a:lstStyle/>
        <a:p>
          <a:endParaRPr lang="es-ES"/>
        </a:p>
      </dgm:t>
    </dgm:pt>
    <dgm:pt modelId="{EA05A323-1CD6-E844-BD1C-19A2225C0340}">
      <dgm:prSet phldrT="[Texto]"/>
      <dgm:spPr/>
      <dgm:t>
        <a:bodyPr/>
        <a:lstStyle/>
        <a:p>
          <a:r>
            <a:rPr lang="es-ES" dirty="0"/>
            <a:t>Controlar</a:t>
          </a:r>
          <a:r>
            <a:rPr lang="es-ES" baseline="0" dirty="0"/>
            <a:t> la calidad</a:t>
          </a:r>
          <a:endParaRPr lang="es-ES" dirty="0"/>
        </a:p>
      </dgm:t>
    </dgm:pt>
    <dgm:pt modelId="{30E5782B-3D30-E84E-8B09-5F18CE4DBC15}" type="parTrans" cxnId="{170E0A80-D936-D547-94C5-570AC1082D21}">
      <dgm:prSet/>
      <dgm:spPr/>
      <dgm:t>
        <a:bodyPr/>
        <a:lstStyle/>
        <a:p>
          <a:endParaRPr lang="es-ES"/>
        </a:p>
      </dgm:t>
    </dgm:pt>
    <dgm:pt modelId="{A735D71C-2096-F344-B726-857D36F14FEB}" type="sibTrans" cxnId="{170E0A80-D936-D547-94C5-570AC1082D21}">
      <dgm:prSet/>
      <dgm:spPr/>
      <dgm:t>
        <a:bodyPr/>
        <a:lstStyle/>
        <a:p>
          <a:endParaRPr lang="es-ES"/>
        </a:p>
      </dgm:t>
    </dgm:pt>
    <dgm:pt modelId="{A00DC1EC-B999-A640-8654-4E50ABDDE020}">
      <dgm:prSet phldrT="[Texto]"/>
      <dgm:spPr/>
      <dgm:t>
        <a:bodyPr/>
        <a:lstStyle/>
        <a:p>
          <a:r>
            <a:rPr lang="es-ES" dirty="0"/>
            <a:t>Recursos Humanos</a:t>
          </a:r>
        </a:p>
      </dgm:t>
    </dgm:pt>
    <dgm:pt modelId="{C1FC985A-8FE8-944A-89F3-975B9C62D138}" type="parTrans" cxnId="{C36FE991-C046-254D-B645-ED7CD9E49D91}">
      <dgm:prSet/>
      <dgm:spPr/>
      <dgm:t>
        <a:bodyPr/>
        <a:lstStyle/>
        <a:p>
          <a:endParaRPr lang="es-ES"/>
        </a:p>
      </dgm:t>
    </dgm:pt>
    <dgm:pt modelId="{48BA50DD-A1B0-B142-8134-1733EC7E096A}" type="sibTrans" cxnId="{C36FE991-C046-254D-B645-ED7CD9E49D91}">
      <dgm:prSet/>
      <dgm:spPr/>
      <dgm:t>
        <a:bodyPr/>
        <a:lstStyle/>
        <a:p>
          <a:endParaRPr lang="es-ES"/>
        </a:p>
      </dgm:t>
    </dgm:pt>
    <dgm:pt modelId="{C067AB59-C7C5-C74B-8B60-2FA743781E39}">
      <dgm:prSet phldrT="[Texto]"/>
      <dgm:spPr/>
      <dgm:t>
        <a:bodyPr/>
        <a:lstStyle/>
        <a:p>
          <a:r>
            <a:rPr lang="es-ES" dirty="0"/>
            <a:t>Planificación de los RRHH</a:t>
          </a:r>
        </a:p>
      </dgm:t>
    </dgm:pt>
    <dgm:pt modelId="{E4F708B6-A4DC-E54B-965A-6A91932F4F21}" type="parTrans" cxnId="{FA015F84-3A27-6341-B5E5-5AAABF15FCA7}">
      <dgm:prSet/>
      <dgm:spPr/>
      <dgm:t>
        <a:bodyPr/>
        <a:lstStyle/>
        <a:p>
          <a:endParaRPr lang="es-ES"/>
        </a:p>
      </dgm:t>
    </dgm:pt>
    <dgm:pt modelId="{07AED4AD-A571-FA4C-8F60-2811AAEB8399}" type="sibTrans" cxnId="{FA015F84-3A27-6341-B5E5-5AAABF15FCA7}">
      <dgm:prSet/>
      <dgm:spPr/>
      <dgm:t>
        <a:bodyPr/>
        <a:lstStyle/>
        <a:p>
          <a:endParaRPr lang="es-ES"/>
        </a:p>
      </dgm:t>
    </dgm:pt>
    <dgm:pt modelId="{D206AD7D-6FCF-BA4A-A881-D49C0A782FC3}">
      <dgm:prSet phldrT="[Texto]"/>
      <dgm:spPr/>
      <dgm:t>
        <a:bodyPr/>
        <a:lstStyle/>
        <a:p>
          <a:r>
            <a:rPr lang="es-ES" dirty="0"/>
            <a:t>Adquirir el equipo de trabajo</a:t>
          </a:r>
        </a:p>
      </dgm:t>
    </dgm:pt>
    <dgm:pt modelId="{2FAF4929-896A-4142-A9D4-FCF51F2A7AA6}" type="parTrans" cxnId="{DBA51B96-2BDF-C04D-8EE9-74101BC05F2E}">
      <dgm:prSet/>
      <dgm:spPr/>
      <dgm:t>
        <a:bodyPr/>
        <a:lstStyle/>
        <a:p>
          <a:endParaRPr lang="es-ES"/>
        </a:p>
      </dgm:t>
    </dgm:pt>
    <dgm:pt modelId="{948F4234-2DCD-C24A-ABA8-79BDA4601848}" type="sibTrans" cxnId="{DBA51B96-2BDF-C04D-8EE9-74101BC05F2E}">
      <dgm:prSet/>
      <dgm:spPr/>
      <dgm:t>
        <a:bodyPr/>
        <a:lstStyle/>
        <a:p>
          <a:endParaRPr lang="es-ES"/>
        </a:p>
      </dgm:t>
    </dgm:pt>
    <dgm:pt modelId="{D1D10F65-8C36-4800-AD9D-4A75930380A4}">
      <dgm:prSet phldrT="[Texto]"/>
      <dgm:spPr/>
      <dgm:t>
        <a:bodyPr/>
        <a:lstStyle/>
        <a:p>
          <a:r>
            <a:rPr lang="es-ES" dirty="0"/>
            <a:t>Calidad</a:t>
          </a:r>
        </a:p>
      </dgm:t>
    </dgm:pt>
    <dgm:pt modelId="{90F18EEC-639F-4363-B4CF-89223F0F6C38}" type="parTrans" cxnId="{7D1D3080-7900-4CC4-B4C0-BD39D5B7C3EE}">
      <dgm:prSet/>
      <dgm:spPr/>
      <dgm:t>
        <a:bodyPr/>
        <a:lstStyle/>
        <a:p>
          <a:endParaRPr lang="es-ES_tradnl"/>
        </a:p>
      </dgm:t>
    </dgm:pt>
    <dgm:pt modelId="{99324C82-0C51-4B8E-B7FB-AB0EDB6CDB40}" type="sibTrans" cxnId="{7D1D3080-7900-4CC4-B4C0-BD39D5B7C3EE}">
      <dgm:prSet/>
      <dgm:spPr/>
      <dgm:t>
        <a:bodyPr/>
        <a:lstStyle/>
        <a:p>
          <a:endParaRPr lang="es-ES_tradnl"/>
        </a:p>
      </dgm:t>
    </dgm:pt>
    <dgm:pt modelId="{3440283F-7B94-41E1-A678-109BA5967928}">
      <dgm:prSet phldrT="[Texto]"/>
      <dgm:spPr/>
      <dgm:t>
        <a:bodyPr/>
        <a:lstStyle/>
        <a:p>
          <a:r>
            <a:rPr lang="es-ES" dirty="0"/>
            <a:t>Desarrollar el equipo del proyecto</a:t>
          </a:r>
        </a:p>
      </dgm:t>
    </dgm:pt>
    <dgm:pt modelId="{620191C0-423A-4FE9-A4F1-5C5D36C0C76E}" type="parTrans" cxnId="{2B3AB939-F741-4B55-BCEC-AC60F4C0DC14}">
      <dgm:prSet/>
      <dgm:spPr/>
      <dgm:t>
        <a:bodyPr/>
        <a:lstStyle/>
        <a:p>
          <a:endParaRPr lang="es-ES_tradnl"/>
        </a:p>
      </dgm:t>
    </dgm:pt>
    <dgm:pt modelId="{23C99D01-59D4-4C59-997C-A7CC57B9FF58}" type="sibTrans" cxnId="{2B3AB939-F741-4B55-BCEC-AC60F4C0DC14}">
      <dgm:prSet/>
      <dgm:spPr/>
      <dgm:t>
        <a:bodyPr/>
        <a:lstStyle/>
        <a:p>
          <a:endParaRPr lang="es-ES_tradnl"/>
        </a:p>
      </dgm:t>
    </dgm:pt>
    <dgm:pt modelId="{5B536FDF-F2F3-4D05-AF9A-89E79C92380B}">
      <dgm:prSet phldrT="[Texto]"/>
      <dgm:spPr/>
      <dgm:t>
        <a:bodyPr/>
        <a:lstStyle/>
        <a:p>
          <a:r>
            <a:rPr lang="es-ES" dirty="0"/>
            <a:t>Dirigir el equipo del proyecto</a:t>
          </a:r>
        </a:p>
      </dgm:t>
    </dgm:pt>
    <dgm:pt modelId="{56E7C592-F553-41EA-A0F8-EBF440BF702D}" type="parTrans" cxnId="{366F432C-1A26-4011-8836-F1CB5F23632D}">
      <dgm:prSet/>
      <dgm:spPr/>
      <dgm:t>
        <a:bodyPr/>
        <a:lstStyle/>
        <a:p>
          <a:endParaRPr lang="es-ES_tradnl"/>
        </a:p>
      </dgm:t>
    </dgm:pt>
    <dgm:pt modelId="{3DAEA229-1474-4E45-A55F-BA78088D2142}" type="sibTrans" cxnId="{366F432C-1A26-4011-8836-F1CB5F23632D}">
      <dgm:prSet/>
      <dgm:spPr/>
      <dgm:t>
        <a:bodyPr/>
        <a:lstStyle/>
        <a:p>
          <a:endParaRPr lang="es-ES_tradnl"/>
        </a:p>
      </dgm:t>
    </dgm:pt>
    <dgm:pt modelId="{A4615577-DB07-0E46-BAD9-752076C1E8EB}" type="pres">
      <dgm:prSet presAssocID="{C3CE8D9A-2F5F-E04C-AF81-B61DA3187B58}" presName="vert0" presStyleCnt="0">
        <dgm:presLayoutVars>
          <dgm:dir/>
          <dgm:animOne val="branch"/>
          <dgm:animLvl val="lvl"/>
        </dgm:presLayoutVars>
      </dgm:prSet>
      <dgm:spPr/>
    </dgm:pt>
    <dgm:pt modelId="{4324E71C-51E4-4FFA-9638-472734009553}" type="pres">
      <dgm:prSet presAssocID="{D1D10F65-8C36-4800-AD9D-4A75930380A4}" presName="thickLine" presStyleLbl="alignNode1" presStyleIdx="0" presStyleCnt="2" custLinFactNeighborY="-59234"/>
      <dgm:spPr/>
    </dgm:pt>
    <dgm:pt modelId="{35D4AF3C-4879-491B-8004-F3B88F6D9FB5}" type="pres">
      <dgm:prSet presAssocID="{D1D10F65-8C36-4800-AD9D-4A75930380A4}" presName="horz1" presStyleCnt="0"/>
      <dgm:spPr/>
    </dgm:pt>
    <dgm:pt modelId="{792A15AE-68CB-4B5E-A488-D8B2430819E0}" type="pres">
      <dgm:prSet presAssocID="{D1D10F65-8C36-4800-AD9D-4A75930380A4}" presName="tx1" presStyleLbl="revTx" presStyleIdx="0" presStyleCnt="9"/>
      <dgm:spPr/>
    </dgm:pt>
    <dgm:pt modelId="{162AB6D4-F395-4B55-9519-21B610CC0382}" type="pres">
      <dgm:prSet presAssocID="{D1D10F65-8C36-4800-AD9D-4A75930380A4}" presName="vert1" presStyleCnt="0"/>
      <dgm:spPr/>
    </dgm:pt>
    <dgm:pt modelId="{412C8F4B-57E8-4EE2-95F4-7EAB16DF68B6}" type="pres">
      <dgm:prSet presAssocID="{9C0C5B6B-88B0-0644-95CC-DA013289C236}" presName="vertSpace2a" presStyleCnt="0"/>
      <dgm:spPr/>
    </dgm:pt>
    <dgm:pt modelId="{706ACAA7-2B5D-4D39-81AB-5DAABC04EC1D}" type="pres">
      <dgm:prSet presAssocID="{9C0C5B6B-88B0-0644-95CC-DA013289C236}" presName="horz2" presStyleCnt="0"/>
      <dgm:spPr/>
    </dgm:pt>
    <dgm:pt modelId="{3456CDB8-701B-42F1-87C2-C295CD1E48EE}" type="pres">
      <dgm:prSet presAssocID="{9C0C5B6B-88B0-0644-95CC-DA013289C236}" presName="horzSpace2" presStyleCnt="0"/>
      <dgm:spPr/>
    </dgm:pt>
    <dgm:pt modelId="{520D1D2C-1114-41BF-8F7E-61F71B01A781}" type="pres">
      <dgm:prSet presAssocID="{9C0C5B6B-88B0-0644-95CC-DA013289C236}" presName="tx2" presStyleLbl="revTx" presStyleIdx="1" presStyleCnt="9"/>
      <dgm:spPr/>
    </dgm:pt>
    <dgm:pt modelId="{D6DDDC7E-F1A5-4153-9143-0972F5C1698F}" type="pres">
      <dgm:prSet presAssocID="{9C0C5B6B-88B0-0644-95CC-DA013289C236}" presName="vert2" presStyleCnt="0"/>
      <dgm:spPr/>
    </dgm:pt>
    <dgm:pt modelId="{0A0EB41C-54BD-4DBD-AE20-1F9966450DC3}" type="pres">
      <dgm:prSet presAssocID="{9C0C5B6B-88B0-0644-95CC-DA013289C236}" presName="thinLine2b" presStyleLbl="callout" presStyleIdx="0" presStyleCnt="7"/>
      <dgm:spPr/>
    </dgm:pt>
    <dgm:pt modelId="{BD1DC2FA-97F1-47D7-B64D-204FB692D739}" type="pres">
      <dgm:prSet presAssocID="{9C0C5B6B-88B0-0644-95CC-DA013289C236}" presName="vertSpace2b" presStyleCnt="0"/>
      <dgm:spPr/>
    </dgm:pt>
    <dgm:pt modelId="{AA817BFD-CFD8-4863-BA21-FE68B817CC3C}" type="pres">
      <dgm:prSet presAssocID="{4D7DCE72-F1C7-3648-B096-B3BF2FA1BA56}" presName="horz2" presStyleCnt="0"/>
      <dgm:spPr/>
    </dgm:pt>
    <dgm:pt modelId="{BD57D683-A942-4221-A2F2-BB0CF711AC57}" type="pres">
      <dgm:prSet presAssocID="{4D7DCE72-F1C7-3648-B096-B3BF2FA1BA56}" presName="horzSpace2" presStyleCnt="0"/>
      <dgm:spPr/>
    </dgm:pt>
    <dgm:pt modelId="{F1E3A902-B27E-4D1E-9D62-838DBF77570E}" type="pres">
      <dgm:prSet presAssocID="{4D7DCE72-F1C7-3648-B096-B3BF2FA1BA56}" presName="tx2" presStyleLbl="revTx" presStyleIdx="2" presStyleCnt="9"/>
      <dgm:spPr/>
    </dgm:pt>
    <dgm:pt modelId="{4F138E20-5633-4DCC-BBC2-20DFBFC7868F}" type="pres">
      <dgm:prSet presAssocID="{4D7DCE72-F1C7-3648-B096-B3BF2FA1BA56}" presName="vert2" presStyleCnt="0"/>
      <dgm:spPr/>
    </dgm:pt>
    <dgm:pt modelId="{2B79C5B5-7045-4C8A-A0D3-ED34D320DACE}" type="pres">
      <dgm:prSet presAssocID="{4D7DCE72-F1C7-3648-B096-B3BF2FA1BA56}" presName="thinLine2b" presStyleLbl="callout" presStyleIdx="1" presStyleCnt="7"/>
      <dgm:spPr/>
    </dgm:pt>
    <dgm:pt modelId="{8C3B0260-807F-409D-975C-EBFF816514C3}" type="pres">
      <dgm:prSet presAssocID="{4D7DCE72-F1C7-3648-B096-B3BF2FA1BA56}" presName="vertSpace2b" presStyleCnt="0"/>
      <dgm:spPr/>
    </dgm:pt>
    <dgm:pt modelId="{DCC37064-A6D2-4A55-A252-3829429045E5}" type="pres">
      <dgm:prSet presAssocID="{EA05A323-1CD6-E844-BD1C-19A2225C0340}" presName="horz2" presStyleCnt="0"/>
      <dgm:spPr/>
    </dgm:pt>
    <dgm:pt modelId="{AF620EF4-9246-40B0-95DD-0F97FD557889}" type="pres">
      <dgm:prSet presAssocID="{EA05A323-1CD6-E844-BD1C-19A2225C0340}" presName="horzSpace2" presStyleCnt="0"/>
      <dgm:spPr/>
    </dgm:pt>
    <dgm:pt modelId="{821592CB-BF1E-40A4-88FF-532C668728A8}" type="pres">
      <dgm:prSet presAssocID="{EA05A323-1CD6-E844-BD1C-19A2225C0340}" presName="tx2" presStyleLbl="revTx" presStyleIdx="3" presStyleCnt="9"/>
      <dgm:spPr/>
    </dgm:pt>
    <dgm:pt modelId="{4A2BC687-FFD6-4EBF-9A58-5F5A5936D128}" type="pres">
      <dgm:prSet presAssocID="{EA05A323-1CD6-E844-BD1C-19A2225C0340}" presName="vert2" presStyleCnt="0"/>
      <dgm:spPr/>
    </dgm:pt>
    <dgm:pt modelId="{AFB2C275-AEA0-46EA-8FAC-DEEB17253C42}" type="pres">
      <dgm:prSet presAssocID="{EA05A323-1CD6-E844-BD1C-19A2225C0340}" presName="thinLine2b" presStyleLbl="callout" presStyleIdx="2" presStyleCnt="7"/>
      <dgm:spPr/>
    </dgm:pt>
    <dgm:pt modelId="{B63F60B4-89E7-4E26-9559-C63693EDEACE}" type="pres">
      <dgm:prSet presAssocID="{EA05A323-1CD6-E844-BD1C-19A2225C0340}" presName="vertSpace2b" presStyleCnt="0"/>
      <dgm:spPr/>
    </dgm:pt>
    <dgm:pt modelId="{B2F277F3-7CF1-994E-B28A-0B3155C31199}" type="pres">
      <dgm:prSet presAssocID="{A00DC1EC-B999-A640-8654-4E50ABDDE020}" presName="thickLine" presStyleLbl="alignNode1" presStyleIdx="1" presStyleCnt="2" custLinFactNeighborX="329" custLinFactNeighborY="-1233"/>
      <dgm:spPr/>
    </dgm:pt>
    <dgm:pt modelId="{0C40495D-3188-9E48-A89E-F64BB2F461F5}" type="pres">
      <dgm:prSet presAssocID="{A00DC1EC-B999-A640-8654-4E50ABDDE020}" presName="horz1" presStyleCnt="0"/>
      <dgm:spPr/>
    </dgm:pt>
    <dgm:pt modelId="{9891002C-403A-A043-B663-E6FEB51C2557}" type="pres">
      <dgm:prSet presAssocID="{A00DC1EC-B999-A640-8654-4E50ABDDE020}" presName="tx1" presStyleLbl="revTx" presStyleIdx="4" presStyleCnt="9"/>
      <dgm:spPr/>
    </dgm:pt>
    <dgm:pt modelId="{84783DB1-8E64-8549-92F0-B23833CEE8B0}" type="pres">
      <dgm:prSet presAssocID="{A00DC1EC-B999-A640-8654-4E50ABDDE020}" presName="vert1" presStyleCnt="0"/>
      <dgm:spPr/>
    </dgm:pt>
    <dgm:pt modelId="{7639A2F8-0310-4BED-B4BD-EAB6A5C40B77}" type="pres">
      <dgm:prSet presAssocID="{C067AB59-C7C5-C74B-8B60-2FA743781E39}" presName="vertSpace2a" presStyleCnt="0"/>
      <dgm:spPr/>
    </dgm:pt>
    <dgm:pt modelId="{6A69390F-9BF9-4ABA-8159-EAF93506C37D}" type="pres">
      <dgm:prSet presAssocID="{C067AB59-C7C5-C74B-8B60-2FA743781E39}" presName="horz2" presStyleCnt="0"/>
      <dgm:spPr/>
    </dgm:pt>
    <dgm:pt modelId="{80389192-84FD-488B-A175-87A5FB0572BA}" type="pres">
      <dgm:prSet presAssocID="{C067AB59-C7C5-C74B-8B60-2FA743781E39}" presName="horzSpace2" presStyleCnt="0"/>
      <dgm:spPr/>
    </dgm:pt>
    <dgm:pt modelId="{CECABC1D-D0D2-4346-AB17-5BDF3AE0B320}" type="pres">
      <dgm:prSet presAssocID="{C067AB59-C7C5-C74B-8B60-2FA743781E39}" presName="tx2" presStyleLbl="revTx" presStyleIdx="5" presStyleCnt="9"/>
      <dgm:spPr/>
    </dgm:pt>
    <dgm:pt modelId="{C56FE37B-F98C-4D15-95CF-6DC56554B5B4}" type="pres">
      <dgm:prSet presAssocID="{C067AB59-C7C5-C74B-8B60-2FA743781E39}" presName="vert2" presStyleCnt="0"/>
      <dgm:spPr/>
    </dgm:pt>
    <dgm:pt modelId="{5D84D3DB-F553-4712-A813-E34BD39795E9}" type="pres">
      <dgm:prSet presAssocID="{C067AB59-C7C5-C74B-8B60-2FA743781E39}" presName="thinLine2b" presStyleLbl="callout" presStyleIdx="3" presStyleCnt="7"/>
      <dgm:spPr/>
    </dgm:pt>
    <dgm:pt modelId="{2128B8DA-3804-468D-B525-5F0093F85BA2}" type="pres">
      <dgm:prSet presAssocID="{C067AB59-C7C5-C74B-8B60-2FA743781E39}" presName="vertSpace2b" presStyleCnt="0"/>
      <dgm:spPr/>
    </dgm:pt>
    <dgm:pt modelId="{4F42B568-F39A-4181-8658-EC1C2143BBA0}" type="pres">
      <dgm:prSet presAssocID="{D206AD7D-6FCF-BA4A-A881-D49C0A782FC3}" presName="horz2" presStyleCnt="0"/>
      <dgm:spPr/>
    </dgm:pt>
    <dgm:pt modelId="{4F8359BF-8C47-4A90-A343-AF5BDC5F9DE8}" type="pres">
      <dgm:prSet presAssocID="{D206AD7D-6FCF-BA4A-A881-D49C0A782FC3}" presName="horzSpace2" presStyleCnt="0"/>
      <dgm:spPr/>
    </dgm:pt>
    <dgm:pt modelId="{70B24025-E2C6-417F-99E1-3AE2064C772D}" type="pres">
      <dgm:prSet presAssocID="{D206AD7D-6FCF-BA4A-A881-D49C0A782FC3}" presName="tx2" presStyleLbl="revTx" presStyleIdx="6" presStyleCnt="9"/>
      <dgm:spPr/>
    </dgm:pt>
    <dgm:pt modelId="{7CEB9B09-60D8-4882-A2D8-38EF68D5C19F}" type="pres">
      <dgm:prSet presAssocID="{D206AD7D-6FCF-BA4A-A881-D49C0A782FC3}" presName="vert2" presStyleCnt="0"/>
      <dgm:spPr/>
    </dgm:pt>
    <dgm:pt modelId="{5E350EE4-2D6A-4A16-A0FE-9FACA9074727}" type="pres">
      <dgm:prSet presAssocID="{D206AD7D-6FCF-BA4A-A881-D49C0A782FC3}" presName="thinLine2b" presStyleLbl="callout" presStyleIdx="4" presStyleCnt="7"/>
      <dgm:spPr/>
    </dgm:pt>
    <dgm:pt modelId="{9BB5AFB5-07F7-4132-85A2-44E6D0516C88}" type="pres">
      <dgm:prSet presAssocID="{D206AD7D-6FCF-BA4A-A881-D49C0A782FC3}" presName="vertSpace2b" presStyleCnt="0"/>
      <dgm:spPr/>
    </dgm:pt>
    <dgm:pt modelId="{CFD8E1A3-90D3-46A8-AE85-EB36E0237BB5}" type="pres">
      <dgm:prSet presAssocID="{3440283F-7B94-41E1-A678-109BA5967928}" presName="horz2" presStyleCnt="0"/>
      <dgm:spPr/>
    </dgm:pt>
    <dgm:pt modelId="{274EF02C-7D1A-409B-A859-EE71E535A688}" type="pres">
      <dgm:prSet presAssocID="{3440283F-7B94-41E1-A678-109BA5967928}" presName="horzSpace2" presStyleCnt="0"/>
      <dgm:spPr/>
    </dgm:pt>
    <dgm:pt modelId="{1AB85A7C-0FFD-4546-B83C-987E91EDF1C9}" type="pres">
      <dgm:prSet presAssocID="{3440283F-7B94-41E1-A678-109BA5967928}" presName="tx2" presStyleLbl="revTx" presStyleIdx="7" presStyleCnt="9"/>
      <dgm:spPr/>
    </dgm:pt>
    <dgm:pt modelId="{6F7BAE7F-F22E-4343-8455-8D1D04AE6291}" type="pres">
      <dgm:prSet presAssocID="{3440283F-7B94-41E1-A678-109BA5967928}" presName="vert2" presStyleCnt="0"/>
      <dgm:spPr/>
    </dgm:pt>
    <dgm:pt modelId="{DF72560F-E95F-423D-A8FF-AAE8DAA00A74}" type="pres">
      <dgm:prSet presAssocID="{3440283F-7B94-41E1-A678-109BA5967928}" presName="thinLine2b" presStyleLbl="callout" presStyleIdx="5" presStyleCnt="7"/>
      <dgm:spPr/>
    </dgm:pt>
    <dgm:pt modelId="{D8D1CF1A-EF09-4022-8D03-FD002D4FE754}" type="pres">
      <dgm:prSet presAssocID="{3440283F-7B94-41E1-A678-109BA5967928}" presName="vertSpace2b" presStyleCnt="0"/>
      <dgm:spPr/>
    </dgm:pt>
    <dgm:pt modelId="{00451E5C-D19E-4AC4-8C6F-60950BA475F2}" type="pres">
      <dgm:prSet presAssocID="{5B536FDF-F2F3-4D05-AF9A-89E79C92380B}" presName="horz2" presStyleCnt="0"/>
      <dgm:spPr/>
    </dgm:pt>
    <dgm:pt modelId="{3C367370-E70B-40CC-9DCF-3FC0C33EDE1B}" type="pres">
      <dgm:prSet presAssocID="{5B536FDF-F2F3-4D05-AF9A-89E79C92380B}" presName="horzSpace2" presStyleCnt="0"/>
      <dgm:spPr/>
    </dgm:pt>
    <dgm:pt modelId="{EDBBCE88-88E0-4C06-BA01-B4EFB6C685E1}" type="pres">
      <dgm:prSet presAssocID="{5B536FDF-F2F3-4D05-AF9A-89E79C92380B}" presName="tx2" presStyleLbl="revTx" presStyleIdx="8" presStyleCnt="9"/>
      <dgm:spPr/>
    </dgm:pt>
    <dgm:pt modelId="{5EA7847F-7A65-4DE6-AFB0-0784772E4EA1}" type="pres">
      <dgm:prSet presAssocID="{5B536FDF-F2F3-4D05-AF9A-89E79C92380B}" presName="vert2" presStyleCnt="0"/>
      <dgm:spPr/>
    </dgm:pt>
    <dgm:pt modelId="{22FFB06E-FF71-449B-9AA1-BDA4A6D85DF8}" type="pres">
      <dgm:prSet presAssocID="{5B536FDF-F2F3-4D05-AF9A-89E79C92380B}" presName="thinLine2b" presStyleLbl="callout" presStyleIdx="6" presStyleCnt="7"/>
      <dgm:spPr/>
    </dgm:pt>
    <dgm:pt modelId="{D29BEB5B-2E19-4BA8-823B-ABEF6ECE6E88}" type="pres">
      <dgm:prSet presAssocID="{5B536FDF-F2F3-4D05-AF9A-89E79C92380B}" presName="vertSpace2b" presStyleCnt="0"/>
      <dgm:spPr/>
    </dgm:pt>
  </dgm:ptLst>
  <dgm:cxnLst>
    <dgm:cxn modelId="{2FE6312A-8E9C-42E4-A35F-065C47954353}" type="presOf" srcId="{D1D10F65-8C36-4800-AD9D-4A75930380A4}" destId="{792A15AE-68CB-4B5E-A488-D8B2430819E0}" srcOrd="0" destOrd="0" presId="urn:microsoft.com/office/officeart/2008/layout/LinedList"/>
    <dgm:cxn modelId="{B913582A-C51A-7948-8CD7-0EAADAC6E1E7}" srcId="{D1D10F65-8C36-4800-AD9D-4A75930380A4}" destId="{9C0C5B6B-88B0-0644-95CC-DA013289C236}" srcOrd="0" destOrd="0" parTransId="{B8FBE750-BA08-3745-BDB2-8DE244854305}" sibTransId="{7720ED4A-2659-4441-8B8A-B12AAECACA03}"/>
    <dgm:cxn modelId="{366F432C-1A26-4011-8836-F1CB5F23632D}" srcId="{A00DC1EC-B999-A640-8654-4E50ABDDE020}" destId="{5B536FDF-F2F3-4D05-AF9A-89E79C92380B}" srcOrd="3" destOrd="0" parTransId="{56E7C592-F553-41EA-A0F8-EBF440BF702D}" sibTransId="{3DAEA229-1474-4E45-A55F-BA78088D2142}"/>
    <dgm:cxn modelId="{CEF75630-A106-2C4A-813E-06273EBC269D}" srcId="{D1D10F65-8C36-4800-AD9D-4A75930380A4}" destId="{4D7DCE72-F1C7-3648-B096-B3BF2FA1BA56}" srcOrd="1" destOrd="0" parTransId="{4130B51B-54F0-CE46-A291-A4358F1F6F5A}" sibTransId="{44AA0FEF-23B0-9044-91B0-9D01CCB0457B}"/>
    <dgm:cxn modelId="{2B3AB939-F741-4B55-BCEC-AC60F4C0DC14}" srcId="{A00DC1EC-B999-A640-8654-4E50ABDDE020}" destId="{3440283F-7B94-41E1-A678-109BA5967928}" srcOrd="2" destOrd="0" parTransId="{620191C0-423A-4FE9-A4F1-5C5D36C0C76E}" sibTransId="{23C99D01-59D4-4C59-997C-A7CC57B9FF58}"/>
    <dgm:cxn modelId="{88CAD25B-4863-724E-A8BB-5EA65B911430}" type="presOf" srcId="{C3CE8D9A-2F5F-E04C-AF81-B61DA3187B58}" destId="{A4615577-DB07-0E46-BAD9-752076C1E8EB}" srcOrd="0" destOrd="0" presId="urn:microsoft.com/office/officeart/2008/layout/LinedList"/>
    <dgm:cxn modelId="{9F261941-24ED-402A-AAD4-7E453770E726}" type="presOf" srcId="{EA05A323-1CD6-E844-BD1C-19A2225C0340}" destId="{821592CB-BF1E-40A4-88FF-532C668728A8}" srcOrd="0" destOrd="0" presId="urn:microsoft.com/office/officeart/2008/layout/LinedList"/>
    <dgm:cxn modelId="{85AEC94C-8398-42E2-BCFF-BE328E528E4F}" type="presOf" srcId="{9C0C5B6B-88B0-0644-95CC-DA013289C236}" destId="{520D1D2C-1114-41BF-8F7E-61F71B01A781}" srcOrd="0" destOrd="0" presId="urn:microsoft.com/office/officeart/2008/layout/LinedList"/>
    <dgm:cxn modelId="{57DCF56E-A877-4D98-80BC-07F249D9A3FF}" type="presOf" srcId="{3440283F-7B94-41E1-A678-109BA5967928}" destId="{1AB85A7C-0FFD-4546-B83C-987E91EDF1C9}" srcOrd="0" destOrd="0" presId="urn:microsoft.com/office/officeart/2008/layout/LinedList"/>
    <dgm:cxn modelId="{BE140C54-7845-4FA6-BD16-779C89E4A191}" type="presOf" srcId="{C067AB59-C7C5-C74B-8B60-2FA743781E39}" destId="{CECABC1D-D0D2-4346-AB17-5BDF3AE0B320}" srcOrd="0" destOrd="0" presId="urn:microsoft.com/office/officeart/2008/layout/LinedList"/>
    <dgm:cxn modelId="{6FCFE956-A4B8-4040-A710-4C204E8AB087}" type="presOf" srcId="{5B536FDF-F2F3-4D05-AF9A-89E79C92380B}" destId="{EDBBCE88-88E0-4C06-BA01-B4EFB6C685E1}" srcOrd="0" destOrd="0" presId="urn:microsoft.com/office/officeart/2008/layout/LinedList"/>
    <dgm:cxn modelId="{170E0A80-D936-D547-94C5-570AC1082D21}" srcId="{D1D10F65-8C36-4800-AD9D-4A75930380A4}" destId="{EA05A323-1CD6-E844-BD1C-19A2225C0340}" srcOrd="2" destOrd="0" parTransId="{30E5782B-3D30-E84E-8B09-5F18CE4DBC15}" sibTransId="{A735D71C-2096-F344-B726-857D36F14FEB}"/>
    <dgm:cxn modelId="{7D1D3080-7900-4CC4-B4C0-BD39D5B7C3EE}" srcId="{C3CE8D9A-2F5F-E04C-AF81-B61DA3187B58}" destId="{D1D10F65-8C36-4800-AD9D-4A75930380A4}" srcOrd="0" destOrd="0" parTransId="{90F18EEC-639F-4363-B4CF-89223F0F6C38}" sibTransId="{99324C82-0C51-4B8E-B7FB-AB0EDB6CDB40}"/>
    <dgm:cxn modelId="{FA015F84-3A27-6341-B5E5-5AAABF15FCA7}" srcId="{A00DC1EC-B999-A640-8654-4E50ABDDE020}" destId="{C067AB59-C7C5-C74B-8B60-2FA743781E39}" srcOrd="0" destOrd="0" parTransId="{E4F708B6-A4DC-E54B-965A-6A91932F4F21}" sibTransId="{07AED4AD-A571-FA4C-8F60-2811AAEB8399}"/>
    <dgm:cxn modelId="{3E29948C-DFFC-AB42-9C68-F162D26487F0}" type="presOf" srcId="{A00DC1EC-B999-A640-8654-4E50ABDDE020}" destId="{9891002C-403A-A043-B663-E6FEB51C2557}" srcOrd="0" destOrd="0" presId="urn:microsoft.com/office/officeart/2008/layout/LinedList"/>
    <dgm:cxn modelId="{C36FE991-C046-254D-B645-ED7CD9E49D91}" srcId="{C3CE8D9A-2F5F-E04C-AF81-B61DA3187B58}" destId="{A00DC1EC-B999-A640-8654-4E50ABDDE020}" srcOrd="1" destOrd="0" parTransId="{C1FC985A-8FE8-944A-89F3-975B9C62D138}" sibTransId="{48BA50DD-A1B0-B142-8134-1733EC7E096A}"/>
    <dgm:cxn modelId="{DBA51B96-2BDF-C04D-8EE9-74101BC05F2E}" srcId="{A00DC1EC-B999-A640-8654-4E50ABDDE020}" destId="{D206AD7D-6FCF-BA4A-A881-D49C0A782FC3}" srcOrd="1" destOrd="0" parTransId="{2FAF4929-896A-4142-A9D4-FCF51F2A7AA6}" sibTransId="{948F4234-2DCD-C24A-ABA8-79BDA4601848}"/>
    <dgm:cxn modelId="{3BDFFADE-29A9-481E-B58F-434B0C851ADE}" type="presOf" srcId="{4D7DCE72-F1C7-3648-B096-B3BF2FA1BA56}" destId="{F1E3A902-B27E-4D1E-9D62-838DBF77570E}" srcOrd="0" destOrd="0" presId="urn:microsoft.com/office/officeart/2008/layout/LinedList"/>
    <dgm:cxn modelId="{AFE1BFFD-BCE2-4B07-8778-349DF1D2A1BC}" type="presOf" srcId="{D206AD7D-6FCF-BA4A-A881-D49C0A782FC3}" destId="{70B24025-E2C6-417F-99E1-3AE2064C772D}" srcOrd="0" destOrd="0" presId="urn:microsoft.com/office/officeart/2008/layout/LinedList"/>
    <dgm:cxn modelId="{4DB7B23E-B30F-4C81-8ACC-F20339733989}" type="presParOf" srcId="{A4615577-DB07-0E46-BAD9-752076C1E8EB}" destId="{4324E71C-51E4-4FFA-9638-472734009553}" srcOrd="0" destOrd="0" presId="urn:microsoft.com/office/officeart/2008/layout/LinedList"/>
    <dgm:cxn modelId="{5F89DA01-B92A-4DC0-9CEE-1F6FA1D40ECE}" type="presParOf" srcId="{A4615577-DB07-0E46-BAD9-752076C1E8EB}" destId="{35D4AF3C-4879-491B-8004-F3B88F6D9FB5}" srcOrd="1" destOrd="0" presId="urn:microsoft.com/office/officeart/2008/layout/LinedList"/>
    <dgm:cxn modelId="{F3D6BEA2-B2D9-4B81-A154-A2B392387994}" type="presParOf" srcId="{35D4AF3C-4879-491B-8004-F3B88F6D9FB5}" destId="{792A15AE-68CB-4B5E-A488-D8B2430819E0}" srcOrd="0" destOrd="0" presId="urn:microsoft.com/office/officeart/2008/layout/LinedList"/>
    <dgm:cxn modelId="{F7785119-16D5-4918-A11C-76CAE3186FCE}" type="presParOf" srcId="{35D4AF3C-4879-491B-8004-F3B88F6D9FB5}" destId="{162AB6D4-F395-4B55-9519-21B610CC0382}" srcOrd="1" destOrd="0" presId="urn:microsoft.com/office/officeart/2008/layout/LinedList"/>
    <dgm:cxn modelId="{B8EBD6DE-7A50-4C60-B506-ECD05FE59218}" type="presParOf" srcId="{162AB6D4-F395-4B55-9519-21B610CC0382}" destId="{412C8F4B-57E8-4EE2-95F4-7EAB16DF68B6}" srcOrd="0" destOrd="0" presId="urn:microsoft.com/office/officeart/2008/layout/LinedList"/>
    <dgm:cxn modelId="{956FD370-326D-4EB3-801A-A29C8A2FA36A}" type="presParOf" srcId="{162AB6D4-F395-4B55-9519-21B610CC0382}" destId="{706ACAA7-2B5D-4D39-81AB-5DAABC04EC1D}" srcOrd="1" destOrd="0" presId="urn:microsoft.com/office/officeart/2008/layout/LinedList"/>
    <dgm:cxn modelId="{A39098EB-962C-4166-8037-F95585B9F478}" type="presParOf" srcId="{706ACAA7-2B5D-4D39-81AB-5DAABC04EC1D}" destId="{3456CDB8-701B-42F1-87C2-C295CD1E48EE}" srcOrd="0" destOrd="0" presId="urn:microsoft.com/office/officeart/2008/layout/LinedList"/>
    <dgm:cxn modelId="{342403CE-B025-4D29-8793-EA37F41E586D}" type="presParOf" srcId="{706ACAA7-2B5D-4D39-81AB-5DAABC04EC1D}" destId="{520D1D2C-1114-41BF-8F7E-61F71B01A781}" srcOrd="1" destOrd="0" presId="urn:microsoft.com/office/officeart/2008/layout/LinedList"/>
    <dgm:cxn modelId="{25A3F28B-6CD7-4F31-890F-F8CF5F90629E}" type="presParOf" srcId="{706ACAA7-2B5D-4D39-81AB-5DAABC04EC1D}" destId="{D6DDDC7E-F1A5-4153-9143-0972F5C1698F}" srcOrd="2" destOrd="0" presId="urn:microsoft.com/office/officeart/2008/layout/LinedList"/>
    <dgm:cxn modelId="{4E8BB94C-449C-4BAA-89E5-7B4012CC296E}" type="presParOf" srcId="{162AB6D4-F395-4B55-9519-21B610CC0382}" destId="{0A0EB41C-54BD-4DBD-AE20-1F9966450DC3}" srcOrd="2" destOrd="0" presId="urn:microsoft.com/office/officeart/2008/layout/LinedList"/>
    <dgm:cxn modelId="{AB79C922-1D85-4408-9FB6-F8CFB8C36573}" type="presParOf" srcId="{162AB6D4-F395-4B55-9519-21B610CC0382}" destId="{BD1DC2FA-97F1-47D7-B64D-204FB692D739}" srcOrd="3" destOrd="0" presId="urn:microsoft.com/office/officeart/2008/layout/LinedList"/>
    <dgm:cxn modelId="{6F9AF466-E2B6-4D13-8F7D-DC885CC31B1D}" type="presParOf" srcId="{162AB6D4-F395-4B55-9519-21B610CC0382}" destId="{AA817BFD-CFD8-4863-BA21-FE68B817CC3C}" srcOrd="4" destOrd="0" presId="urn:microsoft.com/office/officeart/2008/layout/LinedList"/>
    <dgm:cxn modelId="{A4CC1812-D46A-48BC-9422-20B9EC6ECAAB}" type="presParOf" srcId="{AA817BFD-CFD8-4863-BA21-FE68B817CC3C}" destId="{BD57D683-A942-4221-A2F2-BB0CF711AC57}" srcOrd="0" destOrd="0" presId="urn:microsoft.com/office/officeart/2008/layout/LinedList"/>
    <dgm:cxn modelId="{5AA14EA0-0813-473C-8163-DCE2FD80C8FD}" type="presParOf" srcId="{AA817BFD-CFD8-4863-BA21-FE68B817CC3C}" destId="{F1E3A902-B27E-4D1E-9D62-838DBF77570E}" srcOrd="1" destOrd="0" presId="urn:microsoft.com/office/officeart/2008/layout/LinedList"/>
    <dgm:cxn modelId="{F341795B-4F8D-40FC-BB87-DB28B4CBE845}" type="presParOf" srcId="{AA817BFD-CFD8-4863-BA21-FE68B817CC3C}" destId="{4F138E20-5633-4DCC-BBC2-20DFBFC7868F}" srcOrd="2" destOrd="0" presId="urn:microsoft.com/office/officeart/2008/layout/LinedList"/>
    <dgm:cxn modelId="{60B4EA34-669B-44B0-849E-7820221DB9C4}" type="presParOf" srcId="{162AB6D4-F395-4B55-9519-21B610CC0382}" destId="{2B79C5B5-7045-4C8A-A0D3-ED34D320DACE}" srcOrd="5" destOrd="0" presId="urn:microsoft.com/office/officeart/2008/layout/LinedList"/>
    <dgm:cxn modelId="{7E569D0C-3428-435B-AF6F-5E8C383648C2}" type="presParOf" srcId="{162AB6D4-F395-4B55-9519-21B610CC0382}" destId="{8C3B0260-807F-409D-975C-EBFF816514C3}" srcOrd="6" destOrd="0" presId="urn:microsoft.com/office/officeart/2008/layout/LinedList"/>
    <dgm:cxn modelId="{8F968DE2-01A0-490A-A10A-5EF138830341}" type="presParOf" srcId="{162AB6D4-F395-4B55-9519-21B610CC0382}" destId="{DCC37064-A6D2-4A55-A252-3829429045E5}" srcOrd="7" destOrd="0" presId="urn:microsoft.com/office/officeart/2008/layout/LinedList"/>
    <dgm:cxn modelId="{F7599D3A-2E6E-4C65-9E0D-25F128761943}" type="presParOf" srcId="{DCC37064-A6D2-4A55-A252-3829429045E5}" destId="{AF620EF4-9246-40B0-95DD-0F97FD557889}" srcOrd="0" destOrd="0" presId="urn:microsoft.com/office/officeart/2008/layout/LinedList"/>
    <dgm:cxn modelId="{BCF95899-7917-4EDB-8FD2-FCB40A438ECB}" type="presParOf" srcId="{DCC37064-A6D2-4A55-A252-3829429045E5}" destId="{821592CB-BF1E-40A4-88FF-532C668728A8}" srcOrd="1" destOrd="0" presId="urn:microsoft.com/office/officeart/2008/layout/LinedList"/>
    <dgm:cxn modelId="{51DE40F6-3A87-480E-99D8-89C0632D8E40}" type="presParOf" srcId="{DCC37064-A6D2-4A55-A252-3829429045E5}" destId="{4A2BC687-FFD6-4EBF-9A58-5F5A5936D128}" srcOrd="2" destOrd="0" presId="urn:microsoft.com/office/officeart/2008/layout/LinedList"/>
    <dgm:cxn modelId="{ACEB100A-F77A-4DDF-BF04-639FA07CDC79}" type="presParOf" srcId="{162AB6D4-F395-4B55-9519-21B610CC0382}" destId="{AFB2C275-AEA0-46EA-8FAC-DEEB17253C42}" srcOrd="8" destOrd="0" presId="urn:microsoft.com/office/officeart/2008/layout/LinedList"/>
    <dgm:cxn modelId="{48D32097-7681-4FF5-B71E-2581D6375AB7}" type="presParOf" srcId="{162AB6D4-F395-4B55-9519-21B610CC0382}" destId="{B63F60B4-89E7-4E26-9559-C63693EDEACE}" srcOrd="9" destOrd="0" presId="urn:microsoft.com/office/officeart/2008/layout/LinedList"/>
    <dgm:cxn modelId="{35AF335E-5A39-7049-B788-36F0EF331E73}" type="presParOf" srcId="{A4615577-DB07-0E46-BAD9-752076C1E8EB}" destId="{B2F277F3-7CF1-994E-B28A-0B3155C31199}" srcOrd="2" destOrd="0" presId="urn:microsoft.com/office/officeart/2008/layout/LinedList"/>
    <dgm:cxn modelId="{5F47EFD6-2CBD-894E-8B6E-5A8B8B366D05}" type="presParOf" srcId="{A4615577-DB07-0E46-BAD9-752076C1E8EB}" destId="{0C40495D-3188-9E48-A89E-F64BB2F461F5}" srcOrd="3" destOrd="0" presId="urn:microsoft.com/office/officeart/2008/layout/LinedList"/>
    <dgm:cxn modelId="{E3857465-52FE-4043-A3F9-DA9E495DC241}" type="presParOf" srcId="{0C40495D-3188-9E48-A89E-F64BB2F461F5}" destId="{9891002C-403A-A043-B663-E6FEB51C2557}" srcOrd="0" destOrd="0" presId="urn:microsoft.com/office/officeart/2008/layout/LinedList"/>
    <dgm:cxn modelId="{A92C2B0F-4EC0-EE40-994C-464482B0D0DE}" type="presParOf" srcId="{0C40495D-3188-9E48-A89E-F64BB2F461F5}" destId="{84783DB1-8E64-8549-92F0-B23833CEE8B0}" srcOrd="1" destOrd="0" presId="urn:microsoft.com/office/officeart/2008/layout/LinedList"/>
    <dgm:cxn modelId="{EA0B3910-EB80-4029-B60B-20F24CE2843C}" type="presParOf" srcId="{84783DB1-8E64-8549-92F0-B23833CEE8B0}" destId="{7639A2F8-0310-4BED-B4BD-EAB6A5C40B77}" srcOrd="0" destOrd="0" presId="urn:microsoft.com/office/officeart/2008/layout/LinedList"/>
    <dgm:cxn modelId="{99DBFB21-0FC2-4CBA-BB47-36270808838D}" type="presParOf" srcId="{84783DB1-8E64-8549-92F0-B23833CEE8B0}" destId="{6A69390F-9BF9-4ABA-8159-EAF93506C37D}" srcOrd="1" destOrd="0" presId="urn:microsoft.com/office/officeart/2008/layout/LinedList"/>
    <dgm:cxn modelId="{E87F3EA4-77CE-4F0C-A375-D165481E49A8}" type="presParOf" srcId="{6A69390F-9BF9-4ABA-8159-EAF93506C37D}" destId="{80389192-84FD-488B-A175-87A5FB0572BA}" srcOrd="0" destOrd="0" presId="urn:microsoft.com/office/officeart/2008/layout/LinedList"/>
    <dgm:cxn modelId="{98F27296-CAFF-422A-B24C-47C3377364FE}" type="presParOf" srcId="{6A69390F-9BF9-4ABA-8159-EAF93506C37D}" destId="{CECABC1D-D0D2-4346-AB17-5BDF3AE0B320}" srcOrd="1" destOrd="0" presId="urn:microsoft.com/office/officeart/2008/layout/LinedList"/>
    <dgm:cxn modelId="{052522D8-E186-4A8F-8FE7-EA5F2E68B10F}" type="presParOf" srcId="{6A69390F-9BF9-4ABA-8159-EAF93506C37D}" destId="{C56FE37B-F98C-4D15-95CF-6DC56554B5B4}" srcOrd="2" destOrd="0" presId="urn:microsoft.com/office/officeart/2008/layout/LinedList"/>
    <dgm:cxn modelId="{7C9E3284-09F1-4CA9-82F8-E7DCFD250D0D}" type="presParOf" srcId="{84783DB1-8E64-8549-92F0-B23833CEE8B0}" destId="{5D84D3DB-F553-4712-A813-E34BD39795E9}" srcOrd="2" destOrd="0" presId="urn:microsoft.com/office/officeart/2008/layout/LinedList"/>
    <dgm:cxn modelId="{ECC376FD-6EF2-45B9-BD59-10867BC46682}" type="presParOf" srcId="{84783DB1-8E64-8549-92F0-B23833CEE8B0}" destId="{2128B8DA-3804-468D-B525-5F0093F85BA2}" srcOrd="3" destOrd="0" presId="urn:microsoft.com/office/officeart/2008/layout/LinedList"/>
    <dgm:cxn modelId="{48D72E68-5752-4B2B-9C23-189D22095748}" type="presParOf" srcId="{84783DB1-8E64-8549-92F0-B23833CEE8B0}" destId="{4F42B568-F39A-4181-8658-EC1C2143BBA0}" srcOrd="4" destOrd="0" presId="urn:microsoft.com/office/officeart/2008/layout/LinedList"/>
    <dgm:cxn modelId="{7B8AE250-CE81-48B4-9208-19C32DF7C56A}" type="presParOf" srcId="{4F42B568-F39A-4181-8658-EC1C2143BBA0}" destId="{4F8359BF-8C47-4A90-A343-AF5BDC5F9DE8}" srcOrd="0" destOrd="0" presId="urn:microsoft.com/office/officeart/2008/layout/LinedList"/>
    <dgm:cxn modelId="{0C28ACEF-4949-4BC4-8F57-81F3A45D35D3}" type="presParOf" srcId="{4F42B568-F39A-4181-8658-EC1C2143BBA0}" destId="{70B24025-E2C6-417F-99E1-3AE2064C772D}" srcOrd="1" destOrd="0" presId="urn:microsoft.com/office/officeart/2008/layout/LinedList"/>
    <dgm:cxn modelId="{E92263C1-B8F6-4C1D-9693-B108FE254198}" type="presParOf" srcId="{4F42B568-F39A-4181-8658-EC1C2143BBA0}" destId="{7CEB9B09-60D8-4882-A2D8-38EF68D5C19F}" srcOrd="2" destOrd="0" presId="urn:microsoft.com/office/officeart/2008/layout/LinedList"/>
    <dgm:cxn modelId="{21102A85-9357-401E-A673-0BF1CA8FA349}" type="presParOf" srcId="{84783DB1-8E64-8549-92F0-B23833CEE8B0}" destId="{5E350EE4-2D6A-4A16-A0FE-9FACA9074727}" srcOrd="5" destOrd="0" presId="urn:microsoft.com/office/officeart/2008/layout/LinedList"/>
    <dgm:cxn modelId="{9B609360-89AD-4D2E-BC1F-E6E995D442B6}" type="presParOf" srcId="{84783DB1-8E64-8549-92F0-B23833CEE8B0}" destId="{9BB5AFB5-07F7-4132-85A2-44E6D0516C88}" srcOrd="6" destOrd="0" presId="urn:microsoft.com/office/officeart/2008/layout/LinedList"/>
    <dgm:cxn modelId="{B47D9EEA-531A-408A-B090-E475DC65E74E}" type="presParOf" srcId="{84783DB1-8E64-8549-92F0-B23833CEE8B0}" destId="{CFD8E1A3-90D3-46A8-AE85-EB36E0237BB5}" srcOrd="7" destOrd="0" presId="urn:microsoft.com/office/officeart/2008/layout/LinedList"/>
    <dgm:cxn modelId="{1CBE25E4-EADF-4AAE-87EC-0BCA7409E3B2}" type="presParOf" srcId="{CFD8E1A3-90D3-46A8-AE85-EB36E0237BB5}" destId="{274EF02C-7D1A-409B-A859-EE71E535A688}" srcOrd="0" destOrd="0" presId="urn:microsoft.com/office/officeart/2008/layout/LinedList"/>
    <dgm:cxn modelId="{54B6A375-8841-450A-97F1-0DBCCB36C37E}" type="presParOf" srcId="{CFD8E1A3-90D3-46A8-AE85-EB36E0237BB5}" destId="{1AB85A7C-0FFD-4546-B83C-987E91EDF1C9}" srcOrd="1" destOrd="0" presId="urn:microsoft.com/office/officeart/2008/layout/LinedList"/>
    <dgm:cxn modelId="{7F9619CE-2F45-4ACE-ADA7-09AC737613F7}" type="presParOf" srcId="{CFD8E1A3-90D3-46A8-AE85-EB36E0237BB5}" destId="{6F7BAE7F-F22E-4343-8455-8D1D04AE6291}" srcOrd="2" destOrd="0" presId="urn:microsoft.com/office/officeart/2008/layout/LinedList"/>
    <dgm:cxn modelId="{FB008851-06D7-4855-A24F-22E0D73AB55F}" type="presParOf" srcId="{84783DB1-8E64-8549-92F0-B23833CEE8B0}" destId="{DF72560F-E95F-423D-A8FF-AAE8DAA00A74}" srcOrd="8" destOrd="0" presId="urn:microsoft.com/office/officeart/2008/layout/LinedList"/>
    <dgm:cxn modelId="{F864CF38-EDB0-4C21-B8CD-8F6468AED3AB}" type="presParOf" srcId="{84783DB1-8E64-8549-92F0-B23833CEE8B0}" destId="{D8D1CF1A-EF09-4022-8D03-FD002D4FE754}" srcOrd="9" destOrd="0" presId="urn:microsoft.com/office/officeart/2008/layout/LinedList"/>
    <dgm:cxn modelId="{FA6E8390-3117-4B0E-A8CD-C8525D3476EE}" type="presParOf" srcId="{84783DB1-8E64-8549-92F0-B23833CEE8B0}" destId="{00451E5C-D19E-4AC4-8C6F-60950BA475F2}" srcOrd="10" destOrd="0" presId="urn:microsoft.com/office/officeart/2008/layout/LinedList"/>
    <dgm:cxn modelId="{A1DC1013-3554-4925-8C05-0BA40D7B62CE}" type="presParOf" srcId="{00451E5C-D19E-4AC4-8C6F-60950BA475F2}" destId="{3C367370-E70B-40CC-9DCF-3FC0C33EDE1B}" srcOrd="0" destOrd="0" presId="urn:microsoft.com/office/officeart/2008/layout/LinedList"/>
    <dgm:cxn modelId="{5DEED33B-11D0-4E73-B9C5-AC7FE88CE993}" type="presParOf" srcId="{00451E5C-D19E-4AC4-8C6F-60950BA475F2}" destId="{EDBBCE88-88E0-4C06-BA01-B4EFB6C685E1}" srcOrd="1" destOrd="0" presId="urn:microsoft.com/office/officeart/2008/layout/LinedList"/>
    <dgm:cxn modelId="{13C1FCD6-38EA-422D-AE65-723CF6BA7FF9}" type="presParOf" srcId="{00451E5C-D19E-4AC4-8C6F-60950BA475F2}" destId="{5EA7847F-7A65-4DE6-AFB0-0784772E4EA1}" srcOrd="2" destOrd="0" presId="urn:microsoft.com/office/officeart/2008/layout/LinedList"/>
    <dgm:cxn modelId="{36F58C88-C89C-4347-A57A-4CC7FDCF4B52}" type="presParOf" srcId="{84783DB1-8E64-8549-92F0-B23833CEE8B0}" destId="{22FFB06E-FF71-449B-9AA1-BDA4A6D85DF8}" srcOrd="11" destOrd="0" presId="urn:microsoft.com/office/officeart/2008/layout/LinedList"/>
    <dgm:cxn modelId="{8343C662-277E-438C-9E8E-2477EFCDC4EE}" type="presParOf" srcId="{84783DB1-8E64-8549-92F0-B23833CEE8B0}" destId="{D29BEB5B-2E19-4BA8-823B-ABEF6ECE6E88}" srcOrd="12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590E437-9AEB-4069-A306-4DCC9C1C3FCB}" type="doc">
      <dgm:prSet loTypeId="urn:microsoft.com/office/officeart/2008/layout/VerticalCurvedList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s-ES_tradnl"/>
        </a:p>
      </dgm:t>
    </dgm:pt>
    <dgm:pt modelId="{021DA3D3-9138-4A99-8859-3052FB748E91}">
      <dgm:prSet phldrT="[Texto]"/>
      <dgm:spPr/>
      <dgm:t>
        <a:bodyPr/>
        <a:lstStyle/>
        <a:p>
          <a:r>
            <a:rPr lang="es-ES_tradnl" dirty="0"/>
            <a:t>Plan de gestión de calidad</a:t>
          </a:r>
        </a:p>
      </dgm:t>
    </dgm:pt>
    <dgm:pt modelId="{33D99A7A-84A3-49FB-90CA-370352BBD04E}" type="parTrans" cxnId="{5BE8FB1E-0A10-4A34-AB96-40420204FE73}">
      <dgm:prSet/>
      <dgm:spPr/>
      <dgm:t>
        <a:bodyPr/>
        <a:lstStyle/>
        <a:p>
          <a:endParaRPr lang="es-ES_tradnl"/>
        </a:p>
      </dgm:t>
    </dgm:pt>
    <dgm:pt modelId="{922C4313-ED8A-4A00-8243-7B540B794488}" type="sibTrans" cxnId="{5BE8FB1E-0A10-4A34-AB96-40420204FE73}">
      <dgm:prSet/>
      <dgm:spPr/>
      <dgm:t>
        <a:bodyPr/>
        <a:lstStyle/>
        <a:p>
          <a:endParaRPr lang="es-ES_tradnl"/>
        </a:p>
      </dgm:t>
    </dgm:pt>
    <dgm:pt modelId="{0B9B9D2A-FCDD-4D03-8326-8255EB426FDB}">
      <dgm:prSet phldrT="[Texto]"/>
      <dgm:spPr/>
      <dgm:t>
        <a:bodyPr/>
        <a:lstStyle/>
        <a:p>
          <a:r>
            <a:rPr lang="es-ES_tradnl" dirty="0"/>
            <a:t>Métricas de calidad</a:t>
          </a:r>
        </a:p>
      </dgm:t>
    </dgm:pt>
    <dgm:pt modelId="{66118AC1-8E07-44DE-A0EB-7B781AA48C87}" type="parTrans" cxnId="{6D4B2722-D002-4318-AF25-0E517B22FE2E}">
      <dgm:prSet/>
      <dgm:spPr/>
      <dgm:t>
        <a:bodyPr/>
        <a:lstStyle/>
        <a:p>
          <a:endParaRPr lang="es-ES_tradnl"/>
        </a:p>
      </dgm:t>
    </dgm:pt>
    <dgm:pt modelId="{9DF778D4-5BEC-4B48-876C-9D458DB04107}" type="sibTrans" cxnId="{6D4B2722-D002-4318-AF25-0E517B22FE2E}">
      <dgm:prSet/>
      <dgm:spPr/>
      <dgm:t>
        <a:bodyPr/>
        <a:lstStyle/>
        <a:p>
          <a:endParaRPr lang="es-ES_tradnl"/>
        </a:p>
      </dgm:t>
    </dgm:pt>
    <dgm:pt modelId="{C818F310-4FD0-47D5-B104-F72F59AE997C}">
      <dgm:prSet phldrT="[Texto]"/>
      <dgm:spPr/>
      <dgm:t>
        <a:bodyPr/>
        <a:lstStyle/>
        <a:p>
          <a:r>
            <a:rPr lang="es-ES_tradnl" dirty="0"/>
            <a:t>Listas de verificación </a:t>
          </a:r>
        </a:p>
      </dgm:t>
    </dgm:pt>
    <dgm:pt modelId="{DBAC9944-EF6E-4788-AE8E-B41A9825B0BC}" type="parTrans" cxnId="{B3EFA7CF-76A2-46B6-99A2-9DD0A2AA7110}">
      <dgm:prSet/>
      <dgm:spPr/>
      <dgm:t>
        <a:bodyPr/>
        <a:lstStyle/>
        <a:p>
          <a:endParaRPr lang="es-ES_tradnl"/>
        </a:p>
      </dgm:t>
    </dgm:pt>
    <dgm:pt modelId="{EB4D546D-EB22-435E-B3BD-B7A54078BFC8}" type="sibTrans" cxnId="{B3EFA7CF-76A2-46B6-99A2-9DD0A2AA7110}">
      <dgm:prSet/>
      <dgm:spPr/>
      <dgm:t>
        <a:bodyPr/>
        <a:lstStyle/>
        <a:p>
          <a:endParaRPr lang="es-ES_tradnl"/>
        </a:p>
      </dgm:t>
    </dgm:pt>
    <dgm:pt modelId="{6439088D-986D-4172-94C5-7A1C3328B561}">
      <dgm:prSet phldrT="[Texto]"/>
      <dgm:spPr/>
      <dgm:t>
        <a:bodyPr/>
        <a:lstStyle/>
        <a:p>
          <a:r>
            <a:rPr lang="es-ES_tradnl" dirty="0"/>
            <a:t>Plan de mejoras del proceso</a:t>
          </a:r>
        </a:p>
      </dgm:t>
    </dgm:pt>
    <dgm:pt modelId="{50A59C39-B73D-49CC-BA66-97E3D577C797}" type="parTrans" cxnId="{8C6168FF-3055-4118-9DD3-41E1E158DFB7}">
      <dgm:prSet/>
      <dgm:spPr/>
      <dgm:t>
        <a:bodyPr/>
        <a:lstStyle/>
        <a:p>
          <a:endParaRPr lang="es-ES_tradnl"/>
        </a:p>
      </dgm:t>
    </dgm:pt>
    <dgm:pt modelId="{FBD6BF2C-3496-4D49-BDC9-A9679044486B}" type="sibTrans" cxnId="{8C6168FF-3055-4118-9DD3-41E1E158DFB7}">
      <dgm:prSet/>
      <dgm:spPr/>
      <dgm:t>
        <a:bodyPr/>
        <a:lstStyle/>
        <a:p>
          <a:endParaRPr lang="es-ES_tradnl"/>
        </a:p>
      </dgm:t>
    </dgm:pt>
    <dgm:pt modelId="{201EBE9D-FB7D-42A5-BB57-9B315CCA874E}" type="pres">
      <dgm:prSet presAssocID="{7590E437-9AEB-4069-A306-4DCC9C1C3FCB}" presName="Name0" presStyleCnt="0">
        <dgm:presLayoutVars>
          <dgm:chMax val="7"/>
          <dgm:chPref val="7"/>
          <dgm:dir/>
        </dgm:presLayoutVars>
      </dgm:prSet>
      <dgm:spPr/>
    </dgm:pt>
    <dgm:pt modelId="{85CA8B18-3B2A-426F-8C99-8E9CAD96C69D}" type="pres">
      <dgm:prSet presAssocID="{7590E437-9AEB-4069-A306-4DCC9C1C3FCB}" presName="Name1" presStyleCnt="0"/>
      <dgm:spPr/>
    </dgm:pt>
    <dgm:pt modelId="{2C837EA8-304B-4A04-945B-C2729DE0AE8F}" type="pres">
      <dgm:prSet presAssocID="{7590E437-9AEB-4069-A306-4DCC9C1C3FCB}" presName="cycle" presStyleCnt="0"/>
      <dgm:spPr/>
    </dgm:pt>
    <dgm:pt modelId="{75775B49-2C7A-4BE5-B446-D6D7B4D6954D}" type="pres">
      <dgm:prSet presAssocID="{7590E437-9AEB-4069-A306-4DCC9C1C3FCB}" presName="srcNode" presStyleLbl="node1" presStyleIdx="0" presStyleCnt="4"/>
      <dgm:spPr/>
    </dgm:pt>
    <dgm:pt modelId="{9424BBEB-B53A-4BAE-9AA3-7349701FD205}" type="pres">
      <dgm:prSet presAssocID="{7590E437-9AEB-4069-A306-4DCC9C1C3FCB}" presName="conn" presStyleLbl="parChTrans1D2" presStyleIdx="0" presStyleCnt="1"/>
      <dgm:spPr/>
    </dgm:pt>
    <dgm:pt modelId="{A2905401-F3B6-4BC0-9E3D-BAEFF81E305D}" type="pres">
      <dgm:prSet presAssocID="{7590E437-9AEB-4069-A306-4DCC9C1C3FCB}" presName="extraNode" presStyleLbl="node1" presStyleIdx="0" presStyleCnt="4"/>
      <dgm:spPr/>
    </dgm:pt>
    <dgm:pt modelId="{077EBE84-1200-4F5F-A2D5-4592A038F02D}" type="pres">
      <dgm:prSet presAssocID="{7590E437-9AEB-4069-A306-4DCC9C1C3FCB}" presName="dstNode" presStyleLbl="node1" presStyleIdx="0" presStyleCnt="4"/>
      <dgm:spPr/>
    </dgm:pt>
    <dgm:pt modelId="{8E9CFAB5-6530-43DC-BD52-AE67075EA74A}" type="pres">
      <dgm:prSet presAssocID="{021DA3D3-9138-4A99-8859-3052FB748E91}" presName="text_1" presStyleLbl="node1" presStyleIdx="0" presStyleCnt="4">
        <dgm:presLayoutVars>
          <dgm:bulletEnabled val="1"/>
        </dgm:presLayoutVars>
      </dgm:prSet>
      <dgm:spPr/>
    </dgm:pt>
    <dgm:pt modelId="{0934ED7D-8CBB-429C-9BEB-6F1FFF9E0A17}" type="pres">
      <dgm:prSet presAssocID="{021DA3D3-9138-4A99-8859-3052FB748E91}" presName="accent_1" presStyleCnt="0"/>
      <dgm:spPr/>
    </dgm:pt>
    <dgm:pt modelId="{2E3A7CCC-AD74-4634-9862-9ED327ADCE6A}" type="pres">
      <dgm:prSet presAssocID="{021DA3D3-9138-4A99-8859-3052FB748E91}" presName="accentRepeatNode" presStyleLbl="solidFgAcc1" presStyleIdx="0" presStyleCnt="4"/>
      <dgm:spPr/>
    </dgm:pt>
    <dgm:pt modelId="{BA71267A-8A01-4F05-9A6D-CBED4D7308AE}" type="pres">
      <dgm:prSet presAssocID="{0B9B9D2A-FCDD-4D03-8326-8255EB426FDB}" presName="text_2" presStyleLbl="node1" presStyleIdx="1" presStyleCnt="4">
        <dgm:presLayoutVars>
          <dgm:bulletEnabled val="1"/>
        </dgm:presLayoutVars>
      </dgm:prSet>
      <dgm:spPr/>
    </dgm:pt>
    <dgm:pt modelId="{4C866B22-A363-4F60-A6E1-23FCEA92DF24}" type="pres">
      <dgm:prSet presAssocID="{0B9B9D2A-FCDD-4D03-8326-8255EB426FDB}" presName="accent_2" presStyleCnt="0"/>
      <dgm:spPr/>
    </dgm:pt>
    <dgm:pt modelId="{C7DD3862-EA8E-4D72-9F7F-C4EF5C5B048C}" type="pres">
      <dgm:prSet presAssocID="{0B9B9D2A-FCDD-4D03-8326-8255EB426FDB}" presName="accentRepeatNode" presStyleLbl="solidFgAcc1" presStyleIdx="1" presStyleCnt="4"/>
      <dgm:spPr/>
    </dgm:pt>
    <dgm:pt modelId="{FF15CA57-99EB-4A49-BEDA-B87C1719DA6F}" type="pres">
      <dgm:prSet presAssocID="{C818F310-4FD0-47D5-B104-F72F59AE997C}" presName="text_3" presStyleLbl="node1" presStyleIdx="2" presStyleCnt="4">
        <dgm:presLayoutVars>
          <dgm:bulletEnabled val="1"/>
        </dgm:presLayoutVars>
      </dgm:prSet>
      <dgm:spPr/>
    </dgm:pt>
    <dgm:pt modelId="{2882C3BC-8C63-4F4A-80EB-91FA53B49ADF}" type="pres">
      <dgm:prSet presAssocID="{C818F310-4FD0-47D5-B104-F72F59AE997C}" presName="accent_3" presStyleCnt="0"/>
      <dgm:spPr/>
    </dgm:pt>
    <dgm:pt modelId="{3372E0D7-7345-40DF-BBA2-A743623239FA}" type="pres">
      <dgm:prSet presAssocID="{C818F310-4FD0-47D5-B104-F72F59AE997C}" presName="accentRepeatNode" presStyleLbl="solidFgAcc1" presStyleIdx="2" presStyleCnt="4"/>
      <dgm:spPr/>
    </dgm:pt>
    <dgm:pt modelId="{44945275-FECF-4A96-ADC7-1C2E0846DBE4}" type="pres">
      <dgm:prSet presAssocID="{6439088D-986D-4172-94C5-7A1C3328B561}" presName="text_4" presStyleLbl="node1" presStyleIdx="3" presStyleCnt="4">
        <dgm:presLayoutVars>
          <dgm:bulletEnabled val="1"/>
        </dgm:presLayoutVars>
      </dgm:prSet>
      <dgm:spPr/>
    </dgm:pt>
    <dgm:pt modelId="{8930A3B7-E5CA-4DB8-BF7A-F8D13C56C556}" type="pres">
      <dgm:prSet presAssocID="{6439088D-986D-4172-94C5-7A1C3328B561}" presName="accent_4" presStyleCnt="0"/>
      <dgm:spPr/>
    </dgm:pt>
    <dgm:pt modelId="{20BA1873-8175-425E-8748-05879752D31B}" type="pres">
      <dgm:prSet presAssocID="{6439088D-986D-4172-94C5-7A1C3328B561}" presName="accentRepeatNode" presStyleLbl="solidFgAcc1" presStyleIdx="3" presStyleCnt="4"/>
      <dgm:spPr/>
    </dgm:pt>
  </dgm:ptLst>
  <dgm:cxnLst>
    <dgm:cxn modelId="{9FA7590B-7BD5-4555-855C-E205EBA09E87}" type="presOf" srcId="{0B9B9D2A-FCDD-4D03-8326-8255EB426FDB}" destId="{BA71267A-8A01-4F05-9A6D-CBED4D7308AE}" srcOrd="0" destOrd="0" presId="urn:microsoft.com/office/officeart/2008/layout/VerticalCurvedList"/>
    <dgm:cxn modelId="{5BE8FB1E-0A10-4A34-AB96-40420204FE73}" srcId="{7590E437-9AEB-4069-A306-4DCC9C1C3FCB}" destId="{021DA3D3-9138-4A99-8859-3052FB748E91}" srcOrd="0" destOrd="0" parTransId="{33D99A7A-84A3-49FB-90CA-370352BBD04E}" sibTransId="{922C4313-ED8A-4A00-8243-7B540B794488}"/>
    <dgm:cxn modelId="{6D4B2722-D002-4318-AF25-0E517B22FE2E}" srcId="{7590E437-9AEB-4069-A306-4DCC9C1C3FCB}" destId="{0B9B9D2A-FCDD-4D03-8326-8255EB426FDB}" srcOrd="1" destOrd="0" parTransId="{66118AC1-8E07-44DE-A0EB-7B781AA48C87}" sibTransId="{9DF778D4-5BEC-4B48-876C-9D458DB04107}"/>
    <dgm:cxn modelId="{5C895D70-F72E-47B4-A373-9F7245C19AF7}" type="presOf" srcId="{021DA3D3-9138-4A99-8859-3052FB748E91}" destId="{8E9CFAB5-6530-43DC-BD52-AE67075EA74A}" srcOrd="0" destOrd="0" presId="urn:microsoft.com/office/officeart/2008/layout/VerticalCurvedList"/>
    <dgm:cxn modelId="{818A3272-9E8F-4A70-B381-15CEACFB694E}" type="presOf" srcId="{6439088D-986D-4172-94C5-7A1C3328B561}" destId="{44945275-FECF-4A96-ADC7-1C2E0846DBE4}" srcOrd="0" destOrd="0" presId="urn:microsoft.com/office/officeart/2008/layout/VerticalCurvedList"/>
    <dgm:cxn modelId="{50D4847E-BF69-4353-BDE9-8CFA9F9A3BCC}" type="presOf" srcId="{922C4313-ED8A-4A00-8243-7B540B794488}" destId="{9424BBEB-B53A-4BAE-9AA3-7349701FD205}" srcOrd="0" destOrd="0" presId="urn:microsoft.com/office/officeart/2008/layout/VerticalCurvedList"/>
    <dgm:cxn modelId="{6546C792-4859-42BD-ACE3-11EB45DF2DA2}" type="presOf" srcId="{7590E437-9AEB-4069-A306-4DCC9C1C3FCB}" destId="{201EBE9D-FB7D-42A5-BB57-9B315CCA874E}" srcOrd="0" destOrd="0" presId="urn:microsoft.com/office/officeart/2008/layout/VerticalCurvedList"/>
    <dgm:cxn modelId="{FFAC6DAF-0D1C-4E66-A1AF-31E57B983002}" type="presOf" srcId="{C818F310-4FD0-47D5-B104-F72F59AE997C}" destId="{FF15CA57-99EB-4A49-BEDA-B87C1719DA6F}" srcOrd="0" destOrd="0" presId="urn:microsoft.com/office/officeart/2008/layout/VerticalCurvedList"/>
    <dgm:cxn modelId="{B3EFA7CF-76A2-46B6-99A2-9DD0A2AA7110}" srcId="{7590E437-9AEB-4069-A306-4DCC9C1C3FCB}" destId="{C818F310-4FD0-47D5-B104-F72F59AE997C}" srcOrd="2" destOrd="0" parTransId="{DBAC9944-EF6E-4788-AE8E-B41A9825B0BC}" sibTransId="{EB4D546D-EB22-435E-B3BD-B7A54078BFC8}"/>
    <dgm:cxn modelId="{8C6168FF-3055-4118-9DD3-41E1E158DFB7}" srcId="{7590E437-9AEB-4069-A306-4DCC9C1C3FCB}" destId="{6439088D-986D-4172-94C5-7A1C3328B561}" srcOrd="3" destOrd="0" parTransId="{50A59C39-B73D-49CC-BA66-97E3D577C797}" sibTransId="{FBD6BF2C-3496-4D49-BDC9-A9679044486B}"/>
    <dgm:cxn modelId="{3A2D1537-158D-4FD9-B99A-24D35D392101}" type="presParOf" srcId="{201EBE9D-FB7D-42A5-BB57-9B315CCA874E}" destId="{85CA8B18-3B2A-426F-8C99-8E9CAD96C69D}" srcOrd="0" destOrd="0" presId="urn:microsoft.com/office/officeart/2008/layout/VerticalCurvedList"/>
    <dgm:cxn modelId="{A0D7DADC-619E-4B23-A20A-D1F3737107FE}" type="presParOf" srcId="{85CA8B18-3B2A-426F-8C99-8E9CAD96C69D}" destId="{2C837EA8-304B-4A04-945B-C2729DE0AE8F}" srcOrd="0" destOrd="0" presId="urn:microsoft.com/office/officeart/2008/layout/VerticalCurvedList"/>
    <dgm:cxn modelId="{400E9DAC-545D-4CA7-9820-7CF75CFD6F3C}" type="presParOf" srcId="{2C837EA8-304B-4A04-945B-C2729DE0AE8F}" destId="{75775B49-2C7A-4BE5-B446-D6D7B4D6954D}" srcOrd="0" destOrd="0" presId="urn:microsoft.com/office/officeart/2008/layout/VerticalCurvedList"/>
    <dgm:cxn modelId="{49FFB6E0-101A-453B-887A-AAC2B3B42E26}" type="presParOf" srcId="{2C837EA8-304B-4A04-945B-C2729DE0AE8F}" destId="{9424BBEB-B53A-4BAE-9AA3-7349701FD205}" srcOrd="1" destOrd="0" presId="urn:microsoft.com/office/officeart/2008/layout/VerticalCurvedList"/>
    <dgm:cxn modelId="{492FE193-910E-4CCF-A230-DF6B9AFC97B8}" type="presParOf" srcId="{2C837EA8-304B-4A04-945B-C2729DE0AE8F}" destId="{A2905401-F3B6-4BC0-9E3D-BAEFF81E305D}" srcOrd="2" destOrd="0" presId="urn:microsoft.com/office/officeart/2008/layout/VerticalCurvedList"/>
    <dgm:cxn modelId="{C9C2B7BF-D3FD-4BD4-8AB6-4BED000623DD}" type="presParOf" srcId="{2C837EA8-304B-4A04-945B-C2729DE0AE8F}" destId="{077EBE84-1200-4F5F-A2D5-4592A038F02D}" srcOrd="3" destOrd="0" presId="urn:microsoft.com/office/officeart/2008/layout/VerticalCurvedList"/>
    <dgm:cxn modelId="{D93A68D7-5F9E-4183-AF24-5E40C8DF1DDA}" type="presParOf" srcId="{85CA8B18-3B2A-426F-8C99-8E9CAD96C69D}" destId="{8E9CFAB5-6530-43DC-BD52-AE67075EA74A}" srcOrd="1" destOrd="0" presId="urn:microsoft.com/office/officeart/2008/layout/VerticalCurvedList"/>
    <dgm:cxn modelId="{C091BBC4-C619-48DC-BD6C-9C622CD049D3}" type="presParOf" srcId="{85CA8B18-3B2A-426F-8C99-8E9CAD96C69D}" destId="{0934ED7D-8CBB-429C-9BEB-6F1FFF9E0A17}" srcOrd="2" destOrd="0" presId="urn:microsoft.com/office/officeart/2008/layout/VerticalCurvedList"/>
    <dgm:cxn modelId="{58AB57CE-6760-4EA0-928A-9BBFBFD819AF}" type="presParOf" srcId="{0934ED7D-8CBB-429C-9BEB-6F1FFF9E0A17}" destId="{2E3A7CCC-AD74-4634-9862-9ED327ADCE6A}" srcOrd="0" destOrd="0" presId="urn:microsoft.com/office/officeart/2008/layout/VerticalCurvedList"/>
    <dgm:cxn modelId="{9D720D87-1A0E-4ABF-9B06-95514D8367E5}" type="presParOf" srcId="{85CA8B18-3B2A-426F-8C99-8E9CAD96C69D}" destId="{BA71267A-8A01-4F05-9A6D-CBED4D7308AE}" srcOrd="3" destOrd="0" presId="urn:microsoft.com/office/officeart/2008/layout/VerticalCurvedList"/>
    <dgm:cxn modelId="{B1F2B6A2-C3E3-4632-80C3-411513696BE8}" type="presParOf" srcId="{85CA8B18-3B2A-426F-8C99-8E9CAD96C69D}" destId="{4C866B22-A363-4F60-A6E1-23FCEA92DF24}" srcOrd="4" destOrd="0" presId="urn:microsoft.com/office/officeart/2008/layout/VerticalCurvedList"/>
    <dgm:cxn modelId="{1FE16330-DCF6-4792-96A3-AAC84E82AF01}" type="presParOf" srcId="{4C866B22-A363-4F60-A6E1-23FCEA92DF24}" destId="{C7DD3862-EA8E-4D72-9F7F-C4EF5C5B048C}" srcOrd="0" destOrd="0" presId="urn:microsoft.com/office/officeart/2008/layout/VerticalCurvedList"/>
    <dgm:cxn modelId="{C38871FB-5AFA-4259-A51D-B147BA72B792}" type="presParOf" srcId="{85CA8B18-3B2A-426F-8C99-8E9CAD96C69D}" destId="{FF15CA57-99EB-4A49-BEDA-B87C1719DA6F}" srcOrd="5" destOrd="0" presId="urn:microsoft.com/office/officeart/2008/layout/VerticalCurvedList"/>
    <dgm:cxn modelId="{D632C4D6-93A9-44AB-87B0-137EBDE6DD17}" type="presParOf" srcId="{85CA8B18-3B2A-426F-8C99-8E9CAD96C69D}" destId="{2882C3BC-8C63-4F4A-80EB-91FA53B49ADF}" srcOrd="6" destOrd="0" presId="urn:microsoft.com/office/officeart/2008/layout/VerticalCurvedList"/>
    <dgm:cxn modelId="{9BF2BBEB-C4C7-4420-83F0-48060EA25BC4}" type="presParOf" srcId="{2882C3BC-8C63-4F4A-80EB-91FA53B49ADF}" destId="{3372E0D7-7345-40DF-BBA2-A743623239FA}" srcOrd="0" destOrd="0" presId="urn:microsoft.com/office/officeart/2008/layout/VerticalCurvedList"/>
    <dgm:cxn modelId="{9ACDCF7C-8B76-4637-88EC-474D550727A3}" type="presParOf" srcId="{85CA8B18-3B2A-426F-8C99-8E9CAD96C69D}" destId="{44945275-FECF-4A96-ADC7-1C2E0846DBE4}" srcOrd="7" destOrd="0" presId="urn:microsoft.com/office/officeart/2008/layout/VerticalCurvedList"/>
    <dgm:cxn modelId="{CF1BD54F-6041-48C3-A45E-0A7D0C139701}" type="presParOf" srcId="{85CA8B18-3B2A-426F-8C99-8E9CAD96C69D}" destId="{8930A3B7-E5CA-4DB8-BF7A-F8D13C56C556}" srcOrd="8" destOrd="0" presId="urn:microsoft.com/office/officeart/2008/layout/VerticalCurvedList"/>
    <dgm:cxn modelId="{9460D67C-7164-4DA1-B8F8-F9B66D484773}" type="presParOf" srcId="{8930A3B7-E5CA-4DB8-BF7A-F8D13C56C556}" destId="{20BA1873-8175-425E-8748-05879752D31B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B247023-5F97-4B81-ADB5-3072E0963118}" type="doc">
      <dgm:prSet loTypeId="urn:microsoft.com/office/officeart/2005/8/layout/chevron2" loCatId="process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s-ES_tradnl"/>
        </a:p>
      </dgm:t>
    </dgm:pt>
    <dgm:pt modelId="{0AD16008-5B77-41A5-8896-9D64AFA1593F}">
      <dgm:prSet phldrT="[Texto]"/>
      <dgm:spPr/>
      <dgm:t>
        <a:bodyPr/>
        <a:lstStyle/>
        <a:p>
          <a:r>
            <a:rPr lang="es-ES_tradnl" b="1" dirty="0">
              <a:solidFill>
                <a:schemeClr val="tx1"/>
              </a:solidFill>
            </a:rPr>
            <a:t>Actividad a mejorar</a:t>
          </a:r>
        </a:p>
      </dgm:t>
    </dgm:pt>
    <dgm:pt modelId="{16FE2791-1F25-48E9-B72D-38F3A9F9BC95}" type="parTrans" cxnId="{D0787867-BDF4-4308-9071-C5B4C39F6ED2}">
      <dgm:prSet/>
      <dgm:spPr/>
      <dgm:t>
        <a:bodyPr/>
        <a:lstStyle/>
        <a:p>
          <a:endParaRPr lang="es-ES_tradnl"/>
        </a:p>
      </dgm:t>
    </dgm:pt>
    <dgm:pt modelId="{01FDE554-B84F-468E-931D-9E471F20EEB5}" type="sibTrans" cxnId="{D0787867-BDF4-4308-9071-C5B4C39F6ED2}">
      <dgm:prSet/>
      <dgm:spPr/>
      <dgm:t>
        <a:bodyPr/>
        <a:lstStyle/>
        <a:p>
          <a:endParaRPr lang="es-ES_tradnl"/>
        </a:p>
      </dgm:t>
    </dgm:pt>
    <dgm:pt modelId="{34F21268-807C-4852-90B3-360ECC760B11}">
      <dgm:prSet phldrT="[Texto]"/>
      <dgm:spPr/>
      <dgm:t>
        <a:bodyPr/>
        <a:lstStyle/>
        <a:p>
          <a:r>
            <a:rPr lang="es-ES_tradnl" dirty="0"/>
            <a:t>Resultado de listas de verificación</a:t>
          </a:r>
        </a:p>
      </dgm:t>
    </dgm:pt>
    <dgm:pt modelId="{66DCC075-F7DD-46C6-8344-FF6131D1D52A}" type="parTrans" cxnId="{5CB4D192-E675-4D64-BDAB-E929008987D7}">
      <dgm:prSet/>
      <dgm:spPr/>
      <dgm:t>
        <a:bodyPr/>
        <a:lstStyle/>
        <a:p>
          <a:endParaRPr lang="es-ES_tradnl"/>
        </a:p>
      </dgm:t>
    </dgm:pt>
    <dgm:pt modelId="{81138E59-8AD2-4430-ABFC-A1D12BC29D28}" type="sibTrans" cxnId="{5CB4D192-E675-4D64-BDAB-E929008987D7}">
      <dgm:prSet/>
      <dgm:spPr/>
      <dgm:t>
        <a:bodyPr/>
        <a:lstStyle/>
        <a:p>
          <a:endParaRPr lang="es-ES_tradnl"/>
        </a:p>
      </dgm:t>
    </dgm:pt>
    <dgm:pt modelId="{058C98CB-F04E-42DB-8293-675B192C9229}">
      <dgm:prSet phldrT="[Texto]"/>
      <dgm:spPr/>
      <dgm:t>
        <a:bodyPr/>
        <a:lstStyle/>
        <a:p>
          <a:r>
            <a:rPr lang="es-ES_tradnl" b="1" dirty="0">
              <a:solidFill>
                <a:schemeClr val="tx1"/>
              </a:solidFill>
            </a:rPr>
            <a:t>Estudio de mejora</a:t>
          </a:r>
        </a:p>
      </dgm:t>
    </dgm:pt>
    <dgm:pt modelId="{8596D049-71E1-457A-825E-C3942D570B18}" type="parTrans" cxnId="{E45C4DDE-D47D-429C-AEF7-54C0EDA15DA0}">
      <dgm:prSet/>
      <dgm:spPr/>
      <dgm:t>
        <a:bodyPr/>
        <a:lstStyle/>
        <a:p>
          <a:endParaRPr lang="es-ES_tradnl"/>
        </a:p>
      </dgm:t>
    </dgm:pt>
    <dgm:pt modelId="{EC661DC2-FBF6-4CBE-B2C8-8E9467FFC51B}" type="sibTrans" cxnId="{E45C4DDE-D47D-429C-AEF7-54C0EDA15DA0}">
      <dgm:prSet/>
      <dgm:spPr/>
      <dgm:t>
        <a:bodyPr/>
        <a:lstStyle/>
        <a:p>
          <a:endParaRPr lang="es-ES_tradnl"/>
        </a:p>
      </dgm:t>
    </dgm:pt>
    <dgm:pt modelId="{90BAAC72-3809-443B-916F-5D7181D0158B}">
      <dgm:prSet phldrT="[Texto]"/>
      <dgm:spPr/>
      <dgm:t>
        <a:bodyPr/>
        <a:lstStyle/>
        <a:p>
          <a:r>
            <a:rPr lang="es-ES_tradnl" dirty="0"/>
            <a:t>¿Problema</a:t>
          </a:r>
          <a:r>
            <a:rPr lang="es-ES_tradnl" dirty="0">
              <a:latin typeface="Century Gothic" panose="020B0502020202020204" pitchFamily="34" charset="0"/>
            </a:rPr>
            <a:t>?</a:t>
          </a:r>
          <a:r>
            <a:rPr lang="es-ES_tradnl" dirty="0"/>
            <a:t> -&gt; Causa/s</a:t>
          </a:r>
        </a:p>
      </dgm:t>
    </dgm:pt>
    <dgm:pt modelId="{4398387B-DB0B-4D1F-B92E-77A726D2AB78}" type="parTrans" cxnId="{F3E8CB9A-0653-46AF-B1D3-9F7D8F13CD26}">
      <dgm:prSet/>
      <dgm:spPr/>
      <dgm:t>
        <a:bodyPr/>
        <a:lstStyle/>
        <a:p>
          <a:endParaRPr lang="es-ES_tradnl"/>
        </a:p>
      </dgm:t>
    </dgm:pt>
    <dgm:pt modelId="{824B6517-2375-43A7-A9B4-7C659BB04434}" type="sibTrans" cxnId="{F3E8CB9A-0653-46AF-B1D3-9F7D8F13CD26}">
      <dgm:prSet/>
      <dgm:spPr/>
      <dgm:t>
        <a:bodyPr/>
        <a:lstStyle/>
        <a:p>
          <a:endParaRPr lang="es-ES_tradnl"/>
        </a:p>
      </dgm:t>
    </dgm:pt>
    <dgm:pt modelId="{73D70DFC-1618-41F1-BDE7-8B563F9C8428}">
      <dgm:prSet phldrT="[Texto]"/>
      <dgm:spPr/>
      <dgm:t>
        <a:bodyPr/>
        <a:lstStyle/>
        <a:p>
          <a:r>
            <a:rPr lang="es-ES_tradnl" dirty="0"/>
            <a:t>Posibles soluciones</a:t>
          </a:r>
        </a:p>
      </dgm:t>
    </dgm:pt>
    <dgm:pt modelId="{B56BA627-5E13-43F9-B56F-DBAC591D282D}" type="parTrans" cxnId="{EDCC00D0-CD36-4689-890C-0B42C3EB6F73}">
      <dgm:prSet/>
      <dgm:spPr/>
      <dgm:t>
        <a:bodyPr/>
        <a:lstStyle/>
        <a:p>
          <a:endParaRPr lang="es-ES_tradnl"/>
        </a:p>
      </dgm:t>
    </dgm:pt>
    <dgm:pt modelId="{9F593BD1-2FC3-4E2F-A0BD-5C8ED8687792}" type="sibTrans" cxnId="{EDCC00D0-CD36-4689-890C-0B42C3EB6F73}">
      <dgm:prSet/>
      <dgm:spPr/>
      <dgm:t>
        <a:bodyPr/>
        <a:lstStyle/>
        <a:p>
          <a:endParaRPr lang="es-ES_tradnl"/>
        </a:p>
      </dgm:t>
    </dgm:pt>
    <dgm:pt modelId="{25F793A5-F230-49F1-9F0A-A148BEF32477}">
      <dgm:prSet phldrT="[Texto]"/>
      <dgm:spPr/>
      <dgm:t>
        <a:bodyPr/>
        <a:lstStyle/>
        <a:p>
          <a:r>
            <a:rPr lang="es-ES_tradnl" b="1" dirty="0">
              <a:solidFill>
                <a:schemeClr val="tx1"/>
              </a:solidFill>
            </a:rPr>
            <a:t>Aceptación de cambios</a:t>
          </a:r>
        </a:p>
      </dgm:t>
    </dgm:pt>
    <dgm:pt modelId="{D5D49545-514E-42B0-A038-91242E0D6A29}" type="parTrans" cxnId="{24B47B58-C579-4E10-BD83-134651A4E879}">
      <dgm:prSet/>
      <dgm:spPr/>
      <dgm:t>
        <a:bodyPr/>
        <a:lstStyle/>
        <a:p>
          <a:endParaRPr lang="es-ES_tradnl"/>
        </a:p>
      </dgm:t>
    </dgm:pt>
    <dgm:pt modelId="{279496E4-9E88-483F-8A9D-AD19DDBA3382}" type="sibTrans" cxnId="{24B47B58-C579-4E10-BD83-134651A4E879}">
      <dgm:prSet/>
      <dgm:spPr/>
      <dgm:t>
        <a:bodyPr/>
        <a:lstStyle/>
        <a:p>
          <a:endParaRPr lang="es-ES_tradnl"/>
        </a:p>
      </dgm:t>
    </dgm:pt>
    <dgm:pt modelId="{5C77262B-1E98-453B-9D12-6DEBAF5301EE}">
      <dgm:prSet phldrT="[Texto]"/>
      <dgm:spPr/>
      <dgm:t>
        <a:bodyPr/>
        <a:lstStyle/>
        <a:p>
          <a:r>
            <a:rPr lang="es-ES_tradnl" dirty="0"/>
            <a:t>Project Manager</a:t>
          </a:r>
        </a:p>
      </dgm:t>
    </dgm:pt>
    <dgm:pt modelId="{FF4FB29C-8CA3-47C4-B70D-994E219EA16B}" type="parTrans" cxnId="{3531629C-43F0-4592-B44A-01D2986C542D}">
      <dgm:prSet/>
      <dgm:spPr/>
      <dgm:t>
        <a:bodyPr/>
        <a:lstStyle/>
        <a:p>
          <a:endParaRPr lang="es-ES_tradnl"/>
        </a:p>
      </dgm:t>
    </dgm:pt>
    <dgm:pt modelId="{306060EB-DEA5-436C-A86B-CD4F48A56DDE}" type="sibTrans" cxnId="{3531629C-43F0-4592-B44A-01D2986C542D}">
      <dgm:prSet/>
      <dgm:spPr/>
      <dgm:t>
        <a:bodyPr/>
        <a:lstStyle/>
        <a:p>
          <a:endParaRPr lang="es-ES_tradnl"/>
        </a:p>
      </dgm:t>
    </dgm:pt>
    <dgm:pt modelId="{601AD6E2-CDA1-4D9C-8605-78C338440B20}">
      <dgm:prSet phldrT="[Texto]"/>
      <dgm:spPr/>
      <dgm:t>
        <a:bodyPr/>
        <a:lstStyle/>
        <a:p>
          <a:r>
            <a:rPr lang="es-ES_tradnl" dirty="0"/>
            <a:t>PMO</a:t>
          </a:r>
        </a:p>
      </dgm:t>
    </dgm:pt>
    <dgm:pt modelId="{7FA0F1B9-CC48-48B0-96CC-1155E735C0E0}" type="parTrans" cxnId="{FD5F96D3-E211-4817-A45B-DBEBB47E35A0}">
      <dgm:prSet/>
      <dgm:spPr/>
      <dgm:t>
        <a:bodyPr/>
        <a:lstStyle/>
        <a:p>
          <a:endParaRPr lang="es-ES_tradnl"/>
        </a:p>
      </dgm:t>
    </dgm:pt>
    <dgm:pt modelId="{03DDBEDC-752C-48C8-A87D-EEF1FF38161D}" type="sibTrans" cxnId="{FD5F96D3-E211-4817-A45B-DBEBB47E35A0}">
      <dgm:prSet/>
      <dgm:spPr/>
      <dgm:t>
        <a:bodyPr/>
        <a:lstStyle/>
        <a:p>
          <a:endParaRPr lang="es-ES_tradnl"/>
        </a:p>
      </dgm:t>
    </dgm:pt>
    <dgm:pt modelId="{6450C39D-A9F9-4E7F-A877-FBD406D5D6BA}">
      <dgm:prSet phldrT="[Texto]"/>
      <dgm:spPr/>
      <dgm:t>
        <a:bodyPr/>
        <a:lstStyle/>
        <a:p>
          <a:r>
            <a:rPr lang="es-ES_tradnl" dirty="0"/>
            <a:t>Monitorización y control</a:t>
          </a:r>
        </a:p>
      </dgm:t>
    </dgm:pt>
    <dgm:pt modelId="{DEBF6732-88CE-4264-BD21-A58B863453F1}" type="parTrans" cxnId="{273BD516-D7E0-4D11-B3AB-13BB68A3E7A4}">
      <dgm:prSet/>
      <dgm:spPr/>
      <dgm:t>
        <a:bodyPr/>
        <a:lstStyle/>
        <a:p>
          <a:endParaRPr lang="es-ES_tradnl"/>
        </a:p>
      </dgm:t>
    </dgm:pt>
    <dgm:pt modelId="{1605340B-E99F-45BE-BDA0-9CE68876AF2F}" type="sibTrans" cxnId="{273BD516-D7E0-4D11-B3AB-13BB68A3E7A4}">
      <dgm:prSet/>
      <dgm:spPr/>
      <dgm:t>
        <a:bodyPr/>
        <a:lstStyle/>
        <a:p>
          <a:endParaRPr lang="es-ES_tradnl"/>
        </a:p>
      </dgm:t>
    </dgm:pt>
    <dgm:pt modelId="{424194D0-2F57-443C-B28E-0F065C743DA2}" type="pres">
      <dgm:prSet presAssocID="{DB247023-5F97-4B81-ADB5-3072E0963118}" presName="linearFlow" presStyleCnt="0">
        <dgm:presLayoutVars>
          <dgm:dir/>
          <dgm:animLvl val="lvl"/>
          <dgm:resizeHandles val="exact"/>
        </dgm:presLayoutVars>
      </dgm:prSet>
      <dgm:spPr/>
    </dgm:pt>
    <dgm:pt modelId="{724297FF-84A0-41C1-A343-77C1871259E1}" type="pres">
      <dgm:prSet presAssocID="{0AD16008-5B77-41A5-8896-9D64AFA1593F}" presName="composite" presStyleCnt="0"/>
      <dgm:spPr/>
    </dgm:pt>
    <dgm:pt modelId="{D77D0E02-146F-4633-9106-BCB80C1B967B}" type="pres">
      <dgm:prSet presAssocID="{0AD16008-5B77-41A5-8896-9D64AFA1593F}" presName="parentText" presStyleLbl="alignNode1" presStyleIdx="0" presStyleCnt="3">
        <dgm:presLayoutVars>
          <dgm:chMax val="1"/>
          <dgm:bulletEnabled val="1"/>
        </dgm:presLayoutVars>
      </dgm:prSet>
      <dgm:spPr/>
    </dgm:pt>
    <dgm:pt modelId="{A23A205F-38EA-466D-A73B-94A53A1CB6CA}" type="pres">
      <dgm:prSet presAssocID="{0AD16008-5B77-41A5-8896-9D64AFA1593F}" presName="descendantText" presStyleLbl="alignAcc1" presStyleIdx="0" presStyleCnt="3">
        <dgm:presLayoutVars>
          <dgm:bulletEnabled val="1"/>
        </dgm:presLayoutVars>
      </dgm:prSet>
      <dgm:spPr/>
    </dgm:pt>
    <dgm:pt modelId="{232B9998-C994-4309-92DA-5F91F5899E2F}" type="pres">
      <dgm:prSet presAssocID="{01FDE554-B84F-468E-931D-9E471F20EEB5}" presName="sp" presStyleCnt="0"/>
      <dgm:spPr/>
    </dgm:pt>
    <dgm:pt modelId="{BBF66324-0AAF-46A3-AF8E-4CAEBA843334}" type="pres">
      <dgm:prSet presAssocID="{058C98CB-F04E-42DB-8293-675B192C9229}" presName="composite" presStyleCnt="0"/>
      <dgm:spPr/>
    </dgm:pt>
    <dgm:pt modelId="{719A3758-D0A2-4275-8304-A137EF0402C7}" type="pres">
      <dgm:prSet presAssocID="{058C98CB-F04E-42DB-8293-675B192C9229}" presName="parentText" presStyleLbl="alignNode1" presStyleIdx="1" presStyleCnt="3">
        <dgm:presLayoutVars>
          <dgm:chMax val="1"/>
          <dgm:bulletEnabled val="1"/>
        </dgm:presLayoutVars>
      </dgm:prSet>
      <dgm:spPr/>
    </dgm:pt>
    <dgm:pt modelId="{D87B9659-AB68-41CE-8186-623A5B13B042}" type="pres">
      <dgm:prSet presAssocID="{058C98CB-F04E-42DB-8293-675B192C9229}" presName="descendantText" presStyleLbl="alignAcc1" presStyleIdx="1" presStyleCnt="3">
        <dgm:presLayoutVars>
          <dgm:bulletEnabled val="1"/>
        </dgm:presLayoutVars>
      </dgm:prSet>
      <dgm:spPr/>
    </dgm:pt>
    <dgm:pt modelId="{F6DBFD2C-FB99-40B8-AB04-8020619CF9EC}" type="pres">
      <dgm:prSet presAssocID="{EC661DC2-FBF6-4CBE-B2C8-8E9467FFC51B}" presName="sp" presStyleCnt="0"/>
      <dgm:spPr/>
    </dgm:pt>
    <dgm:pt modelId="{7CEE453D-69EB-43C1-AA15-D2F9A579927F}" type="pres">
      <dgm:prSet presAssocID="{25F793A5-F230-49F1-9F0A-A148BEF32477}" presName="composite" presStyleCnt="0"/>
      <dgm:spPr/>
    </dgm:pt>
    <dgm:pt modelId="{99C6DDC6-4BD7-4FE3-8827-B93EB2F50D9F}" type="pres">
      <dgm:prSet presAssocID="{25F793A5-F230-49F1-9F0A-A148BEF32477}" presName="parentText" presStyleLbl="alignNode1" presStyleIdx="2" presStyleCnt="3">
        <dgm:presLayoutVars>
          <dgm:chMax val="1"/>
          <dgm:bulletEnabled val="1"/>
        </dgm:presLayoutVars>
      </dgm:prSet>
      <dgm:spPr/>
    </dgm:pt>
    <dgm:pt modelId="{2162F8AB-9CD8-41C6-BCC5-1C58C137DF6E}" type="pres">
      <dgm:prSet presAssocID="{25F793A5-F230-49F1-9F0A-A148BEF32477}" presName="descendantText" presStyleLbl="alignAcc1" presStyleIdx="2" presStyleCnt="3">
        <dgm:presLayoutVars>
          <dgm:bulletEnabled val="1"/>
        </dgm:presLayoutVars>
      </dgm:prSet>
      <dgm:spPr/>
    </dgm:pt>
  </dgm:ptLst>
  <dgm:cxnLst>
    <dgm:cxn modelId="{55445703-C92E-444F-9C51-ABD06578DE31}" type="presOf" srcId="{5C77262B-1E98-453B-9D12-6DEBAF5301EE}" destId="{2162F8AB-9CD8-41C6-BCC5-1C58C137DF6E}" srcOrd="0" destOrd="0" presId="urn:microsoft.com/office/officeart/2005/8/layout/chevron2"/>
    <dgm:cxn modelId="{273BD516-D7E0-4D11-B3AB-13BB68A3E7A4}" srcId="{0AD16008-5B77-41A5-8896-9D64AFA1593F}" destId="{6450C39D-A9F9-4E7F-A877-FBD406D5D6BA}" srcOrd="1" destOrd="0" parTransId="{DEBF6732-88CE-4264-BD21-A58B863453F1}" sibTransId="{1605340B-E99F-45BE-BDA0-9CE68876AF2F}"/>
    <dgm:cxn modelId="{88845763-5251-437A-BD47-F0E28EB7D04B}" type="presOf" srcId="{6450C39D-A9F9-4E7F-A877-FBD406D5D6BA}" destId="{A23A205F-38EA-466D-A73B-94A53A1CB6CA}" srcOrd="0" destOrd="1" presId="urn:microsoft.com/office/officeart/2005/8/layout/chevron2"/>
    <dgm:cxn modelId="{D0787867-BDF4-4308-9071-C5B4C39F6ED2}" srcId="{DB247023-5F97-4B81-ADB5-3072E0963118}" destId="{0AD16008-5B77-41A5-8896-9D64AFA1593F}" srcOrd="0" destOrd="0" parTransId="{16FE2791-1F25-48E9-B72D-38F3A9F9BC95}" sibTransId="{01FDE554-B84F-468E-931D-9E471F20EEB5}"/>
    <dgm:cxn modelId="{24B47B58-C579-4E10-BD83-134651A4E879}" srcId="{DB247023-5F97-4B81-ADB5-3072E0963118}" destId="{25F793A5-F230-49F1-9F0A-A148BEF32477}" srcOrd="2" destOrd="0" parTransId="{D5D49545-514E-42B0-A038-91242E0D6A29}" sibTransId="{279496E4-9E88-483F-8A9D-AD19DDBA3382}"/>
    <dgm:cxn modelId="{5CB4D192-E675-4D64-BDAB-E929008987D7}" srcId="{0AD16008-5B77-41A5-8896-9D64AFA1593F}" destId="{34F21268-807C-4852-90B3-360ECC760B11}" srcOrd="0" destOrd="0" parTransId="{66DCC075-F7DD-46C6-8344-FF6131D1D52A}" sibTransId="{81138E59-8AD2-4430-ABFC-A1D12BC29D28}"/>
    <dgm:cxn modelId="{F3E8CB9A-0653-46AF-B1D3-9F7D8F13CD26}" srcId="{058C98CB-F04E-42DB-8293-675B192C9229}" destId="{90BAAC72-3809-443B-916F-5D7181D0158B}" srcOrd="0" destOrd="0" parTransId="{4398387B-DB0B-4D1F-B92E-77A726D2AB78}" sibTransId="{824B6517-2375-43A7-A9B4-7C659BB04434}"/>
    <dgm:cxn modelId="{CA19279B-A904-4F08-8713-A1AA65F9EECA}" type="presOf" srcId="{25F793A5-F230-49F1-9F0A-A148BEF32477}" destId="{99C6DDC6-4BD7-4FE3-8827-B93EB2F50D9F}" srcOrd="0" destOrd="0" presId="urn:microsoft.com/office/officeart/2005/8/layout/chevron2"/>
    <dgm:cxn modelId="{3531629C-43F0-4592-B44A-01D2986C542D}" srcId="{25F793A5-F230-49F1-9F0A-A148BEF32477}" destId="{5C77262B-1E98-453B-9D12-6DEBAF5301EE}" srcOrd="0" destOrd="0" parTransId="{FF4FB29C-8CA3-47C4-B70D-994E219EA16B}" sibTransId="{306060EB-DEA5-436C-A86B-CD4F48A56DDE}"/>
    <dgm:cxn modelId="{70AF539F-0A72-40E0-9088-AEBF83EC2A40}" type="presOf" srcId="{73D70DFC-1618-41F1-BDE7-8B563F9C8428}" destId="{D87B9659-AB68-41CE-8186-623A5B13B042}" srcOrd="0" destOrd="1" presId="urn:microsoft.com/office/officeart/2005/8/layout/chevron2"/>
    <dgm:cxn modelId="{20A3A0A1-6B75-4A28-B3B9-E56774DAF15B}" type="presOf" srcId="{DB247023-5F97-4B81-ADB5-3072E0963118}" destId="{424194D0-2F57-443C-B28E-0F065C743DA2}" srcOrd="0" destOrd="0" presId="urn:microsoft.com/office/officeart/2005/8/layout/chevron2"/>
    <dgm:cxn modelId="{168138B0-E68B-49BC-8973-22651FD5AB30}" type="presOf" srcId="{34F21268-807C-4852-90B3-360ECC760B11}" destId="{A23A205F-38EA-466D-A73B-94A53A1CB6CA}" srcOrd="0" destOrd="0" presId="urn:microsoft.com/office/officeart/2005/8/layout/chevron2"/>
    <dgm:cxn modelId="{C3F7A8B7-A2A5-4C16-BA8E-B1E2604167CD}" type="presOf" srcId="{058C98CB-F04E-42DB-8293-675B192C9229}" destId="{719A3758-D0A2-4275-8304-A137EF0402C7}" srcOrd="0" destOrd="0" presId="urn:microsoft.com/office/officeart/2005/8/layout/chevron2"/>
    <dgm:cxn modelId="{B54CAAB9-DF6F-4185-8ECF-0233776949DA}" type="presOf" srcId="{90BAAC72-3809-443B-916F-5D7181D0158B}" destId="{D87B9659-AB68-41CE-8186-623A5B13B042}" srcOrd="0" destOrd="0" presId="urn:microsoft.com/office/officeart/2005/8/layout/chevron2"/>
    <dgm:cxn modelId="{EDCC00D0-CD36-4689-890C-0B42C3EB6F73}" srcId="{058C98CB-F04E-42DB-8293-675B192C9229}" destId="{73D70DFC-1618-41F1-BDE7-8B563F9C8428}" srcOrd="1" destOrd="0" parTransId="{B56BA627-5E13-43F9-B56F-DBAC591D282D}" sibTransId="{9F593BD1-2FC3-4E2F-A0BD-5C8ED8687792}"/>
    <dgm:cxn modelId="{FD5F96D3-E211-4817-A45B-DBEBB47E35A0}" srcId="{25F793A5-F230-49F1-9F0A-A148BEF32477}" destId="{601AD6E2-CDA1-4D9C-8605-78C338440B20}" srcOrd="1" destOrd="0" parTransId="{7FA0F1B9-CC48-48B0-96CC-1155E735C0E0}" sibTransId="{03DDBEDC-752C-48C8-A87D-EEF1FF38161D}"/>
    <dgm:cxn modelId="{E45C4DDE-D47D-429C-AEF7-54C0EDA15DA0}" srcId="{DB247023-5F97-4B81-ADB5-3072E0963118}" destId="{058C98CB-F04E-42DB-8293-675B192C9229}" srcOrd="1" destOrd="0" parTransId="{8596D049-71E1-457A-825E-C3942D570B18}" sibTransId="{EC661DC2-FBF6-4CBE-B2C8-8E9467FFC51B}"/>
    <dgm:cxn modelId="{DB578CF2-7539-464A-9C6D-5383A2FCAC7C}" type="presOf" srcId="{601AD6E2-CDA1-4D9C-8605-78C338440B20}" destId="{2162F8AB-9CD8-41C6-BCC5-1C58C137DF6E}" srcOrd="0" destOrd="1" presId="urn:microsoft.com/office/officeart/2005/8/layout/chevron2"/>
    <dgm:cxn modelId="{12453BFE-AB7E-4658-8D0D-EEE5B6913691}" type="presOf" srcId="{0AD16008-5B77-41A5-8896-9D64AFA1593F}" destId="{D77D0E02-146F-4633-9106-BCB80C1B967B}" srcOrd="0" destOrd="0" presId="urn:microsoft.com/office/officeart/2005/8/layout/chevron2"/>
    <dgm:cxn modelId="{2A1189F7-E3C9-472B-A60B-8B7FAEE61F1C}" type="presParOf" srcId="{424194D0-2F57-443C-B28E-0F065C743DA2}" destId="{724297FF-84A0-41C1-A343-77C1871259E1}" srcOrd="0" destOrd="0" presId="urn:microsoft.com/office/officeart/2005/8/layout/chevron2"/>
    <dgm:cxn modelId="{8FDE3EEC-B30A-4806-872C-2BEB4F57B5ED}" type="presParOf" srcId="{724297FF-84A0-41C1-A343-77C1871259E1}" destId="{D77D0E02-146F-4633-9106-BCB80C1B967B}" srcOrd="0" destOrd="0" presId="urn:microsoft.com/office/officeart/2005/8/layout/chevron2"/>
    <dgm:cxn modelId="{70324E9D-1870-4DFF-A72F-55B40119C4E5}" type="presParOf" srcId="{724297FF-84A0-41C1-A343-77C1871259E1}" destId="{A23A205F-38EA-466D-A73B-94A53A1CB6CA}" srcOrd="1" destOrd="0" presId="urn:microsoft.com/office/officeart/2005/8/layout/chevron2"/>
    <dgm:cxn modelId="{2C58039F-3F42-4FBB-99D6-FC90568129D5}" type="presParOf" srcId="{424194D0-2F57-443C-B28E-0F065C743DA2}" destId="{232B9998-C994-4309-92DA-5F91F5899E2F}" srcOrd="1" destOrd="0" presId="urn:microsoft.com/office/officeart/2005/8/layout/chevron2"/>
    <dgm:cxn modelId="{A90A167A-C388-4BA1-82D2-B5C9D2BEA319}" type="presParOf" srcId="{424194D0-2F57-443C-B28E-0F065C743DA2}" destId="{BBF66324-0AAF-46A3-AF8E-4CAEBA843334}" srcOrd="2" destOrd="0" presId="urn:microsoft.com/office/officeart/2005/8/layout/chevron2"/>
    <dgm:cxn modelId="{A426460B-A3A2-402C-8846-C316745B7457}" type="presParOf" srcId="{BBF66324-0AAF-46A3-AF8E-4CAEBA843334}" destId="{719A3758-D0A2-4275-8304-A137EF0402C7}" srcOrd="0" destOrd="0" presId="urn:microsoft.com/office/officeart/2005/8/layout/chevron2"/>
    <dgm:cxn modelId="{778F285A-079B-47D2-8B97-D88E7EC0113A}" type="presParOf" srcId="{BBF66324-0AAF-46A3-AF8E-4CAEBA843334}" destId="{D87B9659-AB68-41CE-8186-623A5B13B042}" srcOrd="1" destOrd="0" presId="urn:microsoft.com/office/officeart/2005/8/layout/chevron2"/>
    <dgm:cxn modelId="{36154912-43F2-4CEA-B329-2D87D4356132}" type="presParOf" srcId="{424194D0-2F57-443C-B28E-0F065C743DA2}" destId="{F6DBFD2C-FB99-40B8-AB04-8020619CF9EC}" srcOrd="3" destOrd="0" presId="urn:microsoft.com/office/officeart/2005/8/layout/chevron2"/>
    <dgm:cxn modelId="{2BEA7738-4976-4DB5-93EA-BE069997E4E2}" type="presParOf" srcId="{424194D0-2F57-443C-B28E-0F065C743DA2}" destId="{7CEE453D-69EB-43C1-AA15-D2F9A579927F}" srcOrd="4" destOrd="0" presId="urn:microsoft.com/office/officeart/2005/8/layout/chevron2"/>
    <dgm:cxn modelId="{E408B48E-CEE2-47F5-9EFD-108C34EA3CB1}" type="presParOf" srcId="{7CEE453D-69EB-43C1-AA15-D2F9A579927F}" destId="{99C6DDC6-4BD7-4FE3-8827-B93EB2F50D9F}" srcOrd="0" destOrd="0" presId="urn:microsoft.com/office/officeart/2005/8/layout/chevron2"/>
    <dgm:cxn modelId="{BEA6E181-6CBB-4E14-A866-1EB4F2655025}" type="presParOf" srcId="{7CEE453D-69EB-43C1-AA15-D2F9A579927F}" destId="{2162F8AB-9CD8-41C6-BCC5-1C58C137DF6E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3CE8D9A-2F5F-E04C-AF81-B61DA3187B58}" type="doc">
      <dgm:prSet loTypeId="urn:microsoft.com/office/officeart/2008/layout/LinedList" loCatId="" qsTypeId="urn:microsoft.com/office/officeart/2005/8/quickstyle/simple3" qsCatId="simple" csTypeId="urn:microsoft.com/office/officeart/2005/8/colors/colorful3" csCatId="colorful" phldr="1"/>
      <dgm:spPr/>
      <dgm:t>
        <a:bodyPr/>
        <a:lstStyle/>
        <a:p>
          <a:endParaRPr lang="es-ES"/>
        </a:p>
      </dgm:t>
    </dgm:pt>
    <dgm:pt modelId="{2D50EED0-437B-1441-8B3B-81295EA238A9}">
      <dgm:prSet phldrT="[Texto]"/>
      <dgm:spPr/>
      <dgm:t>
        <a:bodyPr/>
        <a:lstStyle/>
        <a:p>
          <a:r>
            <a:rPr lang="es-ES" dirty="0"/>
            <a:t>Introducción</a:t>
          </a:r>
        </a:p>
      </dgm:t>
    </dgm:pt>
    <dgm:pt modelId="{A6EDC655-C7CF-5442-9A95-DD52945DD4C2}" type="parTrans" cxnId="{A6D8CB4F-A1A9-2F46-90C6-E855915DE40A}">
      <dgm:prSet/>
      <dgm:spPr/>
      <dgm:t>
        <a:bodyPr/>
        <a:lstStyle/>
        <a:p>
          <a:endParaRPr lang="es-ES"/>
        </a:p>
      </dgm:t>
    </dgm:pt>
    <dgm:pt modelId="{12B35025-375E-9C48-AEA1-E8FB9BD8A8AD}" type="sibTrans" cxnId="{A6D8CB4F-A1A9-2F46-90C6-E855915DE40A}">
      <dgm:prSet/>
      <dgm:spPr/>
      <dgm:t>
        <a:bodyPr/>
        <a:lstStyle/>
        <a:p>
          <a:endParaRPr lang="es-ES"/>
        </a:p>
      </dgm:t>
    </dgm:pt>
    <dgm:pt modelId="{9C0C5B6B-88B0-0644-95CC-DA013289C236}">
      <dgm:prSet phldrT="[Texto]"/>
      <dgm:spPr/>
      <dgm:t>
        <a:bodyPr/>
        <a:lstStyle/>
        <a:p>
          <a:r>
            <a:rPr lang="es-ES" dirty="0"/>
            <a:t>Planificación de la calidad</a:t>
          </a:r>
        </a:p>
      </dgm:t>
    </dgm:pt>
    <dgm:pt modelId="{B8FBE750-BA08-3745-BDB2-8DE244854305}" type="parTrans" cxnId="{B913582A-C51A-7948-8CD7-0EAADAC6E1E7}">
      <dgm:prSet/>
      <dgm:spPr/>
      <dgm:t>
        <a:bodyPr/>
        <a:lstStyle/>
        <a:p>
          <a:endParaRPr lang="es-ES"/>
        </a:p>
      </dgm:t>
    </dgm:pt>
    <dgm:pt modelId="{7720ED4A-2659-4441-8B8A-B12AAECACA03}" type="sibTrans" cxnId="{B913582A-C51A-7948-8CD7-0EAADAC6E1E7}">
      <dgm:prSet/>
      <dgm:spPr/>
      <dgm:t>
        <a:bodyPr/>
        <a:lstStyle/>
        <a:p>
          <a:endParaRPr lang="es-ES"/>
        </a:p>
      </dgm:t>
    </dgm:pt>
    <dgm:pt modelId="{4D7DCE72-F1C7-3648-B096-B3BF2FA1BA56}">
      <dgm:prSet phldrT="[Texto]"/>
      <dgm:spPr/>
      <dgm:t>
        <a:bodyPr/>
        <a:lstStyle/>
        <a:p>
          <a:r>
            <a:rPr lang="es-ES" dirty="0"/>
            <a:t>Realizar el aseguramiento</a:t>
          </a:r>
          <a:r>
            <a:rPr lang="es-ES" baseline="0" dirty="0"/>
            <a:t> de la calidad</a:t>
          </a:r>
          <a:endParaRPr lang="es-ES" dirty="0"/>
        </a:p>
      </dgm:t>
    </dgm:pt>
    <dgm:pt modelId="{4130B51B-54F0-CE46-A291-A4358F1F6F5A}" type="parTrans" cxnId="{CEF75630-A106-2C4A-813E-06273EBC269D}">
      <dgm:prSet/>
      <dgm:spPr/>
      <dgm:t>
        <a:bodyPr/>
        <a:lstStyle/>
        <a:p>
          <a:endParaRPr lang="es-ES"/>
        </a:p>
      </dgm:t>
    </dgm:pt>
    <dgm:pt modelId="{44AA0FEF-23B0-9044-91B0-9D01CCB0457B}" type="sibTrans" cxnId="{CEF75630-A106-2C4A-813E-06273EBC269D}">
      <dgm:prSet/>
      <dgm:spPr/>
      <dgm:t>
        <a:bodyPr/>
        <a:lstStyle/>
        <a:p>
          <a:endParaRPr lang="es-ES"/>
        </a:p>
      </dgm:t>
    </dgm:pt>
    <dgm:pt modelId="{EA05A323-1CD6-E844-BD1C-19A2225C0340}">
      <dgm:prSet phldrT="[Texto]"/>
      <dgm:spPr/>
      <dgm:t>
        <a:bodyPr/>
        <a:lstStyle/>
        <a:p>
          <a:r>
            <a:rPr lang="es-ES" dirty="0"/>
            <a:t>Controlar</a:t>
          </a:r>
          <a:r>
            <a:rPr lang="es-ES" baseline="0" dirty="0"/>
            <a:t> la calidad</a:t>
          </a:r>
          <a:endParaRPr lang="es-ES" dirty="0"/>
        </a:p>
      </dgm:t>
    </dgm:pt>
    <dgm:pt modelId="{30E5782B-3D30-E84E-8B09-5F18CE4DBC15}" type="parTrans" cxnId="{170E0A80-D936-D547-94C5-570AC1082D21}">
      <dgm:prSet/>
      <dgm:spPr/>
      <dgm:t>
        <a:bodyPr/>
        <a:lstStyle/>
        <a:p>
          <a:endParaRPr lang="es-ES"/>
        </a:p>
      </dgm:t>
    </dgm:pt>
    <dgm:pt modelId="{A735D71C-2096-F344-B726-857D36F14FEB}" type="sibTrans" cxnId="{170E0A80-D936-D547-94C5-570AC1082D21}">
      <dgm:prSet/>
      <dgm:spPr/>
      <dgm:t>
        <a:bodyPr/>
        <a:lstStyle/>
        <a:p>
          <a:endParaRPr lang="es-ES"/>
        </a:p>
      </dgm:t>
    </dgm:pt>
    <dgm:pt modelId="{A00DC1EC-B999-A640-8654-4E50ABDDE020}">
      <dgm:prSet phldrT="[Texto]"/>
      <dgm:spPr/>
      <dgm:t>
        <a:bodyPr/>
        <a:lstStyle/>
        <a:p>
          <a:r>
            <a:rPr lang="es-ES" dirty="0"/>
            <a:t>Recursos Humanos</a:t>
          </a:r>
        </a:p>
      </dgm:t>
    </dgm:pt>
    <dgm:pt modelId="{C1FC985A-8FE8-944A-89F3-975B9C62D138}" type="parTrans" cxnId="{C36FE991-C046-254D-B645-ED7CD9E49D91}">
      <dgm:prSet/>
      <dgm:spPr/>
      <dgm:t>
        <a:bodyPr/>
        <a:lstStyle/>
        <a:p>
          <a:endParaRPr lang="es-ES"/>
        </a:p>
      </dgm:t>
    </dgm:pt>
    <dgm:pt modelId="{48BA50DD-A1B0-B142-8134-1733EC7E096A}" type="sibTrans" cxnId="{C36FE991-C046-254D-B645-ED7CD9E49D91}">
      <dgm:prSet/>
      <dgm:spPr/>
      <dgm:t>
        <a:bodyPr/>
        <a:lstStyle/>
        <a:p>
          <a:endParaRPr lang="es-ES"/>
        </a:p>
      </dgm:t>
    </dgm:pt>
    <dgm:pt modelId="{C067AB59-C7C5-C74B-8B60-2FA743781E39}">
      <dgm:prSet phldrT="[Texto]"/>
      <dgm:spPr/>
      <dgm:t>
        <a:bodyPr/>
        <a:lstStyle/>
        <a:p>
          <a:r>
            <a:rPr lang="es-ES" dirty="0"/>
            <a:t>Planificación de los RRHH</a:t>
          </a:r>
        </a:p>
      </dgm:t>
    </dgm:pt>
    <dgm:pt modelId="{E4F708B6-A4DC-E54B-965A-6A91932F4F21}" type="parTrans" cxnId="{FA015F84-3A27-6341-B5E5-5AAABF15FCA7}">
      <dgm:prSet/>
      <dgm:spPr/>
      <dgm:t>
        <a:bodyPr/>
        <a:lstStyle/>
        <a:p>
          <a:endParaRPr lang="es-ES"/>
        </a:p>
      </dgm:t>
    </dgm:pt>
    <dgm:pt modelId="{07AED4AD-A571-FA4C-8F60-2811AAEB8399}" type="sibTrans" cxnId="{FA015F84-3A27-6341-B5E5-5AAABF15FCA7}">
      <dgm:prSet/>
      <dgm:spPr/>
      <dgm:t>
        <a:bodyPr/>
        <a:lstStyle/>
        <a:p>
          <a:endParaRPr lang="es-ES"/>
        </a:p>
      </dgm:t>
    </dgm:pt>
    <dgm:pt modelId="{D206AD7D-6FCF-BA4A-A881-D49C0A782FC3}">
      <dgm:prSet phldrT="[Texto]"/>
      <dgm:spPr/>
      <dgm:t>
        <a:bodyPr/>
        <a:lstStyle/>
        <a:p>
          <a:r>
            <a:rPr lang="es-ES" dirty="0"/>
            <a:t>Adquirir el equipo de trabajo</a:t>
          </a:r>
        </a:p>
      </dgm:t>
    </dgm:pt>
    <dgm:pt modelId="{2FAF4929-896A-4142-A9D4-FCF51F2A7AA6}" type="parTrans" cxnId="{DBA51B96-2BDF-C04D-8EE9-74101BC05F2E}">
      <dgm:prSet/>
      <dgm:spPr/>
      <dgm:t>
        <a:bodyPr/>
        <a:lstStyle/>
        <a:p>
          <a:endParaRPr lang="es-ES"/>
        </a:p>
      </dgm:t>
    </dgm:pt>
    <dgm:pt modelId="{948F4234-2DCD-C24A-ABA8-79BDA4601848}" type="sibTrans" cxnId="{DBA51B96-2BDF-C04D-8EE9-74101BC05F2E}">
      <dgm:prSet/>
      <dgm:spPr/>
      <dgm:t>
        <a:bodyPr/>
        <a:lstStyle/>
        <a:p>
          <a:endParaRPr lang="es-ES"/>
        </a:p>
      </dgm:t>
    </dgm:pt>
    <dgm:pt modelId="{D1D10F65-8C36-4800-AD9D-4A75930380A4}">
      <dgm:prSet phldrT="[Texto]"/>
      <dgm:spPr/>
      <dgm:t>
        <a:bodyPr/>
        <a:lstStyle/>
        <a:p>
          <a:r>
            <a:rPr lang="es-ES" dirty="0"/>
            <a:t>Calidad</a:t>
          </a:r>
        </a:p>
      </dgm:t>
    </dgm:pt>
    <dgm:pt modelId="{90F18EEC-639F-4363-B4CF-89223F0F6C38}" type="parTrans" cxnId="{7D1D3080-7900-4CC4-B4C0-BD39D5B7C3EE}">
      <dgm:prSet/>
      <dgm:spPr/>
      <dgm:t>
        <a:bodyPr/>
        <a:lstStyle/>
        <a:p>
          <a:endParaRPr lang="es-ES_tradnl"/>
        </a:p>
      </dgm:t>
    </dgm:pt>
    <dgm:pt modelId="{99324C82-0C51-4B8E-B7FB-AB0EDB6CDB40}" type="sibTrans" cxnId="{7D1D3080-7900-4CC4-B4C0-BD39D5B7C3EE}">
      <dgm:prSet/>
      <dgm:spPr/>
      <dgm:t>
        <a:bodyPr/>
        <a:lstStyle/>
        <a:p>
          <a:endParaRPr lang="es-ES_tradnl"/>
        </a:p>
      </dgm:t>
    </dgm:pt>
    <dgm:pt modelId="{3440283F-7B94-41E1-A678-109BA5967928}">
      <dgm:prSet phldrT="[Texto]"/>
      <dgm:spPr/>
      <dgm:t>
        <a:bodyPr/>
        <a:lstStyle/>
        <a:p>
          <a:r>
            <a:rPr lang="es-ES" dirty="0"/>
            <a:t>Desarrollar el equipo del proyecto</a:t>
          </a:r>
        </a:p>
      </dgm:t>
    </dgm:pt>
    <dgm:pt modelId="{620191C0-423A-4FE9-A4F1-5C5D36C0C76E}" type="parTrans" cxnId="{2B3AB939-F741-4B55-BCEC-AC60F4C0DC14}">
      <dgm:prSet/>
      <dgm:spPr/>
      <dgm:t>
        <a:bodyPr/>
        <a:lstStyle/>
        <a:p>
          <a:endParaRPr lang="es-ES_tradnl"/>
        </a:p>
      </dgm:t>
    </dgm:pt>
    <dgm:pt modelId="{23C99D01-59D4-4C59-997C-A7CC57B9FF58}" type="sibTrans" cxnId="{2B3AB939-F741-4B55-BCEC-AC60F4C0DC14}">
      <dgm:prSet/>
      <dgm:spPr/>
      <dgm:t>
        <a:bodyPr/>
        <a:lstStyle/>
        <a:p>
          <a:endParaRPr lang="es-ES_tradnl"/>
        </a:p>
      </dgm:t>
    </dgm:pt>
    <dgm:pt modelId="{5B536FDF-F2F3-4D05-AF9A-89E79C92380B}">
      <dgm:prSet phldrT="[Texto]"/>
      <dgm:spPr/>
      <dgm:t>
        <a:bodyPr/>
        <a:lstStyle/>
        <a:p>
          <a:r>
            <a:rPr lang="es-ES" dirty="0"/>
            <a:t>Dirigir el equipo del proyecto</a:t>
          </a:r>
        </a:p>
      </dgm:t>
    </dgm:pt>
    <dgm:pt modelId="{56E7C592-F553-41EA-A0F8-EBF440BF702D}" type="parTrans" cxnId="{366F432C-1A26-4011-8836-F1CB5F23632D}">
      <dgm:prSet/>
      <dgm:spPr/>
      <dgm:t>
        <a:bodyPr/>
        <a:lstStyle/>
        <a:p>
          <a:endParaRPr lang="es-ES_tradnl"/>
        </a:p>
      </dgm:t>
    </dgm:pt>
    <dgm:pt modelId="{3DAEA229-1474-4E45-A55F-BA78088D2142}" type="sibTrans" cxnId="{366F432C-1A26-4011-8836-F1CB5F23632D}">
      <dgm:prSet/>
      <dgm:spPr/>
      <dgm:t>
        <a:bodyPr/>
        <a:lstStyle/>
        <a:p>
          <a:endParaRPr lang="es-ES_tradnl"/>
        </a:p>
      </dgm:t>
    </dgm:pt>
    <dgm:pt modelId="{A4615577-DB07-0E46-BAD9-752076C1E8EB}" type="pres">
      <dgm:prSet presAssocID="{C3CE8D9A-2F5F-E04C-AF81-B61DA3187B58}" presName="vert0" presStyleCnt="0">
        <dgm:presLayoutVars>
          <dgm:dir/>
          <dgm:animOne val="branch"/>
          <dgm:animLvl val="lvl"/>
        </dgm:presLayoutVars>
      </dgm:prSet>
      <dgm:spPr/>
    </dgm:pt>
    <dgm:pt modelId="{A70494F9-BBC6-9B4D-ABE0-28B7062A7EEA}" type="pres">
      <dgm:prSet presAssocID="{2D50EED0-437B-1441-8B3B-81295EA238A9}" presName="thickLine" presStyleLbl="alignNode1" presStyleIdx="0" presStyleCnt="3" custLinFactNeighborX="-10898" custLinFactNeighborY="-49191"/>
      <dgm:spPr/>
    </dgm:pt>
    <dgm:pt modelId="{4DE94855-2BF1-EB40-B090-FE0F9B4B301E}" type="pres">
      <dgm:prSet presAssocID="{2D50EED0-437B-1441-8B3B-81295EA238A9}" presName="horz1" presStyleCnt="0"/>
      <dgm:spPr/>
    </dgm:pt>
    <dgm:pt modelId="{0FAAA673-A6AE-2E48-9396-AEC5BB305A0E}" type="pres">
      <dgm:prSet presAssocID="{2D50EED0-437B-1441-8B3B-81295EA238A9}" presName="tx1" presStyleLbl="revTx" presStyleIdx="0" presStyleCnt="10" custScaleY="37525"/>
      <dgm:spPr/>
    </dgm:pt>
    <dgm:pt modelId="{4D92E349-5F1C-414C-955E-416A7CFBF9E9}" type="pres">
      <dgm:prSet presAssocID="{2D50EED0-437B-1441-8B3B-81295EA238A9}" presName="vert1" presStyleCnt="0"/>
      <dgm:spPr/>
    </dgm:pt>
    <dgm:pt modelId="{4324E71C-51E4-4FFA-9638-472734009553}" type="pres">
      <dgm:prSet presAssocID="{D1D10F65-8C36-4800-AD9D-4A75930380A4}" presName="thickLine" presStyleLbl="alignNode1" presStyleIdx="1" presStyleCnt="3" custLinFactNeighborY="-59234"/>
      <dgm:spPr/>
    </dgm:pt>
    <dgm:pt modelId="{35D4AF3C-4879-491B-8004-F3B88F6D9FB5}" type="pres">
      <dgm:prSet presAssocID="{D1D10F65-8C36-4800-AD9D-4A75930380A4}" presName="horz1" presStyleCnt="0"/>
      <dgm:spPr/>
    </dgm:pt>
    <dgm:pt modelId="{792A15AE-68CB-4B5E-A488-D8B2430819E0}" type="pres">
      <dgm:prSet presAssocID="{D1D10F65-8C36-4800-AD9D-4A75930380A4}" presName="tx1" presStyleLbl="revTx" presStyleIdx="1" presStyleCnt="10"/>
      <dgm:spPr/>
    </dgm:pt>
    <dgm:pt modelId="{162AB6D4-F395-4B55-9519-21B610CC0382}" type="pres">
      <dgm:prSet presAssocID="{D1D10F65-8C36-4800-AD9D-4A75930380A4}" presName="vert1" presStyleCnt="0"/>
      <dgm:spPr/>
    </dgm:pt>
    <dgm:pt modelId="{412C8F4B-57E8-4EE2-95F4-7EAB16DF68B6}" type="pres">
      <dgm:prSet presAssocID="{9C0C5B6B-88B0-0644-95CC-DA013289C236}" presName="vertSpace2a" presStyleCnt="0"/>
      <dgm:spPr/>
    </dgm:pt>
    <dgm:pt modelId="{706ACAA7-2B5D-4D39-81AB-5DAABC04EC1D}" type="pres">
      <dgm:prSet presAssocID="{9C0C5B6B-88B0-0644-95CC-DA013289C236}" presName="horz2" presStyleCnt="0"/>
      <dgm:spPr/>
    </dgm:pt>
    <dgm:pt modelId="{3456CDB8-701B-42F1-87C2-C295CD1E48EE}" type="pres">
      <dgm:prSet presAssocID="{9C0C5B6B-88B0-0644-95CC-DA013289C236}" presName="horzSpace2" presStyleCnt="0"/>
      <dgm:spPr/>
    </dgm:pt>
    <dgm:pt modelId="{520D1D2C-1114-41BF-8F7E-61F71B01A781}" type="pres">
      <dgm:prSet presAssocID="{9C0C5B6B-88B0-0644-95CC-DA013289C236}" presName="tx2" presStyleLbl="revTx" presStyleIdx="2" presStyleCnt="10"/>
      <dgm:spPr/>
    </dgm:pt>
    <dgm:pt modelId="{D6DDDC7E-F1A5-4153-9143-0972F5C1698F}" type="pres">
      <dgm:prSet presAssocID="{9C0C5B6B-88B0-0644-95CC-DA013289C236}" presName="vert2" presStyleCnt="0"/>
      <dgm:spPr/>
    </dgm:pt>
    <dgm:pt modelId="{0A0EB41C-54BD-4DBD-AE20-1F9966450DC3}" type="pres">
      <dgm:prSet presAssocID="{9C0C5B6B-88B0-0644-95CC-DA013289C236}" presName="thinLine2b" presStyleLbl="callout" presStyleIdx="0" presStyleCnt="7"/>
      <dgm:spPr/>
    </dgm:pt>
    <dgm:pt modelId="{BD1DC2FA-97F1-47D7-B64D-204FB692D739}" type="pres">
      <dgm:prSet presAssocID="{9C0C5B6B-88B0-0644-95CC-DA013289C236}" presName="vertSpace2b" presStyleCnt="0"/>
      <dgm:spPr/>
    </dgm:pt>
    <dgm:pt modelId="{AA817BFD-CFD8-4863-BA21-FE68B817CC3C}" type="pres">
      <dgm:prSet presAssocID="{4D7DCE72-F1C7-3648-B096-B3BF2FA1BA56}" presName="horz2" presStyleCnt="0"/>
      <dgm:spPr/>
    </dgm:pt>
    <dgm:pt modelId="{BD57D683-A942-4221-A2F2-BB0CF711AC57}" type="pres">
      <dgm:prSet presAssocID="{4D7DCE72-F1C7-3648-B096-B3BF2FA1BA56}" presName="horzSpace2" presStyleCnt="0"/>
      <dgm:spPr/>
    </dgm:pt>
    <dgm:pt modelId="{F1E3A902-B27E-4D1E-9D62-838DBF77570E}" type="pres">
      <dgm:prSet presAssocID="{4D7DCE72-F1C7-3648-B096-B3BF2FA1BA56}" presName="tx2" presStyleLbl="revTx" presStyleIdx="3" presStyleCnt="10"/>
      <dgm:spPr/>
    </dgm:pt>
    <dgm:pt modelId="{4F138E20-5633-4DCC-BBC2-20DFBFC7868F}" type="pres">
      <dgm:prSet presAssocID="{4D7DCE72-F1C7-3648-B096-B3BF2FA1BA56}" presName="vert2" presStyleCnt="0"/>
      <dgm:spPr/>
    </dgm:pt>
    <dgm:pt modelId="{2B79C5B5-7045-4C8A-A0D3-ED34D320DACE}" type="pres">
      <dgm:prSet presAssocID="{4D7DCE72-F1C7-3648-B096-B3BF2FA1BA56}" presName="thinLine2b" presStyleLbl="callout" presStyleIdx="1" presStyleCnt="7"/>
      <dgm:spPr/>
    </dgm:pt>
    <dgm:pt modelId="{8C3B0260-807F-409D-975C-EBFF816514C3}" type="pres">
      <dgm:prSet presAssocID="{4D7DCE72-F1C7-3648-B096-B3BF2FA1BA56}" presName="vertSpace2b" presStyleCnt="0"/>
      <dgm:spPr/>
    </dgm:pt>
    <dgm:pt modelId="{DCC37064-A6D2-4A55-A252-3829429045E5}" type="pres">
      <dgm:prSet presAssocID="{EA05A323-1CD6-E844-BD1C-19A2225C0340}" presName="horz2" presStyleCnt="0"/>
      <dgm:spPr/>
    </dgm:pt>
    <dgm:pt modelId="{AF620EF4-9246-40B0-95DD-0F97FD557889}" type="pres">
      <dgm:prSet presAssocID="{EA05A323-1CD6-E844-BD1C-19A2225C0340}" presName="horzSpace2" presStyleCnt="0"/>
      <dgm:spPr/>
    </dgm:pt>
    <dgm:pt modelId="{821592CB-BF1E-40A4-88FF-532C668728A8}" type="pres">
      <dgm:prSet presAssocID="{EA05A323-1CD6-E844-BD1C-19A2225C0340}" presName="tx2" presStyleLbl="revTx" presStyleIdx="4" presStyleCnt="10"/>
      <dgm:spPr/>
    </dgm:pt>
    <dgm:pt modelId="{4A2BC687-FFD6-4EBF-9A58-5F5A5936D128}" type="pres">
      <dgm:prSet presAssocID="{EA05A323-1CD6-E844-BD1C-19A2225C0340}" presName="vert2" presStyleCnt="0"/>
      <dgm:spPr/>
    </dgm:pt>
    <dgm:pt modelId="{AFB2C275-AEA0-46EA-8FAC-DEEB17253C42}" type="pres">
      <dgm:prSet presAssocID="{EA05A323-1CD6-E844-BD1C-19A2225C0340}" presName="thinLine2b" presStyleLbl="callout" presStyleIdx="2" presStyleCnt="7"/>
      <dgm:spPr/>
    </dgm:pt>
    <dgm:pt modelId="{B63F60B4-89E7-4E26-9559-C63693EDEACE}" type="pres">
      <dgm:prSet presAssocID="{EA05A323-1CD6-E844-BD1C-19A2225C0340}" presName="vertSpace2b" presStyleCnt="0"/>
      <dgm:spPr/>
    </dgm:pt>
    <dgm:pt modelId="{B2F277F3-7CF1-994E-B28A-0B3155C31199}" type="pres">
      <dgm:prSet presAssocID="{A00DC1EC-B999-A640-8654-4E50ABDDE020}" presName="thickLine" presStyleLbl="alignNode1" presStyleIdx="2" presStyleCnt="3"/>
      <dgm:spPr/>
    </dgm:pt>
    <dgm:pt modelId="{0C40495D-3188-9E48-A89E-F64BB2F461F5}" type="pres">
      <dgm:prSet presAssocID="{A00DC1EC-B999-A640-8654-4E50ABDDE020}" presName="horz1" presStyleCnt="0"/>
      <dgm:spPr/>
    </dgm:pt>
    <dgm:pt modelId="{9891002C-403A-A043-B663-E6FEB51C2557}" type="pres">
      <dgm:prSet presAssocID="{A00DC1EC-B999-A640-8654-4E50ABDDE020}" presName="tx1" presStyleLbl="revTx" presStyleIdx="5" presStyleCnt="10"/>
      <dgm:spPr/>
    </dgm:pt>
    <dgm:pt modelId="{84783DB1-8E64-8549-92F0-B23833CEE8B0}" type="pres">
      <dgm:prSet presAssocID="{A00DC1EC-B999-A640-8654-4E50ABDDE020}" presName="vert1" presStyleCnt="0"/>
      <dgm:spPr/>
    </dgm:pt>
    <dgm:pt modelId="{7639A2F8-0310-4BED-B4BD-EAB6A5C40B77}" type="pres">
      <dgm:prSet presAssocID="{C067AB59-C7C5-C74B-8B60-2FA743781E39}" presName="vertSpace2a" presStyleCnt="0"/>
      <dgm:spPr/>
    </dgm:pt>
    <dgm:pt modelId="{6A69390F-9BF9-4ABA-8159-EAF93506C37D}" type="pres">
      <dgm:prSet presAssocID="{C067AB59-C7C5-C74B-8B60-2FA743781E39}" presName="horz2" presStyleCnt="0"/>
      <dgm:spPr/>
    </dgm:pt>
    <dgm:pt modelId="{80389192-84FD-488B-A175-87A5FB0572BA}" type="pres">
      <dgm:prSet presAssocID="{C067AB59-C7C5-C74B-8B60-2FA743781E39}" presName="horzSpace2" presStyleCnt="0"/>
      <dgm:spPr/>
    </dgm:pt>
    <dgm:pt modelId="{CECABC1D-D0D2-4346-AB17-5BDF3AE0B320}" type="pres">
      <dgm:prSet presAssocID="{C067AB59-C7C5-C74B-8B60-2FA743781E39}" presName="tx2" presStyleLbl="revTx" presStyleIdx="6" presStyleCnt="10"/>
      <dgm:spPr/>
    </dgm:pt>
    <dgm:pt modelId="{C56FE37B-F98C-4D15-95CF-6DC56554B5B4}" type="pres">
      <dgm:prSet presAssocID="{C067AB59-C7C5-C74B-8B60-2FA743781E39}" presName="vert2" presStyleCnt="0"/>
      <dgm:spPr/>
    </dgm:pt>
    <dgm:pt modelId="{5D84D3DB-F553-4712-A813-E34BD39795E9}" type="pres">
      <dgm:prSet presAssocID="{C067AB59-C7C5-C74B-8B60-2FA743781E39}" presName="thinLine2b" presStyleLbl="callout" presStyleIdx="3" presStyleCnt="7"/>
      <dgm:spPr/>
    </dgm:pt>
    <dgm:pt modelId="{2128B8DA-3804-468D-B525-5F0093F85BA2}" type="pres">
      <dgm:prSet presAssocID="{C067AB59-C7C5-C74B-8B60-2FA743781E39}" presName="vertSpace2b" presStyleCnt="0"/>
      <dgm:spPr/>
    </dgm:pt>
    <dgm:pt modelId="{4F42B568-F39A-4181-8658-EC1C2143BBA0}" type="pres">
      <dgm:prSet presAssocID="{D206AD7D-6FCF-BA4A-A881-D49C0A782FC3}" presName="horz2" presStyleCnt="0"/>
      <dgm:spPr/>
    </dgm:pt>
    <dgm:pt modelId="{4F8359BF-8C47-4A90-A343-AF5BDC5F9DE8}" type="pres">
      <dgm:prSet presAssocID="{D206AD7D-6FCF-BA4A-A881-D49C0A782FC3}" presName="horzSpace2" presStyleCnt="0"/>
      <dgm:spPr/>
    </dgm:pt>
    <dgm:pt modelId="{70B24025-E2C6-417F-99E1-3AE2064C772D}" type="pres">
      <dgm:prSet presAssocID="{D206AD7D-6FCF-BA4A-A881-D49C0A782FC3}" presName="tx2" presStyleLbl="revTx" presStyleIdx="7" presStyleCnt="10"/>
      <dgm:spPr/>
    </dgm:pt>
    <dgm:pt modelId="{7CEB9B09-60D8-4882-A2D8-38EF68D5C19F}" type="pres">
      <dgm:prSet presAssocID="{D206AD7D-6FCF-BA4A-A881-D49C0A782FC3}" presName="vert2" presStyleCnt="0"/>
      <dgm:spPr/>
    </dgm:pt>
    <dgm:pt modelId="{5E350EE4-2D6A-4A16-A0FE-9FACA9074727}" type="pres">
      <dgm:prSet presAssocID="{D206AD7D-6FCF-BA4A-A881-D49C0A782FC3}" presName="thinLine2b" presStyleLbl="callout" presStyleIdx="4" presStyleCnt="7"/>
      <dgm:spPr/>
    </dgm:pt>
    <dgm:pt modelId="{9BB5AFB5-07F7-4132-85A2-44E6D0516C88}" type="pres">
      <dgm:prSet presAssocID="{D206AD7D-6FCF-BA4A-A881-D49C0A782FC3}" presName="vertSpace2b" presStyleCnt="0"/>
      <dgm:spPr/>
    </dgm:pt>
    <dgm:pt modelId="{CFD8E1A3-90D3-46A8-AE85-EB36E0237BB5}" type="pres">
      <dgm:prSet presAssocID="{3440283F-7B94-41E1-A678-109BA5967928}" presName="horz2" presStyleCnt="0"/>
      <dgm:spPr/>
    </dgm:pt>
    <dgm:pt modelId="{274EF02C-7D1A-409B-A859-EE71E535A688}" type="pres">
      <dgm:prSet presAssocID="{3440283F-7B94-41E1-A678-109BA5967928}" presName="horzSpace2" presStyleCnt="0"/>
      <dgm:spPr/>
    </dgm:pt>
    <dgm:pt modelId="{1AB85A7C-0FFD-4546-B83C-987E91EDF1C9}" type="pres">
      <dgm:prSet presAssocID="{3440283F-7B94-41E1-A678-109BA5967928}" presName="tx2" presStyleLbl="revTx" presStyleIdx="8" presStyleCnt="10"/>
      <dgm:spPr/>
    </dgm:pt>
    <dgm:pt modelId="{6F7BAE7F-F22E-4343-8455-8D1D04AE6291}" type="pres">
      <dgm:prSet presAssocID="{3440283F-7B94-41E1-A678-109BA5967928}" presName="vert2" presStyleCnt="0"/>
      <dgm:spPr/>
    </dgm:pt>
    <dgm:pt modelId="{DF72560F-E95F-423D-A8FF-AAE8DAA00A74}" type="pres">
      <dgm:prSet presAssocID="{3440283F-7B94-41E1-A678-109BA5967928}" presName="thinLine2b" presStyleLbl="callout" presStyleIdx="5" presStyleCnt="7"/>
      <dgm:spPr/>
    </dgm:pt>
    <dgm:pt modelId="{D8D1CF1A-EF09-4022-8D03-FD002D4FE754}" type="pres">
      <dgm:prSet presAssocID="{3440283F-7B94-41E1-A678-109BA5967928}" presName="vertSpace2b" presStyleCnt="0"/>
      <dgm:spPr/>
    </dgm:pt>
    <dgm:pt modelId="{00451E5C-D19E-4AC4-8C6F-60950BA475F2}" type="pres">
      <dgm:prSet presAssocID="{5B536FDF-F2F3-4D05-AF9A-89E79C92380B}" presName="horz2" presStyleCnt="0"/>
      <dgm:spPr/>
    </dgm:pt>
    <dgm:pt modelId="{3C367370-E70B-40CC-9DCF-3FC0C33EDE1B}" type="pres">
      <dgm:prSet presAssocID="{5B536FDF-F2F3-4D05-AF9A-89E79C92380B}" presName="horzSpace2" presStyleCnt="0"/>
      <dgm:spPr/>
    </dgm:pt>
    <dgm:pt modelId="{EDBBCE88-88E0-4C06-BA01-B4EFB6C685E1}" type="pres">
      <dgm:prSet presAssocID="{5B536FDF-F2F3-4D05-AF9A-89E79C92380B}" presName="tx2" presStyleLbl="revTx" presStyleIdx="9" presStyleCnt="10"/>
      <dgm:spPr/>
    </dgm:pt>
    <dgm:pt modelId="{5EA7847F-7A65-4DE6-AFB0-0784772E4EA1}" type="pres">
      <dgm:prSet presAssocID="{5B536FDF-F2F3-4D05-AF9A-89E79C92380B}" presName="vert2" presStyleCnt="0"/>
      <dgm:spPr/>
    </dgm:pt>
    <dgm:pt modelId="{22FFB06E-FF71-449B-9AA1-BDA4A6D85DF8}" type="pres">
      <dgm:prSet presAssocID="{5B536FDF-F2F3-4D05-AF9A-89E79C92380B}" presName="thinLine2b" presStyleLbl="callout" presStyleIdx="6" presStyleCnt="7"/>
      <dgm:spPr/>
    </dgm:pt>
    <dgm:pt modelId="{D29BEB5B-2E19-4BA8-823B-ABEF6ECE6E88}" type="pres">
      <dgm:prSet presAssocID="{5B536FDF-F2F3-4D05-AF9A-89E79C92380B}" presName="vertSpace2b" presStyleCnt="0"/>
      <dgm:spPr/>
    </dgm:pt>
  </dgm:ptLst>
  <dgm:cxnLst>
    <dgm:cxn modelId="{2FE6312A-8E9C-42E4-A35F-065C47954353}" type="presOf" srcId="{D1D10F65-8C36-4800-AD9D-4A75930380A4}" destId="{792A15AE-68CB-4B5E-A488-D8B2430819E0}" srcOrd="0" destOrd="0" presId="urn:microsoft.com/office/officeart/2008/layout/LinedList"/>
    <dgm:cxn modelId="{B913582A-C51A-7948-8CD7-0EAADAC6E1E7}" srcId="{D1D10F65-8C36-4800-AD9D-4A75930380A4}" destId="{9C0C5B6B-88B0-0644-95CC-DA013289C236}" srcOrd="0" destOrd="0" parTransId="{B8FBE750-BA08-3745-BDB2-8DE244854305}" sibTransId="{7720ED4A-2659-4441-8B8A-B12AAECACA03}"/>
    <dgm:cxn modelId="{366F432C-1A26-4011-8836-F1CB5F23632D}" srcId="{A00DC1EC-B999-A640-8654-4E50ABDDE020}" destId="{5B536FDF-F2F3-4D05-AF9A-89E79C92380B}" srcOrd="3" destOrd="0" parTransId="{56E7C592-F553-41EA-A0F8-EBF440BF702D}" sibTransId="{3DAEA229-1474-4E45-A55F-BA78088D2142}"/>
    <dgm:cxn modelId="{CEF75630-A106-2C4A-813E-06273EBC269D}" srcId="{D1D10F65-8C36-4800-AD9D-4A75930380A4}" destId="{4D7DCE72-F1C7-3648-B096-B3BF2FA1BA56}" srcOrd="1" destOrd="0" parTransId="{4130B51B-54F0-CE46-A291-A4358F1F6F5A}" sibTransId="{44AA0FEF-23B0-9044-91B0-9D01CCB0457B}"/>
    <dgm:cxn modelId="{2B3AB939-F741-4B55-BCEC-AC60F4C0DC14}" srcId="{A00DC1EC-B999-A640-8654-4E50ABDDE020}" destId="{3440283F-7B94-41E1-A678-109BA5967928}" srcOrd="2" destOrd="0" parTransId="{620191C0-423A-4FE9-A4F1-5C5D36C0C76E}" sibTransId="{23C99D01-59D4-4C59-997C-A7CC57B9FF58}"/>
    <dgm:cxn modelId="{88CAD25B-4863-724E-A8BB-5EA65B911430}" type="presOf" srcId="{C3CE8D9A-2F5F-E04C-AF81-B61DA3187B58}" destId="{A4615577-DB07-0E46-BAD9-752076C1E8EB}" srcOrd="0" destOrd="0" presId="urn:microsoft.com/office/officeart/2008/layout/LinedList"/>
    <dgm:cxn modelId="{9F261941-24ED-402A-AAD4-7E453770E726}" type="presOf" srcId="{EA05A323-1CD6-E844-BD1C-19A2225C0340}" destId="{821592CB-BF1E-40A4-88FF-532C668728A8}" srcOrd="0" destOrd="0" presId="urn:microsoft.com/office/officeart/2008/layout/LinedList"/>
    <dgm:cxn modelId="{85AEC94C-8398-42E2-BCFF-BE328E528E4F}" type="presOf" srcId="{9C0C5B6B-88B0-0644-95CC-DA013289C236}" destId="{520D1D2C-1114-41BF-8F7E-61F71B01A781}" srcOrd="0" destOrd="0" presId="urn:microsoft.com/office/officeart/2008/layout/LinedList"/>
    <dgm:cxn modelId="{57DCF56E-A877-4D98-80BC-07F249D9A3FF}" type="presOf" srcId="{3440283F-7B94-41E1-A678-109BA5967928}" destId="{1AB85A7C-0FFD-4546-B83C-987E91EDF1C9}" srcOrd="0" destOrd="0" presId="urn:microsoft.com/office/officeart/2008/layout/LinedList"/>
    <dgm:cxn modelId="{A6D8CB4F-A1A9-2F46-90C6-E855915DE40A}" srcId="{C3CE8D9A-2F5F-E04C-AF81-B61DA3187B58}" destId="{2D50EED0-437B-1441-8B3B-81295EA238A9}" srcOrd="0" destOrd="0" parTransId="{A6EDC655-C7CF-5442-9A95-DD52945DD4C2}" sibTransId="{12B35025-375E-9C48-AEA1-E8FB9BD8A8AD}"/>
    <dgm:cxn modelId="{BE140C54-7845-4FA6-BD16-779C89E4A191}" type="presOf" srcId="{C067AB59-C7C5-C74B-8B60-2FA743781E39}" destId="{CECABC1D-D0D2-4346-AB17-5BDF3AE0B320}" srcOrd="0" destOrd="0" presId="urn:microsoft.com/office/officeart/2008/layout/LinedList"/>
    <dgm:cxn modelId="{6FCFE956-A4B8-4040-A710-4C204E8AB087}" type="presOf" srcId="{5B536FDF-F2F3-4D05-AF9A-89E79C92380B}" destId="{EDBBCE88-88E0-4C06-BA01-B4EFB6C685E1}" srcOrd="0" destOrd="0" presId="urn:microsoft.com/office/officeart/2008/layout/LinedList"/>
    <dgm:cxn modelId="{170E0A80-D936-D547-94C5-570AC1082D21}" srcId="{D1D10F65-8C36-4800-AD9D-4A75930380A4}" destId="{EA05A323-1CD6-E844-BD1C-19A2225C0340}" srcOrd="2" destOrd="0" parTransId="{30E5782B-3D30-E84E-8B09-5F18CE4DBC15}" sibTransId="{A735D71C-2096-F344-B726-857D36F14FEB}"/>
    <dgm:cxn modelId="{7D1D3080-7900-4CC4-B4C0-BD39D5B7C3EE}" srcId="{C3CE8D9A-2F5F-E04C-AF81-B61DA3187B58}" destId="{D1D10F65-8C36-4800-AD9D-4A75930380A4}" srcOrd="1" destOrd="0" parTransId="{90F18EEC-639F-4363-B4CF-89223F0F6C38}" sibTransId="{99324C82-0C51-4B8E-B7FB-AB0EDB6CDB40}"/>
    <dgm:cxn modelId="{FA015F84-3A27-6341-B5E5-5AAABF15FCA7}" srcId="{A00DC1EC-B999-A640-8654-4E50ABDDE020}" destId="{C067AB59-C7C5-C74B-8B60-2FA743781E39}" srcOrd="0" destOrd="0" parTransId="{E4F708B6-A4DC-E54B-965A-6A91932F4F21}" sibTransId="{07AED4AD-A571-FA4C-8F60-2811AAEB8399}"/>
    <dgm:cxn modelId="{3E29948C-DFFC-AB42-9C68-F162D26487F0}" type="presOf" srcId="{A00DC1EC-B999-A640-8654-4E50ABDDE020}" destId="{9891002C-403A-A043-B663-E6FEB51C2557}" srcOrd="0" destOrd="0" presId="urn:microsoft.com/office/officeart/2008/layout/LinedList"/>
    <dgm:cxn modelId="{C36FE991-C046-254D-B645-ED7CD9E49D91}" srcId="{C3CE8D9A-2F5F-E04C-AF81-B61DA3187B58}" destId="{A00DC1EC-B999-A640-8654-4E50ABDDE020}" srcOrd="2" destOrd="0" parTransId="{C1FC985A-8FE8-944A-89F3-975B9C62D138}" sibTransId="{48BA50DD-A1B0-B142-8134-1733EC7E096A}"/>
    <dgm:cxn modelId="{DBA51B96-2BDF-C04D-8EE9-74101BC05F2E}" srcId="{A00DC1EC-B999-A640-8654-4E50ABDDE020}" destId="{D206AD7D-6FCF-BA4A-A881-D49C0A782FC3}" srcOrd="1" destOrd="0" parTransId="{2FAF4929-896A-4142-A9D4-FCF51F2A7AA6}" sibTransId="{948F4234-2DCD-C24A-ABA8-79BDA4601848}"/>
    <dgm:cxn modelId="{58BCC5C7-FCA9-1D45-B91A-2E90277F1164}" type="presOf" srcId="{2D50EED0-437B-1441-8B3B-81295EA238A9}" destId="{0FAAA673-A6AE-2E48-9396-AEC5BB305A0E}" srcOrd="0" destOrd="0" presId="urn:microsoft.com/office/officeart/2008/layout/LinedList"/>
    <dgm:cxn modelId="{3BDFFADE-29A9-481E-B58F-434B0C851ADE}" type="presOf" srcId="{4D7DCE72-F1C7-3648-B096-B3BF2FA1BA56}" destId="{F1E3A902-B27E-4D1E-9D62-838DBF77570E}" srcOrd="0" destOrd="0" presId="urn:microsoft.com/office/officeart/2008/layout/LinedList"/>
    <dgm:cxn modelId="{AFE1BFFD-BCE2-4B07-8778-349DF1D2A1BC}" type="presOf" srcId="{D206AD7D-6FCF-BA4A-A881-D49C0A782FC3}" destId="{70B24025-E2C6-417F-99E1-3AE2064C772D}" srcOrd="0" destOrd="0" presId="urn:microsoft.com/office/officeart/2008/layout/LinedList"/>
    <dgm:cxn modelId="{F847C799-CF4D-0742-BA1D-DB6A69BE9CAE}" type="presParOf" srcId="{A4615577-DB07-0E46-BAD9-752076C1E8EB}" destId="{A70494F9-BBC6-9B4D-ABE0-28B7062A7EEA}" srcOrd="0" destOrd="0" presId="urn:microsoft.com/office/officeart/2008/layout/LinedList"/>
    <dgm:cxn modelId="{3EBEC4A5-21B2-A747-A42E-41991220DD01}" type="presParOf" srcId="{A4615577-DB07-0E46-BAD9-752076C1E8EB}" destId="{4DE94855-2BF1-EB40-B090-FE0F9B4B301E}" srcOrd="1" destOrd="0" presId="urn:microsoft.com/office/officeart/2008/layout/LinedList"/>
    <dgm:cxn modelId="{C5497088-D00C-AD4C-8494-11AF8A09FCB0}" type="presParOf" srcId="{4DE94855-2BF1-EB40-B090-FE0F9B4B301E}" destId="{0FAAA673-A6AE-2E48-9396-AEC5BB305A0E}" srcOrd="0" destOrd="0" presId="urn:microsoft.com/office/officeart/2008/layout/LinedList"/>
    <dgm:cxn modelId="{E800DCED-F52F-284F-9329-D589974BEF18}" type="presParOf" srcId="{4DE94855-2BF1-EB40-B090-FE0F9B4B301E}" destId="{4D92E349-5F1C-414C-955E-416A7CFBF9E9}" srcOrd="1" destOrd="0" presId="urn:microsoft.com/office/officeart/2008/layout/LinedList"/>
    <dgm:cxn modelId="{4DB7B23E-B30F-4C81-8ACC-F20339733989}" type="presParOf" srcId="{A4615577-DB07-0E46-BAD9-752076C1E8EB}" destId="{4324E71C-51E4-4FFA-9638-472734009553}" srcOrd="2" destOrd="0" presId="urn:microsoft.com/office/officeart/2008/layout/LinedList"/>
    <dgm:cxn modelId="{5F89DA01-B92A-4DC0-9CEE-1F6FA1D40ECE}" type="presParOf" srcId="{A4615577-DB07-0E46-BAD9-752076C1E8EB}" destId="{35D4AF3C-4879-491B-8004-F3B88F6D9FB5}" srcOrd="3" destOrd="0" presId="urn:microsoft.com/office/officeart/2008/layout/LinedList"/>
    <dgm:cxn modelId="{F3D6BEA2-B2D9-4B81-A154-A2B392387994}" type="presParOf" srcId="{35D4AF3C-4879-491B-8004-F3B88F6D9FB5}" destId="{792A15AE-68CB-4B5E-A488-D8B2430819E0}" srcOrd="0" destOrd="0" presId="urn:microsoft.com/office/officeart/2008/layout/LinedList"/>
    <dgm:cxn modelId="{F7785119-16D5-4918-A11C-76CAE3186FCE}" type="presParOf" srcId="{35D4AF3C-4879-491B-8004-F3B88F6D9FB5}" destId="{162AB6D4-F395-4B55-9519-21B610CC0382}" srcOrd="1" destOrd="0" presId="urn:microsoft.com/office/officeart/2008/layout/LinedList"/>
    <dgm:cxn modelId="{B8EBD6DE-7A50-4C60-B506-ECD05FE59218}" type="presParOf" srcId="{162AB6D4-F395-4B55-9519-21B610CC0382}" destId="{412C8F4B-57E8-4EE2-95F4-7EAB16DF68B6}" srcOrd="0" destOrd="0" presId="urn:microsoft.com/office/officeart/2008/layout/LinedList"/>
    <dgm:cxn modelId="{956FD370-326D-4EB3-801A-A29C8A2FA36A}" type="presParOf" srcId="{162AB6D4-F395-4B55-9519-21B610CC0382}" destId="{706ACAA7-2B5D-4D39-81AB-5DAABC04EC1D}" srcOrd="1" destOrd="0" presId="urn:microsoft.com/office/officeart/2008/layout/LinedList"/>
    <dgm:cxn modelId="{A39098EB-962C-4166-8037-F95585B9F478}" type="presParOf" srcId="{706ACAA7-2B5D-4D39-81AB-5DAABC04EC1D}" destId="{3456CDB8-701B-42F1-87C2-C295CD1E48EE}" srcOrd="0" destOrd="0" presId="urn:microsoft.com/office/officeart/2008/layout/LinedList"/>
    <dgm:cxn modelId="{342403CE-B025-4D29-8793-EA37F41E586D}" type="presParOf" srcId="{706ACAA7-2B5D-4D39-81AB-5DAABC04EC1D}" destId="{520D1D2C-1114-41BF-8F7E-61F71B01A781}" srcOrd="1" destOrd="0" presId="urn:microsoft.com/office/officeart/2008/layout/LinedList"/>
    <dgm:cxn modelId="{25A3F28B-6CD7-4F31-890F-F8CF5F90629E}" type="presParOf" srcId="{706ACAA7-2B5D-4D39-81AB-5DAABC04EC1D}" destId="{D6DDDC7E-F1A5-4153-9143-0972F5C1698F}" srcOrd="2" destOrd="0" presId="urn:microsoft.com/office/officeart/2008/layout/LinedList"/>
    <dgm:cxn modelId="{4E8BB94C-449C-4BAA-89E5-7B4012CC296E}" type="presParOf" srcId="{162AB6D4-F395-4B55-9519-21B610CC0382}" destId="{0A0EB41C-54BD-4DBD-AE20-1F9966450DC3}" srcOrd="2" destOrd="0" presId="urn:microsoft.com/office/officeart/2008/layout/LinedList"/>
    <dgm:cxn modelId="{AB79C922-1D85-4408-9FB6-F8CFB8C36573}" type="presParOf" srcId="{162AB6D4-F395-4B55-9519-21B610CC0382}" destId="{BD1DC2FA-97F1-47D7-B64D-204FB692D739}" srcOrd="3" destOrd="0" presId="urn:microsoft.com/office/officeart/2008/layout/LinedList"/>
    <dgm:cxn modelId="{6F9AF466-E2B6-4D13-8F7D-DC885CC31B1D}" type="presParOf" srcId="{162AB6D4-F395-4B55-9519-21B610CC0382}" destId="{AA817BFD-CFD8-4863-BA21-FE68B817CC3C}" srcOrd="4" destOrd="0" presId="urn:microsoft.com/office/officeart/2008/layout/LinedList"/>
    <dgm:cxn modelId="{A4CC1812-D46A-48BC-9422-20B9EC6ECAAB}" type="presParOf" srcId="{AA817BFD-CFD8-4863-BA21-FE68B817CC3C}" destId="{BD57D683-A942-4221-A2F2-BB0CF711AC57}" srcOrd="0" destOrd="0" presId="urn:microsoft.com/office/officeart/2008/layout/LinedList"/>
    <dgm:cxn modelId="{5AA14EA0-0813-473C-8163-DCE2FD80C8FD}" type="presParOf" srcId="{AA817BFD-CFD8-4863-BA21-FE68B817CC3C}" destId="{F1E3A902-B27E-4D1E-9D62-838DBF77570E}" srcOrd="1" destOrd="0" presId="urn:microsoft.com/office/officeart/2008/layout/LinedList"/>
    <dgm:cxn modelId="{F341795B-4F8D-40FC-BB87-DB28B4CBE845}" type="presParOf" srcId="{AA817BFD-CFD8-4863-BA21-FE68B817CC3C}" destId="{4F138E20-5633-4DCC-BBC2-20DFBFC7868F}" srcOrd="2" destOrd="0" presId="urn:microsoft.com/office/officeart/2008/layout/LinedList"/>
    <dgm:cxn modelId="{60B4EA34-669B-44B0-849E-7820221DB9C4}" type="presParOf" srcId="{162AB6D4-F395-4B55-9519-21B610CC0382}" destId="{2B79C5B5-7045-4C8A-A0D3-ED34D320DACE}" srcOrd="5" destOrd="0" presId="urn:microsoft.com/office/officeart/2008/layout/LinedList"/>
    <dgm:cxn modelId="{7E569D0C-3428-435B-AF6F-5E8C383648C2}" type="presParOf" srcId="{162AB6D4-F395-4B55-9519-21B610CC0382}" destId="{8C3B0260-807F-409D-975C-EBFF816514C3}" srcOrd="6" destOrd="0" presId="urn:microsoft.com/office/officeart/2008/layout/LinedList"/>
    <dgm:cxn modelId="{8F968DE2-01A0-490A-A10A-5EF138830341}" type="presParOf" srcId="{162AB6D4-F395-4B55-9519-21B610CC0382}" destId="{DCC37064-A6D2-4A55-A252-3829429045E5}" srcOrd="7" destOrd="0" presId="urn:microsoft.com/office/officeart/2008/layout/LinedList"/>
    <dgm:cxn modelId="{F7599D3A-2E6E-4C65-9E0D-25F128761943}" type="presParOf" srcId="{DCC37064-A6D2-4A55-A252-3829429045E5}" destId="{AF620EF4-9246-40B0-95DD-0F97FD557889}" srcOrd="0" destOrd="0" presId="urn:microsoft.com/office/officeart/2008/layout/LinedList"/>
    <dgm:cxn modelId="{BCF95899-7917-4EDB-8FD2-FCB40A438ECB}" type="presParOf" srcId="{DCC37064-A6D2-4A55-A252-3829429045E5}" destId="{821592CB-BF1E-40A4-88FF-532C668728A8}" srcOrd="1" destOrd="0" presId="urn:microsoft.com/office/officeart/2008/layout/LinedList"/>
    <dgm:cxn modelId="{51DE40F6-3A87-480E-99D8-89C0632D8E40}" type="presParOf" srcId="{DCC37064-A6D2-4A55-A252-3829429045E5}" destId="{4A2BC687-FFD6-4EBF-9A58-5F5A5936D128}" srcOrd="2" destOrd="0" presId="urn:microsoft.com/office/officeart/2008/layout/LinedList"/>
    <dgm:cxn modelId="{ACEB100A-F77A-4DDF-BF04-639FA07CDC79}" type="presParOf" srcId="{162AB6D4-F395-4B55-9519-21B610CC0382}" destId="{AFB2C275-AEA0-46EA-8FAC-DEEB17253C42}" srcOrd="8" destOrd="0" presId="urn:microsoft.com/office/officeart/2008/layout/LinedList"/>
    <dgm:cxn modelId="{48D32097-7681-4FF5-B71E-2581D6375AB7}" type="presParOf" srcId="{162AB6D4-F395-4B55-9519-21B610CC0382}" destId="{B63F60B4-89E7-4E26-9559-C63693EDEACE}" srcOrd="9" destOrd="0" presId="urn:microsoft.com/office/officeart/2008/layout/LinedList"/>
    <dgm:cxn modelId="{35AF335E-5A39-7049-B788-36F0EF331E73}" type="presParOf" srcId="{A4615577-DB07-0E46-BAD9-752076C1E8EB}" destId="{B2F277F3-7CF1-994E-B28A-0B3155C31199}" srcOrd="4" destOrd="0" presId="urn:microsoft.com/office/officeart/2008/layout/LinedList"/>
    <dgm:cxn modelId="{5F47EFD6-2CBD-894E-8B6E-5A8B8B366D05}" type="presParOf" srcId="{A4615577-DB07-0E46-BAD9-752076C1E8EB}" destId="{0C40495D-3188-9E48-A89E-F64BB2F461F5}" srcOrd="5" destOrd="0" presId="urn:microsoft.com/office/officeart/2008/layout/LinedList"/>
    <dgm:cxn modelId="{E3857465-52FE-4043-A3F9-DA9E495DC241}" type="presParOf" srcId="{0C40495D-3188-9E48-A89E-F64BB2F461F5}" destId="{9891002C-403A-A043-B663-E6FEB51C2557}" srcOrd="0" destOrd="0" presId="urn:microsoft.com/office/officeart/2008/layout/LinedList"/>
    <dgm:cxn modelId="{A92C2B0F-4EC0-EE40-994C-464482B0D0DE}" type="presParOf" srcId="{0C40495D-3188-9E48-A89E-F64BB2F461F5}" destId="{84783DB1-8E64-8549-92F0-B23833CEE8B0}" srcOrd="1" destOrd="0" presId="urn:microsoft.com/office/officeart/2008/layout/LinedList"/>
    <dgm:cxn modelId="{EA0B3910-EB80-4029-B60B-20F24CE2843C}" type="presParOf" srcId="{84783DB1-8E64-8549-92F0-B23833CEE8B0}" destId="{7639A2F8-0310-4BED-B4BD-EAB6A5C40B77}" srcOrd="0" destOrd="0" presId="urn:microsoft.com/office/officeart/2008/layout/LinedList"/>
    <dgm:cxn modelId="{99DBFB21-0FC2-4CBA-BB47-36270808838D}" type="presParOf" srcId="{84783DB1-8E64-8549-92F0-B23833CEE8B0}" destId="{6A69390F-9BF9-4ABA-8159-EAF93506C37D}" srcOrd="1" destOrd="0" presId="urn:microsoft.com/office/officeart/2008/layout/LinedList"/>
    <dgm:cxn modelId="{E87F3EA4-77CE-4F0C-A375-D165481E49A8}" type="presParOf" srcId="{6A69390F-9BF9-4ABA-8159-EAF93506C37D}" destId="{80389192-84FD-488B-A175-87A5FB0572BA}" srcOrd="0" destOrd="0" presId="urn:microsoft.com/office/officeart/2008/layout/LinedList"/>
    <dgm:cxn modelId="{98F27296-CAFF-422A-B24C-47C3377364FE}" type="presParOf" srcId="{6A69390F-9BF9-4ABA-8159-EAF93506C37D}" destId="{CECABC1D-D0D2-4346-AB17-5BDF3AE0B320}" srcOrd="1" destOrd="0" presId="urn:microsoft.com/office/officeart/2008/layout/LinedList"/>
    <dgm:cxn modelId="{052522D8-E186-4A8F-8FE7-EA5F2E68B10F}" type="presParOf" srcId="{6A69390F-9BF9-4ABA-8159-EAF93506C37D}" destId="{C56FE37B-F98C-4D15-95CF-6DC56554B5B4}" srcOrd="2" destOrd="0" presId="urn:microsoft.com/office/officeart/2008/layout/LinedList"/>
    <dgm:cxn modelId="{7C9E3284-09F1-4CA9-82F8-E7DCFD250D0D}" type="presParOf" srcId="{84783DB1-8E64-8549-92F0-B23833CEE8B0}" destId="{5D84D3DB-F553-4712-A813-E34BD39795E9}" srcOrd="2" destOrd="0" presId="urn:microsoft.com/office/officeart/2008/layout/LinedList"/>
    <dgm:cxn modelId="{ECC376FD-6EF2-45B9-BD59-10867BC46682}" type="presParOf" srcId="{84783DB1-8E64-8549-92F0-B23833CEE8B0}" destId="{2128B8DA-3804-468D-B525-5F0093F85BA2}" srcOrd="3" destOrd="0" presId="urn:microsoft.com/office/officeart/2008/layout/LinedList"/>
    <dgm:cxn modelId="{48D72E68-5752-4B2B-9C23-189D22095748}" type="presParOf" srcId="{84783DB1-8E64-8549-92F0-B23833CEE8B0}" destId="{4F42B568-F39A-4181-8658-EC1C2143BBA0}" srcOrd="4" destOrd="0" presId="urn:microsoft.com/office/officeart/2008/layout/LinedList"/>
    <dgm:cxn modelId="{7B8AE250-CE81-48B4-9208-19C32DF7C56A}" type="presParOf" srcId="{4F42B568-F39A-4181-8658-EC1C2143BBA0}" destId="{4F8359BF-8C47-4A90-A343-AF5BDC5F9DE8}" srcOrd="0" destOrd="0" presId="urn:microsoft.com/office/officeart/2008/layout/LinedList"/>
    <dgm:cxn modelId="{0C28ACEF-4949-4BC4-8F57-81F3A45D35D3}" type="presParOf" srcId="{4F42B568-F39A-4181-8658-EC1C2143BBA0}" destId="{70B24025-E2C6-417F-99E1-3AE2064C772D}" srcOrd="1" destOrd="0" presId="urn:microsoft.com/office/officeart/2008/layout/LinedList"/>
    <dgm:cxn modelId="{E92263C1-B8F6-4C1D-9693-B108FE254198}" type="presParOf" srcId="{4F42B568-F39A-4181-8658-EC1C2143BBA0}" destId="{7CEB9B09-60D8-4882-A2D8-38EF68D5C19F}" srcOrd="2" destOrd="0" presId="urn:microsoft.com/office/officeart/2008/layout/LinedList"/>
    <dgm:cxn modelId="{21102A85-9357-401E-A673-0BF1CA8FA349}" type="presParOf" srcId="{84783DB1-8E64-8549-92F0-B23833CEE8B0}" destId="{5E350EE4-2D6A-4A16-A0FE-9FACA9074727}" srcOrd="5" destOrd="0" presId="urn:microsoft.com/office/officeart/2008/layout/LinedList"/>
    <dgm:cxn modelId="{9B609360-89AD-4D2E-BC1F-E6E995D442B6}" type="presParOf" srcId="{84783DB1-8E64-8549-92F0-B23833CEE8B0}" destId="{9BB5AFB5-07F7-4132-85A2-44E6D0516C88}" srcOrd="6" destOrd="0" presId="urn:microsoft.com/office/officeart/2008/layout/LinedList"/>
    <dgm:cxn modelId="{B47D9EEA-531A-408A-B090-E475DC65E74E}" type="presParOf" srcId="{84783DB1-8E64-8549-92F0-B23833CEE8B0}" destId="{CFD8E1A3-90D3-46A8-AE85-EB36E0237BB5}" srcOrd="7" destOrd="0" presId="urn:microsoft.com/office/officeart/2008/layout/LinedList"/>
    <dgm:cxn modelId="{1CBE25E4-EADF-4AAE-87EC-0BCA7409E3B2}" type="presParOf" srcId="{CFD8E1A3-90D3-46A8-AE85-EB36E0237BB5}" destId="{274EF02C-7D1A-409B-A859-EE71E535A688}" srcOrd="0" destOrd="0" presId="urn:microsoft.com/office/officeart/2008/layout/LinedList"/>
    <dgm:cxn modelId="{54B6A375-8841-450A-97F1-0DBCCB36C37E}" type="presParOf" srcId="{CFD8E1A3-90D3-46A8-AE85-EB36E0237BB5}" destId="{1AB85A7C-0FFD-4546-B83C-987E91EDF1C9}" srcOrd="1" destOrd="0" presId="urn:microsoft.com/office/officeart/2008/layout/LinedList"/>
    <dgm:cxn modelId="{7F9619CE-2F45-4ACE-ADA7-09AC737613F7}" type="presParOf" srcId="{CFD8E1A3-90D3-46A8-AE85-EB36E0237BB5}" destId="{6F7BAE7F-F22E-4343-8455-8D1D04AE6291}" srcOrd="2" destOrd="0" presId="urn:microsoft.com/office/officeart/2008/layout/LinedList"/>
    <dgm:cxn modelId="{FB008851-06D7-4855-A24F-22E0D73AB55F}" type="presParOf" srcId="{84783DB1-8E64-8549-92F0-B23833CEE8B0}" destId="{DF72560F-E95F-423D-A8FF-AAE8DAA00A74}" srcOrd="8" destOrd="0" presId="urn:microsoft.com/office/officeart/2008/layout/LinedList"/>
    <dgm:cxn modelId="{F864CF38-EDB0-4C21-B8CD-8F6468AED3AB}" type="presParOf" srcId="{84783DB1-8E64-8549-92F0-B23833CEE8B0}" destId="{D8D1CF1A-EF09-4022-8D03-FD002D4FE754}" srcOrd="9" destOrd="0" presId="urn:microsoft.com/office/officeart/2008/layout/LinedList"/>
    <dgm:cxn modelId="{FA6E8390-3117-4B0E-A8CD-C8525D3476EE}" type="presParOf" srcId="{84783DB1-8E64-8549-92F0-B23833CEE8B0}" destId="{00451E5C-D19E-4AC4-8C6F-60950BA475F2}" srcOrd="10" destOrd="0" presId="urn:microsoft.com/office/officeart/2008/layout/LinedList"/>
    <dgm:cxn modelId="{A1DC1013-3554-4925-8C05-0BA40D7B62CE}" type="presParOf" srcId="{00451E5C-D19E-4AC4-8C6F-60950BA475F2}" destId="{3C367370-E70B-40CC-9DCF-3FC0C33EDE1B}" srcOrd="0" destOrd="0" presId="urn:microsoft.com/office/officeart/2008/layout/LinedList"/>
    <dgm:cxn modelId="{5DEED33B-11D0-4E73-B9C5-AC7FE88CE993}" type="presParOf" srcId="{00451E5C-D19E-4AC4-8C6F-60950BA475F2}" destId="{EDBBCE88-88E0-4C06-BA01-B4EFB6C685E1}" srcOrd="1" destOrd="0" presId="urn:microsoft.com/office/officeart/2008/layout/LinedList"/>
    <dgm:cxn modelId="{13C1FCD6-38EA-422D-AE65-723CF6BA7FF9}" type="presParOf" srcId="{00451E5C-D19E-4AC4-8C6F-60950BA475F2}" destId="{5EA7847F-7A65-4DE6-AFB0-0784772E4EA1}" srcOrd="2" destOrd="0" presId="urn:microsoft.com/office/officeart/2008/layout/LinedList"/>
    <dgm:cxn modelId="{36F58C88-C89C-4347-A57A-4CC7FDCF4B52}" type="presParOf" srcId="{84783DB1-8E64-8549-92F0-B23833CEE8B0}" destId="{22FFB06E-FF71-449B-9AA1-BDA4A6D85DF8}" srcOrd="11" destOrd="0" presId="urn:microsoft.com/office/officeart/2008/layout/LinedList"/>
    <dgm:cxn modelId="{8343C662-277E-438C-9E8E-2477EFCDC4EE}" type="presParOf" srcId="{84783DB1-8E64-8549-92F0-B23833CEE8B0}" destId="{D29BEB5B-2E19-4BA8-823B-ABEF6ECE6E88}" srcOrd="12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34ECC4CC-C8AB-4611-9845-78775C026179}" type="doc">
      <dgm:prSet loTypeId="urn:microsoft.com/office/officeart/2005/8/layout/cycle3" loCatId="cycle" qsTypeId="urn:microsoft.com/office/officeart/2005/8/quickstyle/3d2" qsCatId="3D" csTypeId="urn:microsoft.com/office/officeart/2005/8/colors/colorful1" csCatId="colorful" phldr="1"/>
      <dgm:spPr/>
      <dgm:t>
        <a:bodyPr/>
        <a:lstStyle/>
        <a:p>
          <a:endParaRPr lang="es-ES_tradnl"/>
        </a:p>
      </dgm:t>
    </dgm:pt>
    <dgm:pt modelId="{DE117E4F-72C1-4ADD-B14C-DF55DBEEF3D2}">
      <dgm:prSet phldrT="[Texto]"/>
      <dgm:spPr/>
      <dgm:t>
        <a:bodyPr/>
        <a:lstStyle/>
        <a:p>
          <a:r>
            <a:rPr lang="es-ES_tradnl" dirty="0"/>
            <a:t>Planificar</a:t>
          </a:r>
        </a:p>
      </dgm:t>
    </dgm:pt>
    <dgm:pt modelId="{A34F0A3E-439A-44DA-AFCF-47EFE137B7DA}" type="parTrans" cxnId="{BCDD50C0-0941-43E6-8446-3A5071E00B66}">
      <dgm:prSet/>
      <dgm:spPr/>
      <dgm:t>
        <a:bodyPr/>
        <a:lstStyle/>
        <a:p>
          <a:endParaRPr lang="es-ES_tradnl"/>
        </a:p>
      </dgm:t>
    </dgm:pt>
    <dgm:pt modelId="{FFEA7316-2CA0-472C-9B2F-C313AAC60F85}" type="sibTrans" cxnId="{BCDD50C0-0941-43E6-8446-3A5071E00B66}">
      <dgm:prSet/>
      <dgm:spPr/>
      <dgm:t>
        <a:bodyPr/>
        <a:lstStyle/>
        <a:p>
          <a:endParaRPr lang="es-ES_tradnl"/>
        </a:p>
      </dgm:t>
    </dgm:pt>
    <dgm:pt modelId="{DCA48B4A-39D6-4920-BBA3-57557D0BD85C}">
      <dgm:prSet phldrT="[Texto]"/>
      <dgm:spPr/>
      <dgm:t>
        <a:bodyPr/>
        <a:lstStyle/>
        <a:p>
          <a:r>
            <a:rPr lang="es-ES_tradnl" dirty="0"/>
            <a:t>Hacer</a:t>
          </a:r>
        </a:p>
      </dgm:t>
    </dgm:pt>
    <dgm:pt modelId="{D1EC3635-A97F-473E-84B4-AC2A43450AA1}" type="parTrans" cxnId="{19ACE157-4F8E-4748-AA31-D878FE6D13A7}">
      <dgm:prSet/>
      <dgm:spPr/>
      <dgm:t>
        <a:bodyPr/>
        <a:lstStyle/>
        <a:p>
          <a:endParaRPr lang="es-ES_tradnl"/>
        </a:p>
      </dgm:t>
    </dgm:pt>
    <dgm:pt modelId="{6A6D276A-C01D-4C6F-9EF1-30A3A15AA5D3}" type="sibTrans" cxnId="{19ACE157-4F8E-4748-AA31-D878FE6D13A7}">
      <dgm:prSet/>
      <dgm:spPr/>
      <dgm:t>
        <a:bodyPr/>
        <a:lstStyle/>
        <a:p>
          <a:endParaRPr lang="es-ES_tradnl"/>
        </a:p>
      </dgm:t>
    </dgm:pt>
    <dgm:pt modelId="{BCABFC7F-6CBB-4135-9B91-0270C09D85C9}">
      <dgm:prSet phldrT="[Texto]"/>
      <dgm:spPr/>
      <dgm:t>
        <a:bodyPr/>
        <a:lstStyle/>
        <a:p>
          <a:r>
            <a:rPr lang="es-ES_tradnl" dirty="0"/>
            <a:t>Monitorizar</a:t>
          </a:r>
        </a:p>
      </dgm:t>
    </dgm:pt>
    <dgm:pt modelId="{8B96F567-57BC-4635-A70B-E5676EC73AAC}" type="parTrans" cxnId="{CC17078F-BA99-4715-ACA0-C7840B262F24}">
      <dgm:prSet/>
      <dgm:spPr/>
      <dgm:t>
        <a:bodyPr/>
        <a:lstStyle/>
        <a:p>
          <a:endParaRPr lang="es-ES_tradnl"/>
        </a:p>
      </dgm:t>
    </dgm:pt>
    <dgm:pt modelId="{8C94BB29-6215-495A-994C-2842E78D7B09}" type="sibTrans" cxnId="{CC17078F-BA99-4715-ACA0-C7840B262F24}">
      <dgm:prSet/>
      <dgm:spPr/>
      <dgm:t>
        <a:bodyPr/>
        <a:lstStyle/>
        <a:p>
          <a:endParaRPr lang="es-ES_tradnl"/>
        </a:p>
      </dgm:t>
    </dgm:pt>
    <dgm:pt modelId="{A827AA8E-9589-4F8E-896B-D66279501BD4}">
      <dgm:prSet phldrT="[Texto]"/>
      <dgm:spPr/>
      <dgm:t>
        <a:bodyPr/>
        <a:lstStyle/>
        <a:p>
          <a:r>
            <a:rPr lang="es-ES_tradnl" dirty="0"/>
            <a:t>Actuar</a:t>
          </a:r>
        </a:p>
      </dgm:t>
    </dgm:pt>
    <dgm:pt modelId="{07E03627-5A00-42F7-B726-0C83CE4FA182}" type="parTrans" cxnId="{9CA3808F-54C4-41C2-A608-78AF944191E0}">
      <dgm:prSet/>
      <dgm:spPr/>
      <dgm:t>
        <a:bodyPr/>
        <a:lstStyle/>
        <a:p>
          <a:endParaRPr lang="es-ES_tradnl"/>
        </a:p>
      </dgm:t>
    </dgm:pt>
    <dgm:pt modelId="{455007BE-0A8A-441A-9B2F-B0347C473FF9}" type="sibTrans" cxnId="{9CA3808F-54C4-41C2-A608-78AF944191E0}">
      <dgm:prSet/>
      <dgm:spPr/>
      <dgm:t>
        <a:bodyPr/>
        <a:lstStyle/>
        <a:p>
          <a:endParaRPr lang="es-ES_tradnl"/>
        </a:p>
      </dgm:t>
    </dgm:pt>
    <dgm:pt modelId="{FA5F126C-4D00-4FEC-B71B-FD2F96F9B79C}" type="pres">
      <dgm:prSet presAssocID="{34ECC4CC-C8AB-4611-9845-78775C026179}" presName="Name0" presStyleCnt="0">
        <dgm:presLayoutVars>
          <dgm:dir/>
          <dgm:resizeHandles val="exact"/>
        </dgm:presLayoutVars>
      </dgm:prSet>
      <dgm:spPr/>
    </dgm:pt>
    <dgm:pt modelId="{3231BC53-D8ED-4AF2-9C1B-A88E977657A8}" type="pres">
      <dgm:prSet presAssocID="{34ECC4CC-C8AB-4611-9845-78775C026179}" presName="cycle" presStyleCnt="0"/>
      <dgm:spPr/>
    </dgm:pt>
    <dgm:pt modelId="{8DE2072A-129D-4ED2-A2EA-4835686120E4}" type="pres">
      <dgm:prSet presAssocID="{DE117E4F-72C1-4ADD-B14C-DF55DBEEF3D2}" presName="nodeFirstNode" presStyleLbl="node1" presStyleIdx="0" presStyleCnt="4" custRadScaleRad="100094" custRadScaleInc="0">
        <dgm:presLayoutVars>
          <dgm:bulletEnabled val="1"/>
        </dgm:presLayoutVars>
      </dgm:prSet>
      <dgm:spPr/>
    </dgm:pt>
    <dgm:pt modelId="{7729D2EE-F3F5-4947-BAD3-F992910D4A8A}" type="pres">
      <dgm:prSet presAssocID="{FFEA7316-2CA0-472C-9B2F-C313AAC60F85}" presName="sibTransFirstNode" presStyleLbl="bgShp" presStyleIdx="0" presStyleCnt="1"/>
      <dgm:spPr/>
    </dgm:pt>
    <dgm:pt modelId="{44F1A0CC-49C9-4B0C-B459-27C6274EBE93}" type="pres">
      <dgm:prSet presAssocID="{DCA48B4A-39D6-4920-BBA3-57557D0BD85C}" presName="nodeFollowingNodes" presStyleLbl="node1" presStyleIdx="1" presStyleCnt="4">
        <dgm:presLayoutVars>
          <dgm:bulletEnabled val="1"/>
        </dgm:presLayoutVars>
      </dgm:prSet>
      <dgm:spPr/>
    </dgm:pt>
    <dgm:pt modelId="{058EDF98-D69D-4850-A7EE-7423CED16A92}" type="pres">
      <dgm:prSet presAssocID="{BCABFC7F-6CBB-4135-9B91-0270C09D85C9}" presName="nodeFollowingNodes" presStyleLbl="node1" presStyleIdx="2" presStyleCnt="4">
        <dgm:presLayoutVars>
          <dgm:bulletEnabled val="1"/>
        </dgm:presLayoutVars>
      </dgm:prSet>
      <dgm:spPr/>
    </dgm:pt>
    <dgm:pt modelId="{38068B84-2D50-4738-AAA8-AE29F2F9B2DC}" type="pres">
      <dgm:prSet presAssocID="{A827AA8E-9589-4F8E-896B-D66279501BD4}" presName="nodeFollowingNodes" presStyleLbl="node1" presStyleIdx="3" presStyleCnt="4">
        <dgm:presLayoutVars>
          <dgm:bulletEnabled val="1"/>
        </dgm:presLayoutVars>
      </dgm:prSet>
      <dgm:spPr/>
    </dgm:pt>
  </dgm:ptLst>
  <dgm:cxnLst>
    <dgm:cxn modelId="{6FCA4B2C-C9B7-48F7-B9F6-DD8DC21C2080}" type="presOf" srcId="{34ECC4CC-C8AB-4611-9845-78775C026179}" destId="{FA5F126C-4D00-4FEC-B71B-FD2F96F9B79C}" srcOrd="0" destOrd="0" presId="urn:microsoft.com/office/officeart/2005/8/layout/cycle3"/>
    <dgm:cxn modelId="{0A60A561-6624-469A-B10B-F8423FBFC097}" type="presOf" srcId="{DE117E4F-72C1-4ADD-B14C-DF55DBEEF3D2}" destId="{8DE2072A-129D-4ED2-A2EA-4835686120E4}" srcOrd="0" destOrd="0" presId="urn:microsoft.com/office/officeart/2005/8/layout/cycle3"/>
    <dgm:cxn modelId="{19ACE157-4F8E-4748-AA31-D878FE6D13A7}" srcId="{34ECC4CC-C8AB-4611-9845-78775C026179}" destId="{DCA48B4A-39D6-4920-BBA3-57557D0BD85C}" srcOrd="1" destOrd="0" parTransId="{D1EC3635-A97F-473E-84B4-AC2A43450AA1}" sibTransId="{6A6D276A-C01D-4C6F-9EF1-30A3A15AA5D3}"/>
    <dgm:cxn modelId="{AB3A2D7B-BFB6-4AA0-ADEA-38804E1BB66A}" type="presOf" srcId="{DCA48B4A-39D6-4920-BBA3-57557D0BD85C}" destId="{44F1A0CC-49C9-4B0C-B459-27C6274EBE93}" srcOrd="0" destOrd="0" presId="urn:microsoft.com/office/officeart/2005/8/layout/cycle3"/>
    <dgm:cxn modelId="{CC17078F-BA99-4715-ACA0-C7840B262F24}" srcId="{34ECC4CC-C8AB-4611-9845-78775C026179}" destId="{BCABFC7F-6CBB-4135-9B91-0270C09D85C9}" srcOrd="2" destOrd="0" parTransId="{8B96F567-57BC-4635-A70B-E5676EC73AAC}" sibTransId="{8C94BB29-6215-495A-994C-2842E78D7B09}"/>
    <dgm:cxn modelId="{9CA3808F-54C4-41C2-A608-78AF944191E0}" srcId="{34ECC4CC-C8AB-4611-9845-78775C026179}" destId="{A827AA8E-9589-4F8E-896B-D66279501BD4}" srcOrd="3" destOrd="0" parTransId="{07E03627-5A00-42F7-B726-0C83CE4FA182}" sibTransId="{455007BE-0A8A-441A-9B2F-B0347C473FF9}"/>
    <dgm:cxn modelId="{BCDD50C0-0941-43E6-8446-3A5071E00B66}" srcId="{34ECC4CC-C8AB-4611-9845-78775C026179}" destId="{DE117E4F-72C1-4ADD-B14C-DF55DBEEF3D2}" srcOrd="0" destOrd="0" parTransId="{A34F0A3E-439A-44DA-AFCF-47EFE137B7DA}" sibTransId="{FFEA7316-2CA0-472C-9B2F-C313AAC60F85}"/>
    <dgm:cxn modelId="{017A55C0-554C-4903-9AEE-18F167EE380A}" type="presOf" srcId="{BCABFC7F-6CBB-4135-9B91-0270C09D85C9}" destId="{058EDF98-D69D-4850-A7EE-7423CED16A92}" srcOrd="0" destOrd="0" presId="urn:microsoft.com/office/officeart/2005/8/layout/cycle3"/>
    <dgm:cxn modelId="{33C095CD-F6D2-43D7-A6E3-5D82C2F028B6}" type="presOf" srcId="{A827AA8E-9589-4F8E-896B-D66279501BD4}" destId="{38068B84-2D50-4738-AAA8-AE29F2F9B2DC}" srcOrd="0" destOrd="0" presId="urn:microsoft.com/office/officeart/2005/8/layout/cycle3"/>
    <dgm:cxn modelId="{6764DAD2-6A76-4C95-A1ED-BB6B4782A657}" type="presOf" srcId="{FFEA7316-2CA0-472C-9B2F-C313AAC60F85}" destId="{7729D2EE-F3F5-4947-BAD3-F992910D4A8A}" srcOrd="0" destOrd="0" presId="urn:microsoft.com/office/officeart/2005/8/layout/cycle3"/>
    <dgm:cxn modelId="{5C658E24-23FA-4698-A4DF-4892B9E44804}" type="presParOf" srcId="{FA5F126C-4D00-4FEC-B71B-FD2F96F9B79C}" destId="{3231BC53-D8ED-4AF2-9C1B-A88E977657A8}" srcOrd="0" destOrd="0" presId="urn:microsoft.com/office/officeart/2005/8/layout/cycle3"/>
    <dgm:cxn modelId="{8D60A14F-44FC-42E2-BD8D-246EAEEB1F71}" type="presParOf" srcId="{3231BC53-D8ED-4AF2-9C1B-A88E977657A8}" destId="{8DE2072A-129D-4ED2-A2EA-4835686120E4}" srcOrd="0" destOrd="0" presId="urn:microsoft.com/office/officeart/2005/8/layout/cycle3"/>
    <dgm:cxn modelId="{15EEA600-7FAE-4702-8715-1D7D58FD2248}" type="presParOf" srcId="{3231BC53-D8ED-4AF2-9C1B-A88E977657A8}" destId="{7729D2EE-F3F5-4947-BAD3-F992910D4A8A}" srcOrd="1" destOrd="0" presId="urn:microsoft.com/office/officeart/2005/8/layout/cycle3"/>
    <dgm:cxn modelId="{C1A2CD09-2541-4A64-BBE1-D3F2762B94FC}" type="presParOf" srcId="{3231BC53-D8ED-4AF2-9C1B-A88E977657A8}" destId="{44F1A0CC-49C9-4B0C-B459-27C6274EBE93}" srcOrd="2" destOrd="0" presId="urn:microsoft.com/office/officeart/2005/8/layout/cycle3"/>
    <dgm:cxn modelId="{C3F2FB75-5D2D-4A7F-AD0C-2155EC6367B9}" type="presParOf" srcId="{3231BC53-D8ED-4AF2-9C1B-A88E977657A8}" destId="{058EDF98-D69D-4850-A7EE-7423CED16A92}" srcOrd="3" destOrd="0" presId="urn:microsoft.com/office/officeart/2005/8/layout/cycle3"/>
    <dgm:cxn modelId="{4D52C265-8E86-405C-8325-4625A012551E}" type="presParOf" srcId="{3231BC53-D8ED-4AF2-9C1B-A88E977657A8}" destId="{38068B84-2D50-4738-AAA8-AE29F2F9B2DC}" srcOrd="4" destOrd="0" presId="urn:microsoft.com/office/officeart/2005/8/layout/cycle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C3CE8D9A-2F5F-E04C-AF81-B61DA3187B58}" type="doc">
      <dgm:prSet loTypeId="urn:microsoft.com/office/officeart/2008/layout/LinedList" loCatId="" qsTypeId="urn:microsoft.com/office/officeart/2005/8/quickstyle/simple3" qsCatId="simple" csTypeId="urn:microsoft.com/office/officeart/2005/8/colors/colorful3" csCatId="colorful" phldr="1"/>
      <dgm:spPr/>
      <dgm:t>
        <a:bodyPr/>
        <a:lstStyle/>
        <a:p>
          <a:endParaRPr lang="es-ES"/>
        </a:p>
      </dgm:t>
    </dgm:pt>
    <dgm:pt modelId="{2D50EED0-437B-1441-8B3B-81295EA238A9}">
      <dgm:prSet phldrT="[Texto]"/>
      <dgm:spPr/>
      <dgm:t>
        <a:bodyPr/>
        <a:lstStyle/>
        <a:p>
          <a:r>
            <a:rPr lang="es-ES" dirty="0"/>
            <a:t>Introducción</a:t>
          </a:r>
        </a:p>
      </dgm:t>
    </dgm:pt>
    <dgm:pt modelId="{A6EDC655-C7CF-5442-9A95-DD52945DD4C2}" type="parTrans" cxnId="{A6D8CB4F-A1A9-2F46-90C6-E855915DE40A}">
      <dgm:prSet/>
      <dgm:spPr/>
      <dgm:t>
        <a:bodyPr/>
        <a:lstStyle/>
        <a:p>
          <a:endParaRPr lang="es-ES"/>
        </a:p>
      </dgm:t>
    </dgm:pt>
    <dgm:pt modelId="{12B35025-375E-9C48-AEA1-E8FB9BD8A8AD}" type="sibTrans" cxnId="{A6D8CB4F-A1A9-2F46-90C6-E855915DE40A}">
      <dgm:prSet/>
      <dgm:spPr/>
      <dgm:t>
        <a:bodyPr/>
        <a:lstStyle/>
        <a:p>
          <a:endParaRPr lang="es-ES"/>
        </a:p>
      </dgm:t>
    </dgm:pt>
    <dgm:pt modelId="{9C0C5B6B-88B0-0644-95CC-DA013289C236}">
      <dgm:prSet phldrT="[Texto]"/>
      <dgm:spPr/>
      <dgm:t>
        <a:bodyPr/>
        <a:lstStyle/>
        <a:p>
          <a:r>
            <a:rPr lang="es-ES" dirty="0"/>
            <a:t>Planificación de la calidad</a:t>
          </a:r>
        </a:p>
      </dgm:t>
    </dgm:pt>
    <dgm:pt modelId="{B8FBE750-BA08-3745-BDB2-8DE244854305}" type="parTrans" cxnId="{B913582A-C51A-7948-8CD7-0EAADAC6E1E7}">
      <dgm:prSet/>
      <dgm:spPr/>
      <dgm:t>
        <a:bodyPr/>
        <a:lstStyle/>
        <a:p>
          <a:endParaRPr lang="es-ES"/>
        </a:p>
      </dgm:t>
    </dgm:pt>
    <dgm:pt modelId="{7720ED4A-2659-4441-8B8A-B12AAECACA03}" type="sibTrans" cxnId="{B913582A-C51A-7948-8CD7-0EAADAC6E1E7}">
      <dgm:prSet/>
      <dgm:spPr/>
      <dgm:t>
        <a:bodyPr/>
        <a:lstStyle/>
        <a:p>
          <a:endParaRPr lang="es-ES"/>
        </a:p>
      </dgm:t>
    </dgm:pt>
    <dgm:pt modelId="{4D7DCE72-F1C7-3648-B096-B3BF2FA1BA56}">
      <dgm:prSet phldrT="[Texto]"/>
      <dgm:spPr/>
      <dgm:t>
        <a:bodyPr/>
        <a:lstStyle/>
        <a:p>
          <a:r>
            <a:rPr lang="es-ES" dirty="0"/>
            <a:t>Realizar el aseguramiento</a:t>
          </a:r>
          <a:r>
            <a:rPr lang="es-ES" baseline="0" dirty="0"/>
            <a:t> de la calidad</a:t>
          </a:r>
          <a:endParaRPr lang="es-ES" dirty="0"/>
        </a:p>
      </dgm:t>
    </dgm:pt>
    <dgm:pt modelId="{4130B51B-54F0-CE46-A291-A4358F1F6F5A}" type="parTrans" cxnId="{CEF75630-A106-2C4A-813E-06273EBC269D}">
      <dgm:prSet/>
      <dgm:spPr/>
      <dgm:t>
        <a:bodyPr/>
        <a:lstStyle/>
        <a:p>
          <a:endParaRPr lang="es-ES"/>
        </a:p>
      </dgm:t>
    </dgm:pt>
    <dgm:pt modelId="{44AA0FEF-23B0-9044-91B0-9D01CCB0457B}" type="sibTrans" cxnId="{CEF75630-A106-2C4A-813E-06273EBC269D}">
      <dgm:prSet/>
      <dgm:spPr/>
      <dgm:t>
        <a:bodyPr/>
        <a:lstStyle/>
        <a:p>
          <a:endParaRPr lang="es-ES"/>
        </a:p>
      </dgm:t>
    </dgm:pt>
    <dgm:pt modelId="{EA05A323-1CD6-E844-BD1C-19A2225C0340}">
      <dgm:prSet phldrT="[Texto]"/>
      <dgm:spPr/>
      <dgm:t>
        <a:bodyPr/>
        <a:lstStyle/>
        <a:p>
          <a:r>
            <a:rPr lang="es-ES" dirty="0"/>
            <a:t>Controlar</a:t>
          </a:r>
          <a:r>
            <a:rPr lang="es-ES" baseline="0" dirty="0"/>
            <a:t> la calidad</a:t>
          </a:r>
          <a:endParaRPr lang="es-ES" dirty="0"/>
        </a:p>
      </dgm:t>
    </dgm:pt>
    <dgm:pt modelId="{30E5782B-3D30-E84E-8B09-5F18CE4DBC15}" type="parTrans" cxnId="{170E0A80-D936-D547-94C5-570AC1082D21}">
      <dgm:prSet/>
      <dgm:spPr/>
      <dgm:t>
        <a:bodyPr/>
        <a:lstStyle/>
        <a:p>
          <a:endParaRPr lang="es-ES"/>
        </a:p>
      </dgm:t>
    </dgm:pt>
    <dgm:pt modelId="{A735D71C-2096-F344-B726-857D36F14FEB}" type="sibTrans" cxnId="{170E0A80-D936-D547-94C5-570AC1082D21}">
      <dgm:prSet/>
      <dgm:spPr/>
      <dgm:t>
        <a:bodyPr/>
        <a:lstStyle/>
        <a:p>
          <a:endParaRPr lang="es-ES"/>
        </a:p>
      </dgm:t>
    </dgm:pt>
    <dgm:pt modelId="{A00DC1EC-B999-A640-8654-4E50ABDDE020}">
      <dgm:prSet phldrT="[Texto]"/>
      <dgm:spPr/>
      <dgm:t>
        <a:bodyPr/>
        <a:lstStyle/>
        <a:p>
          <a:r>
            <a:rPr lang="es-ES" dirty="0"/>
            <a:t>Recursos Humanos</a:t>
          </a:r>
        </a:p>
      </dgm:t>
    </dgm:pt>
    <dgm:pt modelId="{C1FC985A-8FE8-944A-89F3-975B9C62D138}" type="parTrans" cxnId="{C36FE991-C046-254D-B645-ED7CD9E49D91}">
      <dgm:prSet/>
      <dgm:spPr/>
      <dgm:t>
        <a:bodyPr/>
        <a:lstStyle/>
        <a:p>
          <a:endParaRPr lang="es-ES"/>
        </a:p>
      </dgm:t>
    </dgm:pt>
    <dgm:pt modelId="{48BA50DD-A1B0-B142-8134-1733EC7E096A}" type="sibTrans" cxnId="{C36FE991-C046-254D-B645-ED7CD9E49D91}">
      <dgm:prSet/>
      <dgm:spPr/>
      <dgm:t>
        <a:bodyPr/>
        <a:lstStyle/>
        <a:p>
          <a:endParaRPr lang="es-ES"/>
        </a:p>
      </dgm:t>
    </dgm:pt>
    <dgm:pt modelId="{C067AB59-C7C5-C74B-8B60-2FA743781E39}">
      <dgm:prSet phldrT="[Texto]"/>
      <dgm:spPr/>
      <dgm:t>
        <a:bodyPr/>
        <a:lstStyle/>
        <a:p>
          <a:r>
            <a:rPr lang="es-ES" dirty="0"/>
            <a:t>Planificación de los RRHH</a:t>
          </a:r>
        </a:p>
      </dgm:t>
    </dgm:pt>
    <dgm:pt modelId="{E4F708B6-A4DC-E54B-965A-6A91932F4F21}" type="parTrans" cxnId="{FA015F84-3A27-6341-B5E5-5AAABF15FCA7}">
      <dgm:prSet/>
      <dgm:spPr/>
      <dgm:t>
        <a:bodyPr/>
        <a:lstStyle/>
        <a:p>
          <a:endParaRPr lang="es-ES"/>
        </a:p>
      </dgm:t>
    </dgm:pt>
    <dgm:pt modelId="{07AED4AD-A571-FA4C-8F60-2811AAEB8399}" type="sibTrans" cxnId="{FA015F84-3A27-6341-B5E5-5AAABF15FCA7}">
      <dgm:prSet/>
      <dgm:spPr/>
      <dgm:t>
        <a:bodyPr/>
        <a:lstStyle/>
        <a:p>
          <a:endParaRPr lang="es-ES"/>
        </a:p>
      </dgm:t>
    </dgm:pt>
    <dgm:pt modelId="{D206AD7D-6FCF-BA4A-A881-D49C0A782FC3}">
      <dgm:prSet phldrT="[Texto]"/>
      <dgm:spPr/>
      <dgm:t>
        <a:bodyPr/>
        <a:lstStyle/>
        <a:p>
          <a:r>
            <a:rPr lang="es-ES" dirty="0"/>
            <a:t>Adquirir el equipo de trabajo</a:t>
          </a:r>
        </a:p>
      </dgm:t>
    </dgm:pt>
    <dgm:pt modelId="{2FAF4929-896A-4142-A9D4-FCF51F2A7AA6}" type="parTrans" cxnId="{DBA51B96-2BDF-C04D-8EE9-74101BC05F2E}">
      <dgm:prSet/>
      <dgm:spPr/>
      <dgm:t>
        <a:bodyPr/>
        <a:lstStyle/>
        <a:p>
          <a:endParaRPr lang="es-ES"/>
        </a:p>
      </dgm:t>
    </dgm:pt>
    <dgm:pt modelId="{948F4234-2DCD-C24A-ABA8-79BDA4601848}" type="sibTrans" cxnId="{DBA51B96-2BDF-C04D-8EE9-74101BC05F2E}">
      <dgm:prSet/>
      <dgm:spPr/>
      <dgm:t>
        <a:bodyPr/>
        <a:lstStyle/>
        <a:p>
          <a:endParaRPr lang="es-ES"/>
        </a:p>
      </dgm:t>
    </dgm:pt>
    <dgm:pt modelId="{D1D10F65-8C36-4800-AD9D-4A75930380A4}">
      <dgm:prSet phldrT="[Texto]"/>
      <dgm:spPr/>
      <dgm:t>
        <a:bodyPr/>
        <a:lstStyle/>
        <a:p>
          <a:r>
            <a:rPr lang="es-ES" dirty="0"/>
            <a:t>Calidad</a:t>
          </a:r>
        </a:p>
      </dgm:t>
    </dgm:pt>
    <dgm:pt modelId="{90F18EEC-639F-4363-B4CF-89223F0F6C38}" type="parTrans" cxnId="{7D1D3080-7900-4CC4-B4C0-BD39D5B7C3EE}">
      <dgm:prSet/>
      <dgm:spPr/>
      <dgm:t>
        <a:bodyPr/>
        <a:lstStyle/>
        <a:p>
          <a:endParaRPr lang="es-ES_tradnl"/>
        </a:p>
      </dgm:t>
    </dgm:pt>
    <dgm:pt modelId="{99324C82-0C51-4B8E-B7FB-AB0EDB6CDB40}" type="sibTrans" cxnId="{7D1D3080-7900-4CC4-B4C0-BD39D5B7C3EE}">
      <dgm:prSet/>
      <dgm:spPr/>
      <dgm:t>
        <a:bodyPr/>
        <a:lstStyle/>
        <a:p>
          <a:endParaRPr lang="es-ES_tradnl"/>
        </a:p>
      </dgm:t>
    </dgm:pt>
    <dgm:pt modelId="{3440283F-7B94-41E1-A678-109BA5967928}">
      <dgm:prSet phldrT="[Texto]"/>
      <dgm:spPr/>
      <dgm:t>
        <a:bodyPr/>
        <a:lstStyle/>
        <a:p>
          <a:r>
            <a:rPr lang="es-ES" dirty="0"/>
            <a:t>Desarrollar el equipo del proyecto</a:t>
          </a:r>
        </a:p>
      </dgm:t>
    </dgm:pt>
    <dgm:pt modelId="{620191C0-423A-4FE9-A4F1-5C5D36C0C76E}" type="parTrans" cxnId="{2B3AB939-F741-4B55-BCEC-AC60F4C0DC14}">
      <dgm:prSet/>
      <dgm:spPr/>
      <dgm:t>
        <a:bodyPr/>
        <a:lstStyle/>
        <a:p>
          <a:endParaRPr lang="es-ES_tradnl"/>
        </a:p>
      </dgm:t>
    </dgm:pt>
    <dgm:pt modelId="{23C99D01-59D4-4C59-997C-A7CC57B9FF58}" type="sibTrans" cxnId="{2B3AB939-F741-4B55-BCEC-AC60F4C0DC14}">
      <dgm:prSet/>
      <dgm:spPr/>
      <dgm:t>
        <a:bodyPr/>
        <a:lstStyle/>
        <a:p>
          <a:endParaRPr lang="es-ES_tradnl"/>
        </a:p>
      </dgm:t>
    </dgm:pt>
    <dgm:pt modelId="{5B536FDF-F2F3-4D05-AF9A-89E79C92380B}">
      <dgm:prSet phldrT="[Texto]"/>
      <dgm:spPr/>
      <dgm:t>
        <a:bodyPr/>
        <a:lstStyle/>
        <a:p>
          <a:r>
            <a:rPr lang="es-ES" dirty="0"/>
            <a:t>Dirigir el equipo del proyecto</a:t>
          </a:r>
        </a:p>
      </dgm:t>
    </dgm:pt>
    <dgm:pt modelId="{56E7C592-F553-41EA-A0F8-EBF440BF702D}" type="parTrans" cxnId="{366F432C-1A26-4011-8836-F1CB5F23632D}">
      <dgm:prSet/>
      <dgm:spPr/>
      <dgm:t>
        <a:bodyPr/>
        <a:lstStyle/>
        <a:p>
          <a:endParaRPr lang="es-ES_tradnl"/>
        </a:p>
      </dgm:t>
    </dgm:pt>
    <dgm:pt modelId="{3DAEA229-1474-4E45-A55F-BA78088D2142}" type="sibTrans" cxnId="{366F432C-1A26-4011-8836-F1CB5F23632D}">
      <dgm:prSet/>
      <dgm:spPr/>
      <dgm:t>
        <a:bodyPr/>
        <a:lstStyle/>
        <a:p>
          <a:endParaRPr lang="es-ES_tradnl"/>
        </a:p>
      </dgm:t>
    </dgm:pt>
    <dgm:pt modelId="{A4615577-DB07-0E46-BAD9-752076C1E8EB}" type="pres">
      <dgm:prSet presAssocID="{C3CE8D9A-2F5F-E04C-AF81-B61DA3187B58}" presName="vert0" presStyleCnt="0">
        <dgm:presLayoutVars>
          <dgm:dir/>
          <dgm:animOne val="branch"/>
          <dgm:animLvl val="lvl"/>
        </dgm:presLayoutVars>
      </dgm:prSet>
      <dgm:spPr/>
    </dgm:pt>
    <dgm:pt modelId="{A70494F9-BBC6-9B4D-ABE0-28B7062A7EEA}" type="pres">
      <dgm:prSet presAssocID="{2D50EED0-437B-1441-8B3B-81295EA238A9}" presName="thickLine" presStyleLbl="alignNode1" presStyleIdx="0" presStyleCnt="3" custLinFactNeighborX="-10898" custLinFactNeighborY="-49191"/>
      <dgm:spPr/>
    </dgm:pt>
    <dgm:pt modelId="{4DE94855-2BF1-EB40-B090-FE0F9B4B301E}" type="pres">
      <dgm:prSet presAssocID="{2D50EED0-437B-1441-8B3B-81295EA238A9}" presName="horz1" presStyleCnt="0"/>
      <dgm:spPr/>
    </dgm:pt>
    <dgm:pt modelId="{0FAAA673-A6AE-2E48-9396-AEC5BB305A0E}" type="pres">
      <dgm:prSet presAssocID="{2D50EED0-437B-1441-8B3B-81295EA238A9}" presName="tx1" presStyleLbl="revTx" presStyleIdx="0" presStyleCnt="10" custScaleY="37525"/>
      <dgm:spPr/>
    </dgm:pt>
    <dgm:pt modelId="{4D92E349-5F1C-414C-955E-416A7CFBF9E9}" type="pres">
      <dgm:prSet presAssocID="{2D50EED0-437B-1441-8B3B-81295EA238A9}" presName="vert1" presStyleCnt="0"/>
      <dgm:spPr/>
    </dgm:pt>
    <dgm:pt modelId="{4324E71C-51E4-4FFA-9638-472734009553}" type="pres">
      <dgm:prSet presAssocID="{D1D10F65-8C36-4800-AD9D-4A75930380A4}" presName="thickLine" presStyleLbl="alignNode1" presStyleIdx="1" presStyleCnt="3" custLinFactNeighborY="-59234"/>
      <dgm:spPr/>
    </dgm:pt>
    <dgm:pt modelId="{35D4AF3C-4879-491B-8004-F3B88F6D9FB5}" type="pres">
      <dgm:prSet presAssocID="{D1D10F65-8C36-4800-AD9D-4A75930380A4}" presName="horz1" presStyleCnt="0"/>
      <dgm:spPr/>
    </dgm:pt>
    <dgm:pt modelId="{792A15AE-68CB-4B5E-A488-D8B2430819E0}" type="pres">
      <dgm:prSet presAssocID="{D1D10F65-8C36-4800-AD9D-4A75930380A4}" presName="tx1" presStyleLbl="revTx" presStyleIdx="1" presStyleCnt="10"/>
      <dgm:spPr/>
    </dgm:pt>
    <dgm:pt modelId="{162AB6D4-F395-4B55-9519-21B610CC0382}" type="pres">
      <dgm:prSet presAssocID="{D1D10F65-8C36-4800-AD9D-4A75930380A4}" presName="vert1" presStyleCnt="0"/>
      <dgm:spPr/>
    </dgm:pt>
    <dgm:pt modelId="{412C8F4B-57E8-4EE2-95F4-7EAB16DF68B6}" type="pres">
      <dgm:prSet presAssocID="{9C0C5B6B-88B0-0644-95CC-DA013289C236}" presName="vertSpace2a" presStyleCnt="0"/>
      <dgm:spPr/>
    </dgm:pt>
    <dgm:pt modelId="{706ACAA7-2B5D-4D39-81AB-5DAABC04EC1D}" type="pres">
      <dgm:prSet presAssocID="{9C0C5B6B-88B0-0644-95CC-DA013289C236}" presName="horz2" presStyleCnt="0"/>
      <dgm:spPr/>
    </dgm:pt>
    <dgm:pt modelId="{3456CDB8-701B-42F1-87C2-C295CD1E48EE}" type="pres">
      <dgm:prSet presAssocID="{9C0C5B6B-88B0-0644-95CC-DA013289C236}" presName="horzSpace2" presStyleCnt="0"/>
      <dgm:spPr/>
    </dgm:pt>
    <dgm:pt modelId="{520D1D2C-1114-41BF-8F7E-61F71B01A781}" type="pres">
      <dgm:prSet presAssocID="{9C0C5B6B-88B0-0644-95CC-DA013289C236}" presName="tx2" presStyleLbl="revTx" presStyleIdx="2" presStyleCnt="10"/>
      <dgm:spPr/>
    </dgm:pt>
    <dgm:pt modelId="{D6DDDC7E-F1A5-4153-9143-0972F5C1698F}" type="pres">
      <dgm:prSet presAssocID="{9C0C5B6B-88B0-0644-95CC-DA013289C236}" presName="vert2" presStyleCnt="0"/>
      <dgm:spPr/>
    </dgm:pt>
    <dgm:pt modelId="{0A0EB41C-54BD-4DBD-AE20-1F9966450DC3}" type="pres">
      <dgm:prSet presAssocID="{9C0C5B6B-88B0-0644-95CC-DA013289C236}" presName="thinLine2b" presStyleLbl="callout" presStyleIdx="0" presStyleCnt="7"/>
      <dgm:spPr/>
    </dgm:pt>
    <dgm:pt modelId="{BD1DC2FA-97F1-47D7-B64D-204FB692D739}" type="pres">
      <dgm:prSet presAssocID="{9C0C5B6B-88B0-0644-95CC-DA013289C236}" presName="vertSpace2b" presStyleCnt="0"/>
      <dgm:spPr/>
    </dgm:pt>
    <dgm:pt modelId="{AA817BFD-CFD8-4863-BA21-FE68B817CC3C}" type="pres">
      <dgm:prSet presAssocID="{4D7DCE72-F1C7-3648-B096-B3BF2FA1BA56}" presName="horz2" presStyleCnt="0"/>
      <dgm:spPr/>
    </dgm:pt>
    <dgm:pt modelId="{BD57D683-A942-4221-A2F2-BB0CF711AC57}" type="pres">
      <dgm:prSet presAssocID="{4D7DCE72-F1C7-3648-B096-B3BF2FA1BA56}" presName="horzSpace2" presStyleCnt="0"/>
      <dgm:spPr/>
    </dgm:pt>
    <dgm:pt modelId="{F1E3A902-B27E-4D1E-9D62-838DBF77570E}" type="pres">
      <dgm:prSet presAssocID="{4D7DCE72-F1C7-3648-B096-B3BF2FA1BA56}" presName="tx2" presStyleLbl="revTx" presStyleIdx="3" presStyleCnt="10"/>
      <dgm:spPr/>
    </dgm:pt>
    <dgm:pt modelId="{4F138E20-5633-4DCC-BBC2-20DFBFC7868F}" type="pres">
      <dgm:prSet presAssocID="{4D7DCE72-F1C7-3648-B096-B3BF2FA1BA56}" presName="vert2" presStyleCnt="0"/>
      <dgm:spPr/>
    </dgm:pt>
    <dgm:pt modelId="{2B79C5B5-7045-4C8A-A0D3-ED34D320DACE}" type="pres">
      <dgm:prSet presAssocID="{4D7DCE72-F1C7-3648-B096-B3BF2FA1BA56}" presName="thinLine2b" presStyleLbl="callout" presStyleIdx="1" presStyleCnt="7"/>
      <dgm:spPr/>
    </dgm:pt>
    <dgm:pt modelId="{8C3B0260-807F-409D-975C-EBFF816514C3}" type="pres">
      <dgm:prSet presAssocID="{4D7DCE72-F1C7-3648-B096-B3BF2FA1BA56}" presName="vertSpace2b" presStyleCnt="0"/>
      <dgm:spPr/>
    </dgm:pt>
    <dgm:pt modelId="{DCC37064-A6D2-4A55-A252-3829429045E5}" type="pres">
      <dgm:prSet presAssocID="{EA05A323-1CD6-E844-BD1C-19A2225C0340}" presName="horz2" presStyleCnt="0"/>
      <dgm:spPr/>
    </dgm:pt>
    <dgm:pt modelId="{AF620EF4-9246-40B0-95DD-0F97FD557889}" type="pres">
      <dgm:prSet presAssocID="{EA05A323-1CD6-E844-BD1C-19A2225C0340}" presName="horzSpace2" presStyleCnt="0"/>
      <dgm:spPr/>
    </dgm:pt>
    <dgm:pt modelId="{821592CB-BF1E-40A4-88FF-532C668728A8}" type="pres">
      <dgm:prSet presAssocID="{EA05A323-1CD6-E844-BD1C-19A2225C0340}" presName="tx2" presStyleLbl="revTx" presStyleIdx="4" presStyleCnt="10"/>
      <dgm:spPr/>
    </dgm:pt>
    <dgm:pt modelId="{4A2BC687-FFD6-4EBF-9A58-5F5A5936D128}" type="pres">
      <dgm:prSet presAssocID="{EA05A323-1CD6-E844-BD1C-19A2225C0340}" presName="vert2" presStyleCnt="0"/>
      <dgm:spPr/>
    </dgm:pt>
    <dgm:pt modelId="{AFB2C275-AEA0-46EA-8FAC-DEEB17253C42}" type="pres">
      <dgm:prSet presAssocID="{EA05A323-1CD6-E844-BD1C-19A2225C0340}" presName="thinLine2b" presStyleLbl="callout" presStyleIdx="2" presStyleCnt="7"/>
      <dgm:spPr/>
    </dgm:pt>
    <dgm:pt modelId="{B63F60B4-89E7-4E26-9559-C63693EDEACE}" type="pres">
      <dgm:prSet presAssocID="{EA05A323-1CD6-E844-BD1C-19A2225C0340}" presName="vertSpace2b" presStyleCnt="0"/>
      <dgm:spPr/>
    </dgm:pt>
    <dgm:pt modelId="{B2F277F3-7CF1-994E-B28A-0B3155C31199}" type="pres">
      <dgm:prSet presAssocID="{A00DC1EC-B999-A640-8654-4E50ABDDE020}" presName="thickLine" presStyleLbl="alignNode1" presStyleIdx="2" presStyleCnt="3"/>
      <dgm:spPr/>
    </dgm:pt>
    <dgm:pt modelId="{0C40495D-3188-9E48-A89E-F64BB2F461F5}" type="pres">
      <dgm:prSet presAssocID="{A00DC1EC-B999-A640-8654-4E50ABDDE020}" presName="horz1" presStyleCnt="0"/>
      <dgm:spPr/>
    </dgm:pt>
    <dgm:pt modelId="{9891002C-403A-A043-B663-E6FEB51C2557}" type="pres">
      <dgm:prSet presAssocID="{A00DC1EC-B999-A640-8654-4E50ABDDE020}" presName="tx1" presStyleLbl="revTx" presStyleIdx="5" presStyleCnt="10"/>
      <dgm:spPr/>
    </dgm:pt>
    <dgm:pt modelId="{84783DB1-8E64-8549-92F0-B23833CEE8B0}" type="pres">
      <dgm:prSet presAssocID="{A00DC1EC-B999-A640-8654-4E50ABDDE020}" presName="vert1" presStyleCnt="0"/>
      <dgm:spPr/>
    </dgm:pt>
    <dgm:pt modelId="{7639A2F8-0310-4BED-B4BD-EAB6A5C40B77}" type="pres">
      <dgm:prSet presAssocID="{C067AB59-C7C5-C74B-8B60-2FA743781E39}" presName="vertSpace2a" presStyleCnt="0"/>
      <dgm:spPr/>
    </dgm:pt>
    <dgm:pt modelId="{6A69390F-9BF9-4ABA-8159-EAF93506C37D}" type="pres">
      <dgm:prSet presAssocID="{C067AB59-C7C5-C74B-8B60-2FA743781E39}" presName="horz2" presStyleCnt="0"/>
      <dgm:spPr/>
    </dgm:pt>
    <dgm:pt modelId="{80389192-84FD-488B-A175-87A5FB0572BA}" type="pres">
      <dgm:prSet presAssocID="{C067AB59-C7C5-C74B-8B60-2FA743781E39}" presName="horzSpace2" presStyleCnt="0"/>
      <dgm:spPr/>
    </dgm:pt>
    <dgm:pt modelId="{CECABC1D-D0D2-4346-AB17-5BDF3AE0B320}" type="pres">
      <dgm:prSet presAssocID="{C067AB59-C7C5-C74B-8B60-2FA743781E39}" presName="tx2" presStyleLbl="revTx" presStyleIdx="6" presStyleCnt="10"/>
      <dgm:spPr/>
    </dgm:pt>
    <dgm:pt modelId="{C56FE37B-F98C-4D15-95CF-6DC56554B5B4}" type="pres">
      <dgm:prSet presAssocID="{C067AB59-C7C5-C74B-8B60-2FA743781E39}" presName="vert2" presStyleCnt="0"/>
      <dgm:spPr/>
    </dgm:pt>
    <dgm:pt modelId="{5D84D3DB-F553-4712-A813-E34BD39795E9}" type="pres">
      <dgm:prSet presAssocID="{C067AB59-C7C5-C74B-8B60-2FA743781E39}" presName="thinLine2b" presStyleLbl="callout" presStyleIdx="3" presStyleCnt="7"/>
      <dgm:spPr/>
    </dgm:pt>
    <dgm:pt modelId="{2128B8DA-3804-468D-B525-5F0093F85BA2}" type="pres">
      <dgm:prSet presAssocID="{C067AB59-C7C5-C74B-8B60-2FA743781E39}" presName="vertSpace2b" presStyleCnt="0"/>
      <dgm:spPr/>
    </dgm:pt>
    <dgm:pt modelId="{4F42B568-F39A-4181-8658-EC1C2143BBA0}" type="pres">
      <dgm:prSet presAssocID="{D206AD7D-6FCF-BA4A-A881-D49C0A782FC3}" presName="horz2" presStyleCnt="0"/>
      <dgm:spPr/>
    </dgm:pt>
    <dgm:pt modelId="{4F8359BF-8C47-4A90-A343-AF5BDC5F9DE8}" type="pres">
      <dgm:prSet presAssocID="{D206AD7D-6FCF-BA4A-A881-D49C0A782FC3}" presName="horzSpace2" presStyleCnt="0"/>
      <dgm:spPr/>
    </dgm:pt>
    <dgm:pt modelId="{70B24025-E2C6-417F-99E1-3AE2064C772D}" type="pres">
      <dgm:prSet presAssocID="{D206AD7D-6FCF-BA4A-A881-D49C0A782FC3}" presName="tx2" presStyleLbl="revTx" presStyleIdx="7" presStyleCnt="10"/>
      <dgm:spPr/>
    </dgm:pt>
    <dgm:pt modelId="{7CEB9B09-60D8-4882-A2D8-38EF68D5C19F}" type="pres">
      <dgm:prSet presAssocID="{D206AD7D-6FCF-BA4A-A881-D49C0A782FC3}" presName="vert2" presStyleCnt="0"/>
      <dgm:spPr/>
    </dgm:pt>
    <dgm:pt modelId="{5E350EE4-2D6A-4A16-A0FE-9FACA9074727}" type="pres">
      <dgm:prSet presAssocID="{D206AD7D-6FCF-BA4A-A881-D49C0A782FC3}" presName="thinLine2b" presStyleLbl="callout" presStyleIdx="4" presStyleCnt="7"/>
      <dgm:spPr/>
    </dgm:pt>
    <dgm:pt modelId="{9BB5AFB5-07F7-4132-85A2-44E6D0516C88}" type="pres">
      <dgm:prSet presAssocID="{D206AD7D-6FCF-BA4A-A881-D49C0A782FC3}" presName="vertSpace2b" presStyleCnt="0"/>
      <dgm:spPr/>
    </dgm:pt>
    <dgm:pt modelId="{CFD8E1A3-90D3-46A8-AE85-EB36E0237BB5}" type="pres">
      <dgm:prSet presAssocID="{3440283F-7B94-41E1-A678-109BA5967928}" presName="horz2" presStyleCnt="0"/>
      <dgm:spPr/>
    </dgm:pt>
    <dgm:pt modelId="{274EF02C-7D1A-409B-A859-EE71E535A688}" type="pres">
      <dgm:prSet presAssocID="{3440283F-7B94-41E1-A678-109BA5967928}" presName="horzSpace2" presStyleCnt="0"/>
      <dgm:spPr/>
    </dgm:pt>
    <dgm:pt modelId="{1AB85A7C-0FFD-4546-B83C-987E91EDF1C9}" type="pres">
      <dgm:prSet presAssocID="{3440283F-7B94-41E1-A678-109BA5967928}" presName="tx2" presStyleLbl="revTx" presStyleIdx="8" presStyleCnt="10"/>
      <dgm:spPr/>
    </dgm:pt>
    <dgm:pt modelId="{6F7BAE7F-F22E-4343-8455-8D1D04AE6291}" type="pres">
      <dgm:prSet presAssocID="{3440283F-7B94-41E1-A678-109BA5967928}" presName="vert2" presStyleCnt="0"/>
      <dgm:spPr/>
    </dgm:pt>
    <dgm:pt modelId="{DF72560F-E95F-423D-A8FF-AAE8DAA00A74}" type="pres">
      <dgm:prSet presAssocID="{3440283F-7B94-41E1-A678-109BA5967928}" presName="thinLine2b" presStyleLbl="callout" presStyleIdx="5" presStyleCnt="7"/>
      <dgm:spPr/>
    </dgm:pt>
    <dgm:pt modelId="{D8D1CF1A-EF09-4022-8D03-FD002D4FE754}" type="pres">
      <dgm:prSet presAssocID="{3440283F-7B94-41E1-A678-109BA5967928}" presName="vertSpace2b" presStyleCnt="0"/>
      <dgm:spPr/>
    </dgm:pt>
    <dgm:pt modelId="{00451E5C-D19E-4AC4-8C6F-60950BA475F2}" type="pres">
      <dgm:prSet presAssocID="{5B536FDF-F2F3-4D05-AF9A-89E79C92380B}" presName="horz2" presStyleCnt="0"/>
      <dgm:spPr/>
    </dgm:pt>
    <dgm:pt modelId="{3C367370-E70B-40CC-9DCF-3FC0C33EDE1B}" type="pres">
      <dgm:prSet presAssocID="{5B536FDF-F2F3-4D05-AF9A-89E79C92380B}" presName="horzSpace2" presStyleCnt="0"/>
      <dgm:spPr/>
    </dgm:pt>
    <dgm:pt modelId="{EDBBCE88-88E0-4C06-BA01-B4EFB6C685E1}" type="pres">
      <dgm:prSet presAssocID="{5B536FDF-F2F3-4D05-AF9A-89E79C92380B}" presName="tx2" presStyleLbl="revTx" presStyleIdx="9" presStyleCnt="10"/>
      <dgm:spPr/>
    </dgm:pt>
    <dgm:pt modelId="{5EA7847F-7A65-4DE6-AFB0-0784772E4EA1}" type="pres">
      <dgm:prSet presAssocID="{5B536FDF-F2F3-4D05-AF9A-89E79C92380B}" presName="vert2" presStyleCnt="0"/>
      <dgm:spPr/>
    </dgm:pt>
    <dgm:pt modelId="{22FFB06E-FF71-449B-9AA1-BDA4A6D85DF8}" type="pres">
      <dgm:prSet presAssocID="{5B536FDF-F2F3-4D05-AF9A-89E79C92380B}" presName="thinLine2b" presStyleLbl="callout" presStyleIdx="6" presStyleCnt="7"/>
      <dgm:spPr/>
    </dgm:pt>
    <dgm:pt modelId="{D29BEB5B-2E19-4BA8-823B-ABEF6ECE6E88}" type="pres">
      <dgm:prSet presAssocID="{5B536FDF-F2F3-4D05-AF9A-89E79C92380B}" presName="vertSpace2b" presStyleCnt="0"/>
      <dgm:spPr/>
    </dgm:pt>
  </dgm:ptLst>
  <dgm:cxnLst>
    <dgm:cxn modelId="{2FE6312A-8E9C-42E4-A35F-065C47954353}" type="presOf" srcId="{D1D10F65-8C36-4800-AD9D-4A75930380A4}" destId="{792A15AE-68CB-4B5E-A488-D8B2430819E0}" srcOrd="0" destOrd="0" presId="urn:microsoft.com/office/officeart/2008/layout/LinedList"/>
    <dgm:cxn modelId="{B913582A-C51A-7948-8CD7-0EAADAC6E1E7}" srcId="{D1D10F65-8C36-4800-AD9D-4A75930380A4}" destId="{9C0C5B6B-88B0-0644-95CC-DA013289C236}" srcOrd="0" destOrd="0" parTransId="{B8FBE750-BA08-3745-BDB2-8DE244854305}" sibTransId="{7720ED4A-2659-4441-8B8A-B12AAECACA03}"/>
    <dgm:cxn modelId="{366F432C-1A26-4011-8836-F1CB5F23632D}" srcId="{A00DC1EC-B999-A640-8654-4E50ABDDE020}" destId="{5B536FDF-F2F3-4D05-AF9A-89E79C92380B}" srcOrd="3" destOrd="0" parTransId="{56E7C592-F553-41EA-A0F8-EBF440BF702D}" sibTransId="{3DAEA229-1474-4E45-A55F-BA78088D2142}"/>
    <dgm:cxn modelId="{CEF75630-A106-2C4A-813E-06273EBC269D}" srcId="{D1D10F65-8C36-4800-AD9D-4A75930380A4}" destId="{4D7DCE72-F1C7-3648-B096-B3BF2FA1BA56}" srcOrd="1" destOrd="0" parTransId="{4130B51B-54F0-CE46-A291-A4358F1F6F5A}" sibTransId="{44AA0FEF-23B0-9044-91B0-9D01CCB0457B}"/>
    <dgm:cxn modelId="{2B3AB939-F741-4B55-BCEC-AC60F4C0DC14}" srcId="{A00DC1EC-B999-A640-8654-4E50ABDDE020}" destId="{3440283F-7B94-41E1-A678-109BA5967928}" srcOrd="2" destOrd="0" parTransId="{620191C0-423A-4FE9-A4F1-5C5D36C0C76E}" sibTransId="{23C99D01-59D4-4C59-997C-A7CC57B9FF58}"/>
    <dgm:cxn modelId="{88CAD25B-4863-724E-A8BB-5EA65B911430}" type="presOf" srcId="{C3CE8D9A-2F5F-E04C-AF81-B61DA3187B58}" destId="{A4615577-DB07-0E46-BAD9-752076C1E8EB}" srcOrd="0" destOrd="0" presId="urn:microsoft.com/office/officeart/2008/layout/LinedList"/>
    <dgm:cxn modelId="{9F261941-24ED-402A-AAD4-7E453770E726}" type="presOf" srcId="{EA05A323-1CD6-E844-BD1C-19A2225C0340}" destId="{821592CB-BF1E-40A4-88FF-532C668728A8}" srcOrd="0" destOrd="0" presId="urn:microsoft.com/office/officeart/2008/layout/LinedList"/>
    <dgm:cxn modelId="{85AEC94C-8398-42E2-BCFF-BE328E528E4F}" type="presOf" srcId="{9C0C5B6B-88B0-0644-95CC-DA013289C236}" destId="{520D1D2C-1114-41BF-8F7E-61F71B01A781}" srcOrd="0" destOrd="0" presId="urn:microsoft.com/office/officeart/2008/layout/LinedList"/>
    <dgm:cxn modelId="{57DCF56E-A877-4D98-80BC-07F249D9A3FF}" type="presOf" srcId="{3440283F-7B94-41E1-A678-109BA5967928}" destId="{1AB85A7C-0FFD-4546-B83C-987E91EDF1C9}" srcOrd="0" destOrd="0" presId="urn:microsoft.com/office/officeart/2008/layout/LinedList"/>
    <dgm:cxn modelId="{A6D8CB4F-A1A9-2F46-90C6-E855915DE40A}" srcId="{C3CE8D9A-2F5F-E04C-AF81-B61DA3187B58}" destId="{2D50EED0-437B-1441-8B3B-81295EA238A9}" srcOrd="0" destOrd="0" parTransId="{A6EDC655-C7CF-5442-9A95-DD52945DD4C2}" sibTransId="{12B35025-375E-9C48-AEA1-E8FB9BD8A8AD}"/>
    <dgm:cxn modelId="{BE140C54-7845-4FA6-BD16-779C89E4A191}" type="presOf" srcId="{C067AB59-C7C5-C74B-8B60-2FA743781E39}" destId="{CECABC1D-D0D2-4346-AB17-5BDF3AE0B320}" srcOrd="0" destOrd="0" presId="urn:microsoft.com/office/officeart/2008/layout/LinedList"/>
    <dgm:cxn modelId="{6FCFE956-A4B8-4040-A710-4C204E8AB087}" type="presOf" srcId="{5B536FDF-F2F3-4D05-AF9A-89E79C92380B}" destId="{EDBBCE88-88E0-4C06-BA01-B4EFB6C685E1}" srcOrd="0" destOrd="0" presId="urn:microsoft.com/office/officeart/2008/layout/LinedList"/>
    <dgm:cxn modelId="{170E0A80-D936-D547-94C5-570AC1082D21}" srcId="{D1D10F65-8C36-4800-AD9D-4A75930380A4}" destId="{EA05A323-1CD6-E844-BD1C-19A2225C0340}" srcOrd="2" destOrd="0" parTransId="{30E5782B-3D30-E84E-8B09-5F18CE4DBC15}" sibTransId="{A735D71C-2096-F344-B726-857D36F14FEB}"/>
    <dgm:cxn modelId="{7D1D3080-7900-4CC4-B4C0-BD39D5B7C3EE}" srcId="{C3CE8D9A-2F5F-E04C-AF81-B61DA3187B58}" destId="{D1D10F65-8C36-4800-AD9D-4A75930380A4}" srcOrd="1" destOrd="0" parTransId="{90F18EEC-639F-4363-B4CF-89223F0F6C38}" sibTransId="{99324C82-0C51-4B8E-B7FB-AB0EDB6CDB40}"/>
    <dgm:cxn modelId="{FA015F84-3A27-6341-B5E5-5AAABF15FCA7}" srcId="{A00DC1EC-B999-A640-8654-4E50ABDDE020}" destId="{C067AB59-C7C5-C74B-8B60-2FA743781E39}" srcOrd="0" destOrd="0" parTransId="{E4F708B6-A4DC-E54B-965A-6A91932F4F21}" sibTransId="{07AED4AD-A571-FA4C-8F60-2811AAEB8399}"/>
    <dgm:cxn modelId="{3E29948C-DFFC-AB42-9C68-F162D26487F0}" type="presOf" srcId="{A00DC1EC-B999-A640-8654-4E50ABDDE020}" destId="{9891002C-403A-A043-B663-E6FEB51C2557}" srcOrd="0" destOrd="0" presId="urn:microsoft.com/office/officeart/2008/layout/LinedList"/>
    <dgm:cxn modelId="{C36FE991-C046-254D-B645-ED7CD9E49D91}" srcId="{C3CE8D9A-2F5F-E04C-AF81-B61DA3187B58}" destId="{A00DC1EC-B999-A640-8654-4E50ABDDE020}" srcOrd="2" destOrd="0" parTransId="{C1FC985A-8FE8-944A-89F3-975B9C62D138}" sibTransId="{48BA50DD-A1B0-B142-8134-1733EC7E096A}"/>
    <dgm:cxn modelId="{DBA51B96-2BDF-C04D-8EE9-74101BC05F2E}" srcId="{A00DC1EC-B999-A640-8654-4E50ABDDE020}" destId="{D206AD7D-6FCF-BA4A-A881-D49C0A782FC3}" srcOrd="1" destOrd="0" parTransId="{2FAF4929-896A-4142-A9D4-FCF51F2A7AA6}" sibTransId="{948F4234-2DCD-C24A-ABA8-79BDA4601848}"/>
    <dgm:cxn modelId="{58BCC5C7-FCA9-1D45-B91A-2E90277F1164}" type="presOf" srcId="{2D50EED0-437B-1441-8B3B-81295EA238A9}" destId="{0FAAA673-A6AE-2E48-9396-AEC5BB305A0E}" srcOrd="0" destOrd="0" presId="urn:microsoft.com/office/officeart/2008/layout/LinedList"/>
    <dgm:cxn modelId="{3BDFFADE-29A9-481E-B58F-434B0C851ADE}" type="presOf" srcId="{4D7DCE72-F1C7-3648-B096-B3BF2FA1BA56}" destId="{F1E3A902-B27E-4D1E-9D62-838DBF77570E}" srcOrd="0" destOrd="0" presId="urn:microsoft.com/office/officeart/2008/layout/LinedList"/>
    <dgm:cxn modelId="{AFE1BFFD-BCE2-4B07-8778-349DF1D2A1BC}" type="presOf" srcId="{D206AD7D-6FCF-BA4A-A881-D49C0A782FC3}" destId="{70B24025-E2C6-417F-99E1-3AE2064C772D}" srcOrd="0" destOrd="0" presId="urn:microsoft.com/office/officeart/2008/layout/LinedList"/>
    <dgm:cxn modelId="{F847C799-CF4D-0742-BA1D-DB6A69BE9CAE}" type="presParOf" srcId="{A4615577-DB07-0E46-BAD9-752076C1E8EB}" destId="{A70494F9-BBC6-9B4D-ABE0-28B7062A7EEA}" srcOrd="0" destOrd="0" presId="urn:microsoft.com/office/officeart/2008/layout/LinedList"/>
    <dgm:cxn modelId="{3EBEC4A5-21B2-A747-A42E-41991220DD01}" type="presParOf" srcId="{A4615577-DB07-0E46-BAD9-752076C1E8EB}" destId="{4DE94855-2BF1-EB40-B090-FE0F9B4B301E}" srcOrd="1" destOrd="0" presId="urn:microsoft.com/office/officeart/2008/layout/LinedList"/>
    <dgm:cxn modelId="{C5497088-D00C-AD4C-8494-11AF8A09FCB0}" type="presParOf" srcId="{4DE94855-2BF1-EB40-B090-FE0F9B4B301E}" destId="{0FAAA673-A6AE-2E48-9396-AEC5BB305A0E}" srcOrd="0" destOrd="0" presId="urn:microsoft.com/office/officeart/2008/layout/LinedList"/>
    <dgm:cxn modelId="{E800DCED-F52F-284F-9329-D589974BEF18}" type="presParOf" srcId="{4DE94855-2BF1-EB40-B090-FE0F9B4B301E}" destId="{4D92E349-5F1C-414C-955E-416A7CFBF9E9}" srcOrd="1" destOrd="0" presId="urn:microsoft.com/office/officeart/2008/layout/LinedList"/>
    <dgm:cxn modelId="{4DB7B23E-B30F-4C81-8ACC-F20339733989}" type="presParOf" srcId="{A4615577-DB07-0E46-BAD9-752076C1E8EB}" destId="{4324E71C-51E4-4FFA-9638-472734009553}" srcOrd="2" destOrd="0" presId="urn:microsoft.com/office/officeart/2008/layout/LinedList"/>
    <dgm:cxn modelId="{5F89DA01-B92A-4DC0-9CEE-1F6FA1D40ECE}" type="presParOf" srcId="{A4615577-DB07-0E46-BAD9-752076C1E8EB}" destId="{35D4AF3C-4879-491B-8004-F3B88F6D9FB5}" srcOrd="3" destOrd="0" presId="urn:microsoft.com/office/officeart/2008/layout/LinedList"/>
    <dgm:cxn modelId="{F3D6BEA2-B2D9-4B81-A154-A2B392387994}" type="presParOf" srcId="{35D4AF3C-4879-491B-8004-F3B88F6D9FB5}" destId="{792A15AE-68CB-4B5E-A488-D8B2430819E0}" srcOrd="0" destOrd="0" presId="urn:microsoft.com/office/officeart/2008/layout/LinedList"/>
    <dgm:cxn modelId="{F7785119-16D5-4918-A11C-76CAE3186FCE}" type="presParOf" srcId="{35D4AF3C-4879-491B-8004-F3B88F6D9FB5}" destId="{162AB6D4-F395-4B55-9519-21B610CC0382}" srcOrd="1" destOrd="0" presId="urn:microsoft.com/office/officeart/2008/layout/LinedList"/>
    <dgm:cxn modelId="{B8EBD6DE-7A50-4C60-B506-ECD05FE59218}" type="presParOf" srcId="{162AB6D4-F395-4B55-9519-21B610CC0382}" destId="{412C8F4B-57E8-4EE2-95F4-7EAB16DF68B6}" srcOrd="0" destOrd="0" presId="urn:microsoft.com/office/officeart/2008/layout/LinedList"/>
    <dgm:cxn modelId="{956FD370-326D-4EB3-801A-A29C8A2FA36A}" type="presParOf" srcId="{162AB6D4-F395-4B55-9519-21B610CC0382}" destId="{706ACAA7-2B5D-4D39-81AB-5DAABC04EC1D}" srcOrd="1" destOrd="0" presId="urn:microsoft.com/office/officeart/2008/layout/LinedList"/>
    <dgm:cxn modelId="{A39098EB-962C-4166-8037-F95585B9F478}" type="presParOf" srcId="{706ACAA7-2B5D-4D39-81AB-5DAABC04EC1D}" destId="{3456CDB8-701B-42F1-87C2-C295CD1E48EE}" srcOrd="0" destOrd="0" presId="urn:microsoft.com/office/officeart/2008/layout/LinedList"/>
    <dgm:cxn modelId="{342403CE-B025-4D29-8793-EA37F41E586D}" type="presParOf" srcId="{706ACAA7-2B5D-4D39-81AB-5DAABC04EC1D}" destId="{520D1D2C-1114-41BF-8F7E-61F71B01A781}" srcOrd="1" destOrd="0" presId="urn:microsoft.com/office/officeart/2008/layout/LinedList"/>
    <dgm:cxn modelId="{25A3F28B-6CD7-4F31-890F-F8CF5F90629E}" type="presParOf" srcId="{706ACAA7-2B5D-4D39-81AB-5DAABC04EC1D}" destId="{D6DDDC7E-F1A5-4153-9143-0972F5C1698F}" srcOrd="2" destOrd="0" presId="urn:microsoft.com/office/officeart/2008/layout/LinedList"/>
    <dgm:cxn modelId="{4E8BB94C-449C-4BAA-89E5-7B4012CC296E}" type="presParOf" srcId="{162AB6D4-F395-4B55-9519-21B610CC0382}" destId="{0A0EB41C-54BD-4DBD-AE20-1F9966450DC3}" srcOrd="2" destOrd="0" presId="urn:microsoft.com/office/officeart/2008/layout/LinedList"/>
    <dgm:cxn modelId="{AB79C922-1D85-4408-9FB6-F8CFB8C36573}" type="presParOf" srcId="{162AB6D4-F395-4B55-9519-21B610CC0382}" destId="{BD1DC2FA-97F1-47D7-B64D-204FB692D739}" srcOrd="3" destOrd="0" presId="urn:microsoft.com/office/officeart/2008/layout/LinedList"/>
    <dgm:cxn modelId="{6F9AF466-E2B6-4D13-8F7D-DC885CC31B1D}" type="presParOf" srcId="{162AB6D4-F395-4B55-9519-21B610CC0382}" destId="{AA817BFD-CFD8-4863-BA21-FE68B817CC3C}" srcOrd="4" destOrd="0" presId="urn:microsoft.com/office/officeart/2008/layout/LinedList"/>
    <dgm:cxn modelId="{A4CC1812-D46A-48BC-9422-20B9EC6ECAAB}" type="presParOf" srcId="{AA817BFD-CFD8-4863-BA21-FE68B817CC3C}" destId="{BD57D683-A942-4221-A2F2-BB0CF711AC57}" srcOrd="0" destOrd="0" presId="urn:microsoft.com/office/officeart/2008/layout/LinedList"/>
    <dgm:cxn modelId="{5AA14EA0-0813-473C-8163-DCE2FD80C8FD}" type="presParOf" srcId="{AA817BFD-CFD8-4863-BA21-FE68B817CC3C}" destId="{F1E3A902-B27E-4D1E-9D62-838DBF77570E}" srcOrd="1" destOrd="0" presId="urn:microsoft.com/office/officeart/2008/layout/LinedList"/>
    <dgm:cxn modelId="{F341795B-4F8D-40FC-BB87-DB28B4CBE845}" type="presParOf" srcId="{AA817BFD-CFD8-4863-BA21-FE68B817CC3C}" destId="{4F138E20-5633-4DCC-BBC2-20DFBFC7868F}" srcOrd="2" destOrd="0" presId="urn:microsoft.com/office/officeart/2008/layout/LinedList"/>
    <dgm:cxn modelId="{60B4EA34-669B-44B0-849E-7820221DB9C4}" type="presParOf" srcId="{162AB6D4-F395-4B55-9519-21B610CC0382}" destId="{2B79C5B5-7045-4C8A-A0D3-ED34D320DACE}" srcOrd="5" destOrd="0" presId="urn:microsoft.com/office/officeart/2008/layout/LinedList"/>
    <dgm:cxn modelId="{7E569D0C-3428-435B-AF6F-5E8C383648C2}" type="presParOf" srcId="{162AB6D4-F395-4B55-9519-21B610CC0382}" destId="{8C3B0260-807F-409D-975C-EBFF816514C3}" srcOrd="6" destOrd="0" presId="urn:microsoft.com/office/officeart/2008/layout/LinedList"/>
    <dgm:cxn modelId="{8F968DE2-01A0-490A-A10A-5EF138830341}" type="presParOf" srcId="{162AB6D4-F395-4B55-9519-21B610CC0382}" destId="{DCC37064-A6D2-4A55-A252-3829429045E5}" srcOrd="7" destOrd="0" presId="urn:microsoft.com/office/officeart/2008/layout/LinedList"/>
    <dgm:cxn modelId="{F7599D3A-2E6E-4C65-9E0D-25F128761943}" type="presParOf" srcId="{DCC37064-A6D2-4A55-A252-3829429045E5}" destId="{AF620EF4-9246-40B0-95DD-0F97FD557889}" srcOrd="0" destOrd="0" presId="urn:microsoft.com/office/officeart/2008/layout/LinedList"/>
    <dgm:cxn modelId="{BCF95899-7917-4EDB-8FD2-FCB40A438ECB}" type="presParOf" srcId="{DCC37064-A6D2-4A55-A252-3829429045E5}" destId="{821592CB-BF1E-40A4-88FF-532C668728A8}" srcOrd="1" destOrd="0" presId="urn:microsoft.com/office/officeart/2008/layout/LinedList"/>
    <dgm:cxn modelId="{51DE40F6-3A87-480E-99D8-89C0632D8E40}" type="presParOf" srcId="{DCC37064-A6D2-4A55-A252-3829429045E5}" destId="{4A2BC687-FFD6-4EBF-9A58-5F5A5936D128}" srcOrd="2" destOrd="0" presId="urn:microsoft.com/office/officeart/2008/layout/LinedList"/>
    <dgm:cxn modelId="{ACEB100A-F77A-4DDF-BF04-639FA07CDC79}" type="presParOf" srcId="{162AB6D4-F395-4B55-9519-21B610CC0382}" destId="{AFB2C275-AEA0-46EA-8FAC-DEEB17253C42}" srcOrd="8" destOrd="0" presId="urn:microsoft.com/office/officeart/2008/layout/LinedList"/>
    <dgm:cxn modelId="{48D32097-7681-4FF5-B71E-2581D6375AB7}" type="presParOf" srcId="{162AB6D4-F395-4B55-9519-21B610CC0382}" destId="{B63F60B4-89E7-4E26-9559-C63693EDEACE}" srcOrd="9" destOrd="0" presId="urn:microsoft.com/office/officeart/2008/layout/LinedList"/>
    <dgm:cxn modelId="{35AF335E-5A39-7049-B788-36F0EF331E73}" type="presParOf" srcId="{A4615577-DB07-0E46-BAD9-752076C1E8EB}" destId="{B2F277F3-7CF1-994E-B28A-0B3155C31199}" srcOrd="4" destOrd="0" presId="urn:microsoft.com/office/officeart/2008/layout/LinedList"/>
    <dgm:cxn modelId="{5F47EFD6-2CBD-894E-8B6E-5A8B8B366D05}" type="presParOf" srcId="{A4615577-DB07-0E46-BAD9-752076C1E8EB}" destId="{0C40495D-3188-9E48-A89E-F64BB2F461F5}" srcOrd="5" destOrd="0" presId="urn:microsoft.com/office/officeart/2008/layout/LinedList"/>
    <dgm:cxn modelId="{E3857465-52FE-4043-A3F9-DA9E495DC241}" type="presParOf" srcId="{0C40495D-3188-9E48-A89E-F64BB2F461F5}" destId="{9891002C-403A-A043-B663-E6FEB51C2557}" srcOrd="0" destOrd="0" presId="urn:microsoft.com/office/officeart/2008/layout/LinedList"/>
    <dgm:cxn modelId="{A92C2B0F-4EC0-EE40-994C-464482B0D0DE}" type="presParOf" srcId="{0C40495D-3188-9E48-A89E-F64BB2F461F5}" destId="{84783DB1-8E64-8549-92F0-B23833CEE8B0}" srcOrd="1" destOrd="0" presId="urn:microsoft.com/office/officeart/2008/layout/LinedList"/>
    <dgm:cxn modelId="{EA0B3910-EB80-4029-B60B-20F24CE2843C}" type="presParOf" srcId="{84783DB1-8E64-8549-92F0-B23833CEE8B0}" destId="{7639A2F8-0310-4BED-B4BD-EAB6A5C40B77}" srcOrd="0" destOrd="0" presId="urn:microsoft.com/office/officeart/2008/layout/LinedList"/>
    <dgm:cxn modelId="{99DBFB21-0FC2-4CBA-BB47-36270808838D}" type="presParOf" srcId="{84783DB1-8E64-8549-92F0-B23833CEE8B0}" destId="{6A69390F-9BF9-4ABA-8159-EAF93506C37D}" srcOrd="1" destOrd="0" presId="urn:microsoft.com/office/officeart/2008/layout/LinedList"/>
    <dgm:cxn modelId="{E87F3EA4-77CE-4F0C-A375-D165481E49A8}" type="presParOf" srcId="{6A69390F-9BF9-4ABA-8159-EAF93506C37D}" destId="{80389192-84FD-488B-A175-87A5FB0572BA}" srcOrd="0" destOrd="0" presId="urn:microsoft.com/office/officeart/2008/layout/LinedList"/>
    <dgm:cxn modelId="{98F27296-CAFF-422A-B24C-47C3377364FE}" type="presParOf" srcId="{6A69390F-9BF9-4ABA-8159-EAF93506C37D}" destId="{CECABC1D-D0D2-4346-AB17-5BDF3AE0B320}" srcOrd="1" destOrd="0" presId="urn:microsoft.com/office/officeart/2008/layout/LinedList"/>
    <dgm:cxn modelId="{052522D8-E186-4A8F-8FE7-EA5F2E68B10F}" type="presParOf" srcId="{6A69390F-9BF9-4ABA-8159-EAF93506C37D}" destId="{C56FE37B-F98C-4D15-95CF-6DC56554B5B4}" srcOrd="2" destOrd="0" presId="urn:microsoft.com/office/officeart/2008/layout/LinedList"/>
    <dgm:cxn modelId="{7C9E3284-09F1-4CA9-82F8-E7DCFD250D0D}" type="presParOf" srcId="{84783DB1-8E64-8549-92F0-B23833CEE8B0}" destId="{5D84D3DB-F553-4712-A813-E34BD39795E9}" srcOrd="2" destOrd="0" presId="urn:microsoft.com/office/officeart/2008/layout/LinedList"/>
    <dgm:cxn modelId="{ECC376FD-6EF2-45B9-BD59-10867BC46682}" type="presParOf" srcId="{84783DB1-8E64-8549-92F0-B23833CEE8B0}" destId="{2128B8DA-3804-468D-B525-5F0093F85BA2}" srcOrd="3" destOrd="0" presId="urn:microsoft.com/office/officeart/2008/layout/LinedList"/>
    <dgm:cxn modelId="{48D72E68-5752-4B2B-9C23-189D22095748}" type="presParOf" srcId="{84783DB1-8E64-8549-92F0-B23833CEE8B0}" destId="{4F42B568-F39A-4181-8658-EC1C2143BBA0}" srcOrd="4" destOrd="0" presId="urn:microsoft.com/office/officeart/2008/layout/LinedList"/>
    <dgm:cxn modelId="{7B8AE250-CE81-48B4-9208-19C32DF7C56A}" type="presParOf" srcId="{4F42B568-F39A-4181-8658-EC1C2143BBA0}" destId="{4F8359BF-8C47-4A90-A343-AF5BDC5F9DE8}" srcOrd="0" destOrd="0" presId="urn:microsoft.com/office/officeart/2008/layout/LinedList"/>
    <dgm:cxn modelId="{0C28ACEF-4949-4BC4-8F57-81F3A45D35D3}" type="presParOf" srcId="{4F42B568-F39A-4181-8658-EC1C2143BBA0}" destId="{70B24025-E2C6-417F-99E1-3AE2064C772D}" srcOrd="1" destOrd="0" presId="urn:microsoft.com/office/officeart/2008/layout/LinedList"/>
    <dgm:cxn modelId="{E92263C1-B8F6-4C1D-9693-B108FE254198}" type="presParOf" srcId="{4F42B568-F39A-4181-8658-EC1C2143BBA0}" destId="{7CEB9B09-60D8-4882-A2D8-38EF68D5C19F}" srcOrd="2" destOrd="0" presId="urn:microsoft.com/office/officeart/2008/layout/LinedList"/>
    <dgm:cxn modelId="{21102A85-9357-401E-A673-0BF1CA8FA349}" type="presParOf" srcId="{84783DB1-8E64-8549-92F0-B23833CEE8B0}" destId="{5E350EE4-2D6A-4A16-A0FE-9FACA9074727}" srcOrd="5" destOrd="0" presId="urn:microsoft.com/office/officeart/2008/layout/LinedList"/>
    <dgm:cxn modelId="{9B609360-89AD-4D2E-BC1F-E6E995D442B6}" type="presParOf" srcId="{84783DB1-8E64-8549-92F0-B23833CEE8B0}" destId="{9BB5AFB5-07F7-4132-85A2-44E6D0516C88}" srcOrd="6" destOrd="0" presId="urn:microsoft.com/office/officeart/2008/layout/LinedList"/>
    <dgm:cxn modelId="{B47D9EEA-531A-408A-B090-E475DC65E74E}" type="presParOf" srcId="{84783DB1-8E64-8549-92F0-B23833CEE8B0}" destId="{CFD8E1A3-90D3-46A8-AE85-EB36E0237BB5}" srcOrd="7" destOrd="0" presId="urn:microsoft.com/office/officeart/2008/layout/LinedList"/>
    <dgm:cxn modelId="{1CBE25E4-EADF-4AAE-87EC-0BCA7409E3B2}" type="presParOf" srcId="{CFD8E1A3-90D3-46A8-AE85-EB36E0237BB5}" destId="{274EF02C-7D1A-409B-A859-EE71E535A688}" srcOrd="0" destOrd="0" presId="urn:microsoft.com/office/officeart/2008/layout/LinedList"/>
    <dgm:cxn modelId="{54B6A375-8841-450A-97F1-0DBCCB36C37E}" type="presParOf" srcId="{CFD8E1A3-90D3-46A8-AE85-EB36E0237BB5}" destId="{1AB85A7C-0FFD-4546-B83C-987E91EDF1C9}" srcOrd="1" destOrd="0" presId="urn:microsoft.com/office/officeart/2008/layout/LinedList"/>
    <dgm:cxn modelId="{7F9619CE-2F45-4ACE-ADA7-09AC737613F7}" type="presParOf" srcId="{CFD8E1A3-90D3-46A8-AE85-EB36E0237BB5}" destId="{6F7BAE7F-F22E-4343-8455-8D1D04AE6291}" srcOrd="2" destOrd="0" presId="urn:microsoft.com/office/officeart/2008/layout/LinedList"/>
    <dgm:cxn modelId="{FB008851-06D7-4855-A24F-22E0D73AB55F}" type="presParOf" srcId="{84783DB1-8E64-8549-92F0-B23833CEE8B0}" destId="{DF72560F-E95F-423D-A8FF-AAE8DAA00A74}" srcOrd="8" destOrd="0" presId="urn:microsoft.com/office/officeart/2008/layout/LinedList"/>
    <dgm:cxn modelId="{F864CF38-EDB0-4C21-B8CD-8F6468AED3AB}" type="presParOf" srcId="{84783DB1-8E64-8549-92F0-B23833CEE8B0}" destId="{D8D1CF1A-EF09-4022-8D03-FD002D4FE754}" srcOrd="9" destOrd="0" presId="urn:microsoft.com/office/officeart/2008/layout/LinedList"/>
    <dgm:cxn modelId="{FA6E8390-3117-4B0E-A8CD-C8525D3476EE}" type="presParOf" srcId="{84783DB1-8E64-8549-92F0-B23833CEE8B0}" destId="{00451E5C-D19E-4AC4-8C6F-60950BA475F2}" srcOrd="10" destOrd="0" presId="urn:microsoft.com/office/officeart/2008/layout/LinedList"/>
    <dgm:cxn modelId="{A1DC1013-3554-4925-8C05-0BA40D7B62CE}" type="presParOf" srcId="{00451E5C-D19E-4AC4-8C6F-60950BA475F2}" destId="{3C367370-E70B-40CC-9DCF-3FC0C33EDE1B}" srcOrd="0" destOrd="0" presId="urn:microsoft.com/office/officeart/2008/layout/LinedList"/>
    <dgm:cxn modelId="{5DEED33B-11D0-4E73-B9C5-AC7FE88CE993}" type="presParOf" srcId="{00451E5C-D19E-4AC4-8C6F-60950BA475F2}" destId="{EDBBCE88-88E0-4C06-BA01-B4EFB6C685E1}" srcOrd="1" destOrd="0" presId="urn:microsoft.com/office/officeart/2008/layout/LinedList"/>
    <dgm:cxn modelId="{13C1FCD6-38EA-422D-AE65-723CF6BA7FF9}" type="presParOf" srcId="{00451E5C-D19E-4AC4-8C6F-60950BA475F2}" destId="{5EA7847F-7A65-4DE6-AFB0-0784772E4EA1}" srcOrd="2" destOrd="0" presId="urn:microsoft.com/office/officeart/2008/layout/LinedList"/>
    <dgm:cxn modelId="{36F58C88-C89C-4347-A57A-4CC7FDCF4B52}" type="presParOf" srcId="{84783DB1-8E64-8549-92F0-B23833CEE8B0}" destId="{22FFB06E-FF71-449B-9AA1-BDA4A6D85DF8}" srcOrd="11" destOrd="0" presId="urn:microsoft.com/office/officeart/2008/layout/LinedList"/>
    <dgm:cxn modelId="{8343C662-277E-438C-9E8E-2477EFCDC4EE}" type="presParOf" srcId="{84783DB1-8E64-8549-92F0-B23833CEE8B0}" destId="{D29BEB5B-2E19-4BA8-823B-ABEF6ECE6E88}" srcOrd="12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324E71C-51E4-4FFA-9638-472734009553}">
      <dsp:nvSpPr>
        <dsp:cNvPr id="0" name=""/>
        <dsp:cNvSpPr/>
      </dsp:nvSpPr>
      <dsp:spPr>
        <a:xfrm>
          <a:off x="0" y="0"/>
          <a:ext cx="7486835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69000"/>
                <a:alpha val="100000"/>
                <a:satMod val="109000"/>
                <a:lumMod val="110000"/>
              </a:schemeClr>
            </a:gs>
            <a:gs pos="52000">
              <a:schemeClr val="accent3">
                <a:hueOff val="0"/>
                <a:satOff val="0"/>
                <a:lumOff val="0"/>
                <a:alphaOff val="0"/>
                <a:tint val="74000"/>
                <a:satMod val="100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78000"/>
                <a:satMod val="10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792A15AE-68CB-4B5E-A488-D8B2430819E0}">
      <dsp:nvSpPr>
        <dsp:cNvPr id="0" name=""/>
        <dsp:cNvSpPr/>
      </dsp:nvSpPr>
      <dsp:spPr>
        <a:xfrm>
          <a:off x="0" y="0"/>
          <a:ext cx="1497367" cy="22821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200" kern="1200" dirty="0"/>
            <a:t>Calidad</a:t>
          </a:r>
        </a:p>
      </dsp:txBody>
      <dsp:txXfrm>
        <a:off x="0" y="0"/>
        <a:ext cx="1497367" cy="2282151"/>
      </dsp:txXfrm>
    </dsp:sp>
    <dsp:sp modelId="{520D1D2C-1114-41BF-8F7E-61F71B01A781}">
      <dsp:nvSpPr>
        <dsp:cNvPr id="0" name=""/>
        <dsp:cNvSpPr/>
      </dsp:nvSpPr>
      <dsp:spPr>
        <a:xfrm>
          <a:off x="1609669" y="35658"/>
          <a:ext cx="5877165" cy="7131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400" kern="1200" dirty="0"/>
            <a:t>Planificación de la calidad</a:t>
          </a:r>
        </a:p>
      </dsp:txBody>
      <dsp:txXfrm>
        <a:off x="1609669" y="35658"/>
        <a:ext cx="5877165" cy="713172"/>
      </dsp:txXfrm>
    </dsp:sp>
    <dsp:sp modelId="{0A0EB41C-54BD-4DBD-AE20-1F9966450DC3}">
      <dsp:nvSpPr>
        <dsp:cNvPr id="0" name=""/>
        <dsp:cNvSpPr/>
      </dsp:nvSpPr>
      <dsp:spPr>
        <a:xfrm>
          <a:off x="1497367" y="748830"/>
          <a:ext cx="5989468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69000"/>
                <a:alpha val="100000"/>
                <a:satMod val="109000"/>
                <a:lumMod val="110000"/>
              </a:schemeClr>
            </a:gs>
            <a:gs pos="52000">
              <a:schemeClr val="accent3">
                <a:hueOff val="0"/>
                <a:satOff val="0"/>
                <a:lumOff val="0"/>
                <a:alphaOff val="0"/>
                <a:tint val="74000"/>
                <a:satMod val="100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78000"/>
                <a:satMod val="10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/>
      </dsp:style>
    </dsp:sp>
    <dsp:sp modelId="{F1E3A902-B27E-4D1E-9D62-838DBF77570E}">
      <dsp:nvSpPr>
        <dsp:cNvPr id="0" name=""/>
        <dsp:cNvSpPr/>
      </dsp:nvSpPr>
      <dsp:spPr>
        <a:xfrm>
          <a:off x="1609669" y="784489"/>
          <a:ext cx="5877165" cy="7131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400" kern="1200" dirty="0"/>
            <a:t>Realizar el aseguramiento</a:t>
          </a:r>
          <a:r>
            <a:rPr lang="es-ES" sz="2400" kern="1200" baseline="0" dirty="0"/>
            <a:t> de calidad</a:t>
          </a:r>
          <a:endParaRPr lang="es-ES" sz="2400" kern="1200" dirty="0"/>
        </a:p>
      </dsp:txBody>
      <dsp:txXfrm>
        <a:off x="1609669" y="784489"/>
        <a:ext cx="5877165" cy="713172"/>
      </dsp:txXfrm>
    </dsp:sp>
    <dsp:sp modelId="{2B79C5B5-7045-4C8A-A0D3-ED34D320DACE}">
      <dsp:nvSpPr>
        <dsp:cNvPr id="0" name=""/>
        <dsp:cNvSpPr/>
      </dsp:nvSpPr>
      <dsp:spPr>
        <a:xfrm>
          <a:off x="1497367" y="1497661"/>
          <a:ext cx="5989468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69000"/>
                <a:alpha val="100000"/>
                <a:satMod val="109000"/>
                <a:lumMod val="110000"/>
              </a:schemeClr>
            </a:gs>
            <a:gs pos="52000">
              <a:schemeClr val="accent3">
                <a:hueOff val="0"/>
                <a:satOff val="0"/>
                <a:lumOff val="0"/>
                <a:alphaOff val="0"/>
                <a:tint val="74000"/>
                <a:satMod val="100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78000"/>
                <a:satMod val="10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/>
      </dsp:style>
    </dsp:sp>
    <dsp:sp modelId="{821592CB-BF1E-40A4-88FF-532C668728A8}">
      <dsp:nvSpPr>
        <dsp:cNvPr id="0" name=""/>
        <dsp:cNvSpPr/>
      </dsp:nvSpPr>
      <dsp:spPr>
        <a:xfrm>
          <a:off x="1609669" y="1533320"/>
          <a:ext cx="5877165" cy="7131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400" kern="1200" dirty="0"/>
            <a:t>Controlar</a:t>
          </a:r>
          <a:r>
            <a:rPr lang="es-ES" sz="2400" kern="1200" baseline="0" dirty="0"/>
            <a:t> la calidad</a:t>
          </a:r>
          <a:endParaRPr lang="es-ES" sz="2400" kern="1200" dirty="0"/>
        </a:p>
      </dsp:txBody>
      <dsp:txXfrm>
        <a:off x="1609669" y="1533320"/>
        <a:ext cx="5877165" cy="713172"/>
      </dsp:txXfrm>
    </dsp:sp>
    <dsp:sp modelId="{AFB2C275-AEA0-46EA-8FAC-DEEB17253C42}">
      <dsp:nvSpPr>
        <dsp:cNvPr id="0" name=""/>
        <dsp:cNvSpPr/>
      </dsp:nvSpPr>
      <dsp:spPr>
        <a:xfrm>
          <a:off x="1497367" y="2246492"/>
          <a:ext cx="5989468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69000"/>
                <a:alpha val="100000"/>
                <a:satMod val="109000"/>
                <a:lumMod val="110000"/>
              </a:schemeClr>
            </a:gs>
            <a:gs pos="52000">
              <a:schemeClr val="accent3">
                <a:hueOff val="0"/>
                <a:satOff val="0"/>
                <a:lumOff val="0"/>
                <a:alphaOff val="0"/>
                <a:tint val="74000"/>
                <a:satMod val="100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78000"/>
                <a:satMod val="10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/>
      </dsp:style>
    </dsp:sp>
    <dsp:sp modelId="{B2F277F3-7CF1-994E-B28A-0B3155C31199}">
      <dsp:nvSpPr>
        <dsp:cNvPr id="0" name=""/>
        <dsp:cNvSpPr/>
      </dsp:nvSpPr>
      <dsp:spPr>
        <a:xfrm>
          <a:off x="0" y="2254012"/>
          <a:ext cx="7486835" cy="0"/>
        </a:xfrm>
        <a:prstGeom prst="line">
          <a:avLst/>
        </a:prstGeom>
        <a:gradFill rotWithShape="0">
          <a:gsLst>
            <a:gs pos="0">
              <a:schemeClr val="accent3">
                <a:hueOff val="2541193"/>
                <a:satOff val="-25720"/>
                <a:lumOff val="-980"/>
                <a:alphaOff val="0"/>
                <a:tint val="69000"/>
                <a:alpha val="100000"/>
                <a:satMod val="109000"/>
                <a:lumMod val="110000"/>
              </a:schemeClr>
            </a:gs>
            <a:gs pos="52000">
              <a:schemeClr val="accent3">
                <a:hueOff val="2541193"/>
                <a:satOff val="-25720"/>
                <a:lumOff val="-980"/>
                <a:alphaOff val="0"/>
                <a:tint val="74000"/>
                <a:satMod val="100000"/>
                <a:lumMod val="104000"/>
              </a:schemeClr>
            </a:gs>
            <a:gs pos="100000">
              <a:schemeClr val="accent3">
                <a:hueOff val="2541193"/>
                <a:satOff val="-25720"/>
                <a:lumOff val="-980"/>
                <a:alphaOff val="0"/>
                <a:tint val="78000"/>
                <a:satMod val="10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hueOff val="2541193"/>
              <a:satOff val="-25720"/>
              <a:lumOff val="-98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9891002C-403A-A043-B663-E6FEB51C2557}">
      <dsp:nvSpPr>
        <dsp:cNvPr id="0" name=""/>
        <dsp:cNvSpPr/>
      </dsp:nvSpPr>
      <dsp:spPr>
        <a:xfrm>
          <a:off x="0" y="2282151"/>
          <a:ext cx="1497367" cy="22821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200" kern="1200" dirty="0"/>
            <a:t>Recursos Humanos</a:t>
          </a:r>
        </a:p>
      </dsp:txBody>
      <dsp:txXfrm>
        <a:off x="0" y="2282151"/>
        <a:ext cx="1497367" cy="2282151"/>
      </dsp:txXfrm>
    </dsp:sp>
    <dsp:sp modelId="{CECABC1D-D0D2-4346-AB17-5BDF3AE0B320}">
      <dsp:nvSpPr>
        <dsp:cNvPr id="0" name=""/>
        <dsp:cNvSpPr/>
      </dsp:nvSpPr>
      <dsp:spPr>
        <a:xfrm>
          <a:off x="1609669" y="2308978"/>
          <a:ext cx="5877165" cy="5365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400" kern="1200" dirty="0"/>
            <a:t>Planificación de los RRHH</a:t>
          </a:r>
        </a:p>
      </dsp:txBody>
      <dsp:txXfrm>
        <a:off x="1609669" y="2308978"/>
        <a:ext cx="5877165" cy="536550"/>
      </dsp:txXfrm>
    </dsp:sp>
    <dsp:sp modelId="{5D84D3DB-F553-4712-A813-E34BD39795E9}">
      <dsp:nvSpPr>
        <dsp:cNvPr id="0" name=""/>
        <dsp:cNvSpPr/>
      </dsp:nvSpPr>
      <dsp:spPr>
        <a:xfrm>
          <a:off x="1497367" y="2845529"/>
          <a:ext cx="5989468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69000"/>
                <a:alpha val="100000"/>
                <a:satMod val="109000"/>
                <a:lumMod val="110000"/>
              </a:schemeClr>
            </a:gs>
            <a:gs pos="52000">
              <a:schemeClr val="accent3">
                <a:hueOff val="0"/>
                <a:satOff val="0"/>
                <a:lumOff val="0"/>
                <a:alphaOff val="0"/>
                <a:tint val="74000"/>
                <a:satMod val="100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78000"/>
                <a:satMod val="10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/>
      </dsp:style>
    </dsp:sp>
    <dsp:sp modelId="{70B24025-E2C6-417F-99E1-3AE2064C772D}">
      <dsp:nvSpPr>
        <dsp:cNvPr id="0" name=""/>
        <dsp:cNvSpPr/>
      </dsp:nvSpPr>
      <dsp:spPr>
        <a:xfrm>
          <a:off x="1609669" y="2872356"/>
          <a:ext cx="5877165" cy="5365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400" kern="1200" dirty="0"/>
            <a:t>Adquirir el equipo de trabajo</a:t>
          </a:r>
        </a:p>
      </dsp:txBody>
      <dsp:txXfrm>
        <a:off x="1609669" y="2872356"/>
        <a:ext cx="5877165" cy="536550"/>
      </dsp:txXfrm>
    </dsp:sp>
    <dsp:sp modelId="{5E350EE4-2D6A-4A16-A0FE-9FACA9074727}">
      <dsp:nvSpPr>
        <dsp:cNvPr id="0" name=""/>
        <dsp:cNvSpPr/>
      </dsp:nvSpPr>
      <dsp:spPr>
        <a:xfrm>
          <a:off x="1497367" y="3408907"/>
          <a:ext cx="5989468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69000"/>
                <a:alpha val="100000"/>
                <a:satMod val="109000"/>
                <a:lumMod val="110000"/>
              </a:schemeClr>
            </a:gs>
            <a:gs pos="52000">
              <a:schemeClr val="accent3">
                <a:hueOff val="0"/>
                <a:satOff val="0"/>
                <a:lumOff val="0"/>
                <a:alphaOff val="0"/>
                <a:tint val="74000"/>
                <a:satMod val="100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78000"/>
                <a:satMod val="10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/>
      </dsp:style>
    </dsp:sp>
    <dsp:sp modelId="{1AB85A7C-0FFD-4546-B83C-987E91EDF1C9}">
      <dsp:nvSpPr>
        <dsp:cNvPr id="0" name=""/>
        <dsp:cNvSpPr/>
      </dsp:nvSpPr>
      <dsp:spPr>
        <a:xfrm>
          <a:off x="1609669" y="3435734"/>
          <a:ext cx="5877165" cy="5365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400" kern="1200" dirty="0"/>
            <a:t>Desarrollar el equipo del proyecto</a:t>
          </a:r>
        </a:p>
      </dsp:txBody>
      <dsp:txXfrm>
        <a:off x="1609669" y="3435734"/>
        <a:ext cx="5877165" cy="536550"/>
      </dsp:txXfrm>
    </dsp:sp>
    <dsp:sp modelId="{DF72560F-E95F-423D-A8FF-AAE8DAA00A74}">
      <dsp:nvSpPr>
        <dsp:cNvPr id="0" name=""/>
        <dsp:cNvSpPr/>
      </dsp:nvSpPr>
      <dsp:spPr>
        <a:xfrm>
          <a:off x="1497367" y="3972285"/>
          <a:ext cx="5989468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69000"/>
                <a:alpha val="100000"/>
                <a:satMod val="109000"/>
                <a:lumMod val="110000"/>
              </a:schemeClr>
            </a:gs>
            <a:gs pos="52000">
              <a:schemeClr val="accent3">
                <a:hueOff val="0"/>
                <a:satOff val="0"/>
                <a:lumOff val="0"/>
                <a:alphaOff val="0"/>
                <a:tint val="74000"/>
                <a:satMod val="100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78000"/>
                <a:satMod val="10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/>
      </dsp:style>
    </dsp:sp>
    <dsp:sp modelId="{EDBBCE88-88E0-4C06-BA01-B4EFB6C685E1}">
      <dsp:nvSpPr>
        <dsp:cNvPr id="0" name=""/>
        <dsp:cNvSpPr/>
      </dsp:nvSpPr>
      <dsp:spPr>
        <a:xfrm>
          <a:off x="1609669" y="3999113"/>
          <a:ext cx="5877165" cy="5365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400" kern="1200" dirty="0"/>
            <a:t>Dirigir el equipo del proyecto</a:t>
          </a:r>
        </a:p>
      </dsp:txBody>
      <dsp:txXfrm>
        <a:off x="1609669" y="3999113"/>
        <a:ext cx="5877165" cy="536550"/>
      </dsp:txXfrm>
    </dsp:sp>
    <dsp:sp modelId="{22FFB06E-FF71-449B-9AA1-BDA4A6D85DF8}">
      <dsp:nvSpPr>
        <dsp:cNvPr id="0" name=""/>
        <dsp:cNvSpPr/>
      </dsp:nvSpPr>
      <dsp:spPr>
        <a:xfrm>
          <a:off x="1497367" y="4535663"/>
          <a:ext cx="5989468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69000"/>
                <a:alpha val="100000"/>
                <a:satMod val="109000"/>
                <a:lumMod val="110000"/>
              </a:schemeClr>
            </a:gs>
            <a:gs pos="52000">
              <a:schemeClr val="accent3">
                <a:hueOff val="0"/>
                <a:satOff val="0"/>
                <a:lumOff val="0"/>
                <a:alphaOff val="0"/>
                <a:tint val="74000"/>
                <a:satMod val="100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78000"/>
                <a:satMod val="10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424BBEB-B53A-4BAE-9AA3-7349701FD205}">
      <dsp:nvSpPr>
        <dsp:cNvPr id="0" name=""/>
        <dsp:cNvSpPr/>
      </dsp:nvSpPr>
      <dsp:spPr>
        <a:xfrm>
          <a:off x="-6126981" y="-937410"/>
          <a:ext cx="7293488" cy="7293488"/>
        </a:xfrm>
        <a:prstGeom prst="blockArc">
          <a:avLst>
            <a:gd name="adj1" fmla="val 18900000"/>
            <a:gd name="adj2" fmla="val 2700000"/>
            <a:gd name="adj3" fmla="val 296"/>
          </a:avLst>
        </a:pr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E9CFAB5-6530-43DC-BD52-AE67075EA74A}">
      <dsp:nvSpPr>
        <dsp:cNvPr id="0" name=""/>
        <dsp:cNvSpPr/>
      </dsp:nvSpPr>
      <dsp:spPr>
        <a:xfrm>
          <a:off x="610504" y="416587"/>
          <a:ext cx="7440913" cy="833607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61676" tIns="93980" rIns="93980" bIns="9398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3700" kern="1200" dirty="0"/>
            <a:t>Plan de gestión de calidad</a:t>
          </a:r>
        </a:p>
      </dsp:txBody>
      <dsp:txXfrm>
        <a:off x="610504" y="416587"/>
        <a:ext cx="7440913" cy="833607"/>
      </dsp:txXfrm>
    </dsp:sp>
    <dsp:sp modelId="{2E3A7CCC-AD74-4634-9862-9ED327ADCE6A}">
      <dsp:nvSpPr>
        <dsp:cNvPr id="0" name=""/>
        <dsp:cNvSpPr/>
      </dsp:nvSpPr>
      <dsp:spPr>
        <a:xfrm>
          <a:off x="89500" y="312386"/>
          <a:ext cx="1042009" cy="104200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A71267A-8A01-4F05-9A6D-CBED4D7308AE}">
      <dsp:nvSpPr>
        <dsp:cNvPr id="0" name=""/>
        <dsp:cNvSpPr/>
      </dsp:nvSpPr>
      <dsp:spPr>
        <a:xfrm>
          <a:off x="1088431" y="1667215"/>
          <a:ext cx="6962986" cy="833607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61676" tIns="93980" rIns="93980" bIns="9398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3700" kern="1200" dirty="0"/>
            <a:t>Métricas de calidad</a:t>
          </a:r>
        </a:p>
      </dsp:txBody>
      <dsp:txXfrm>
        <a:off x="1088431" y="1667215"/>
        <a:ext cx="6962986" cy="833607"/>
      </dsp:txXfrm>
    </dsp:sp>
    <dsp:sp modelId="{C7DD3862-EA8E-4D72-9F7F-C4EF5C5B048C}">
      <dsp:nvSpPr>
        <dsp:cNvPr id="0" name=""/>
        <dsp:cNvSpPr/>
      </dsp:nvSpPr>
      <dsp:spPr>
        <a:xfrm>
          <a:off x="567426" y="1563014"/>
          <a:ext cx="1042009" cy="104200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F15CA57-99EB-4A49-BEDA-B87C1719DA6F}">
      <dsp:nvSpPr>
        <dsp:cNvPr id="0" name=""/>
        <dsp:cNvSpPr/>
      </dsp:nvSpPr>
      <dsp:spPr>
        <a:xfrm>
          <a:off x="1088431" y="2917843"/>
          <a:ext cx="6962986" cy="833607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61676" tIns="93980" rIns="93980" bIns="9398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3700" kern="1200" dirty="0"/>
            <a:t>Listas de verificación </a:t>
          </a:r>
        </a:p>
      </dsp:txBody>
      <dsp:txXfrm>
        <a:off x="1088431" y="2917843"/>
        <a:ext cx="6962986" cy="833607"/>
      </dsp:txXfrm>
    </dsp:sp>
    <dsp:sp modelId="{3372E0D7-7345-40DF-BBA2-A743623239FA}">
      <dsp:nvSpPr>
        <dsp:cNvPr id="0" name=""/>
        <dsp:cNvSpPr/>
      </dsp:nvSpPr>
      <dsp:spPr>
        <a:xfrm>
          <a:off x="567426" y="2813642"/>
          <a:ext cx="1042009" cy="104200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4945275-FECF-4A96-ADC7-1C2E0846DBE4}">
      <dsp:nvSpPr>
        <dsp:cNvPr id="0" name=""/>
        <dsp:cNvSpPr/>
      </dsp:nvSpPr>
      <dsp:spPr>
        <a:xfrm>
          <a:off x="610504" y="4168472"/>
          <a:ext cx="7440913" cy="833607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61676" tIns="93980" rIns="93980" bIns="9398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3700" kern="1200" dirty="0"/>
            <a:t>Plan de mejoras del proceso</a:t>
          </a:r>
        </a:p>
      </dsp:txBody>
      <dsp:txXfrm>
        <a:off x="610504" y="4168472"/>
        <a:ext cx="7440913" cy="833607"/>
      </dsp:txXfrm>
    </dsp:sp>
    <dsp:sp modelId="{20BA1873-8175-425E-8748-05879752D31B}">
      <dsp:nvSpPr>
        <dsp:cNvPr id="0" name=""/>
        <dsp:cNvSpPr/>
      </dsp:nvSpPr>
      <dsp:spPr>
        <a:xfrm>
          <a:off x="89500" y="4064271"/>
          <a:ext cx="1042009" cy="104200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77D0E02-146F-4633-9106-BCB80C1B967B}">
      <dsp:nvSpPr>
        <dsp:cNvPr id="0" name=""/>
        <dsp:cNvSpPr/>
      </dsp:nvSpPr>
      <dsp:spPr>
        <a:xfrm rot="5400000">
          <a:off x="-236434" y="238785"/>
          <a:ext cx="1576227" cy="1103359"/>
        </a:xfrm>
        <a:prstGeom prst="chevron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400" b="1" kern="1200" dirty="0">
              <a:solidFill>
                <a:schemeClr val="tx1"/>
              </a:solidFill>
            </a:rPr>
            <a:t>Actividad a mejorar</a:t>
          </a:r>
        </a:p>
      </dsp:txBody>
      <dsp:txXfrm rot="-5400000">
        <a:off x="1" y="554031"/>
        <a:ext cx="1103359" cy="472868"/>
      </dsp:txXfrm>
    </dsp:sp>
    <dsp:sp modelId="{A23A205F-38EA-466D-A73B-94A53A1CB6CA}">
      <dsp:nvSpPr>
        <dsp:cNvPr id="0" name=""/>
        <dsp:cNvSpPr/>
      </dsp:nvSpPr>
      <dsp:spPr>
        <a:xfrm rot="5400000">
          <a:off x="3581338" y="-2475627"/>
          <a:ext cx="1024548" cy="5980505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4912" tIns="16510" rIns="16510" bIns="16510" numCol="1" spcCol="1270" anchor="ctr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_tradnl" sz="2600" kern="1200" dirty="0"/>
            <a:t>Resultado de listas de verificación</a:t>
          </a:r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_tradnl" sz="2600" kern="1200" dirty="0"/>
            <a:t>Monitorización y control</a:t>
          </a:r>
        </a:p>
      </dsp:txBody>
      <dsp:txXfrm rot="-5400000">
        <a:off x="1103360" y="52365"/>
        <a:ext cx="5930491" cy="924520"/>
      </dsp:txXfrm>
    </dsp:sp>
    <dsp:sp modelId="{719A3758-D0A2-4275-8304-A137EF0402C7}">
      <dsp:nvSpPr>
        <dsp:cNvPr id="0" name=""/>
        <dsp:cNvSpPr/>
      </dsp:nvSpPr>
      <dsp:spPr>
        <a:xfrm rot="5400000">
          <a:off x="-236434" y="1620671"/>
          <a:ext cx="1576227" cy="1103359"/>
        </a:xfrm>
        <a:prstGeom prst="chevron">
          <a:avLst/>
        </a:prstGeom>
        <a:solidFill>
          <a:schemeClr val="accent4">
            <a:hueOff val="2399126"/>
            <a:satOff val="-220"/>
            <a:lumOff val="686"/>
            <a:alphaOff val="0"/>
          </a:schemeClr>
        </a:solidFill>
        <a:ln w="12700" cap="flat" cmpd="sng" algn="ctr">
          <a:solidFill>
            <a:schemeClr val="accent4">
              <a:hueOff val="2399126"/>
              <a:satOff val="-220"/>
              <a:lumOff val="68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400" b="1" kern="1200" dirty="0">
              <a:solidFill>
                <a:schemeClr val="tx1"/>
              </a:solidFill>
            </a:rPr>
            <a:t>Estudio de mejora</a:t>
          </a:r>
        </a:p>
      </dsp:txBody>
      <dsp:txXfrm rot="-5400000">
        <a:off x="1" y="1935917"/>
        <a:ext cx="1103359" cy="472868"/>
      </dsp:txXfrm>
    </dsp:sp>
    <dsp:sp modelId="{D87B9659-AB68-41CE-8186-623A5B13B042}">
      <dsp:nvSpPr>
        <dsp:cNvPr id="0" name=""/>
        <dsp:cNvSpPr/>
      </dsp:nvSpPr>
      <dsp:spPr>
        <a:xfrm rot="5400000">
          <a:off x="3581338" y="-1093741"/>
          <a:ext cx="1024548" cy="5980505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2399126"/>
              <a:satOff val="-220"/>
              <a:lumOff val="68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4912" tIns="16510" rIns="16510" bIns="16510" numCol="1" spcCol="1270" anchor="ctr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_tradnl" sz="2600" kern="1200" dirty="0"/>
            <a:t>¿Problema</a:t>
          </a:r>
          <a:r>
            <a:rPr lang="es-ES_tradnl" sz="2600" kern="1200" dirty="0">
              <a:latin typeface="Century Gothic" panose="020B0502020202020204" pitchFamily="34" charset="0"/>
            </a:rPr>
            <a:t>?</a:t>
          </a:r>
          <a:r>
            <a:rPr lang="es-ES_tradnl" sz="2600" kern="1200" dirty="0"/>
            <a:t> -&gt; Causa/s</a:t>
          </a:r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_tradnl" sz="2600" kern="1200" dirty="0"/>
            <a:t>Posibles soluciones</a:t>
          </a:r>
        </a:p>
      </dsp:txBody>
      <dsp:txXfrm rot="-5400000">
        <a:off x="1103360" y="1434251"/>
        <a:ext cx="5930491" cy="924520"/>
      </dsp:txXfrm>
    </dsp:sp>
    <dsp:sp modelId="{99C6DDC6-4BD7-4FE3-8827-B93EB2F50D9F}">
      <dsp:nvSpPr>
        <dsp:cNvPr id="0" name=""/>
        <dsp:cNvSpPr/>
      </dsp:nvSpPr>
      <dsp:spPr>
        <a:xfrm rot="5400000">
          <a:off x="-236434" y="3002558"/>
          <a:ext cx="1576227" cy="1103359"/>
        </a:xfrm>
        <a:prstGeom prst="chevron">
          <a:avLst/>
        </a:prstGeom>
        <a:solidFill>
          <a:schemeClr val="accent4">
            <a:hueOff val="4798252"/>
            <a:satOff val="-440"/>
            <a:lumOff val="1373"/>
            <a:alphaOff val="0"/>
          </a:schemeClr>
        </a:solidFill>
        <a:ln w="12700" cap="flat" cmpd="sng" algn="ctr">
          <a:solidFill>
            <a:schemeClr val="accent4">
              <a:hueOff val="4798252"/>
              <a:satOff val="-440"/>
              <a:lumOff val="137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400" b="1" kern="1200" dirty="0">
              <a:solidFill>
                <a:schemeClr val="tx1"/>
              </a:solidFill>
            </a:rPr>
            <a:t>Aceptación de cambios</a:t>
          </a:r>
        </a:p>
      </dsp:txBody>
      <dsp:txXfrm rot="-5400000">
        <a:off x="1" y="3317804"/>
        <a:ext cx="1103359" cy="472868"/>
      </dsp:txXfrm>
    </dsp:sp>
    <dsp:sp modelId="{2162F8AB-9CD8-41C6-BCC5-1C58C137DF6E}">
      <dsp:nvSpPr>
        <dsp:cNvPr id="0" name=""/>
        <dsp:cNvSpPr/>
      </dsp:nvSpPr>
      <dsp:spPr>
        <a:xfrm rot="5400000">
          <a:off x="3581338" y="288145"/>
          <a:ext cx="1024548" cy="5980505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4798252"/>
              <a:satOff val="-440"/>
              <a:lumOff val="137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4912" tIns="16510" rIns="16510" bIns="16510" numCol="1" spcCol="1270" anchor="ctr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_tradnl" sz="2600" kern="1200" dirty="0"/>
            <a:t>Project Manager</a:t>
          </a:r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_tradnl" sz="2600" kern="1200" dirty="0"/>
            <a:t>PMO</a:t>
          </a:r>
        </a:p>
      </dsp:txBody>
      <dsp:txXfrm rot="-5400000">
        <a:off x="1103360" y="2816137"/>
        <a:ext cx="5930491" cy="92452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70494F9-BBC6-9B4D-ABE0-28B7062A7EEA}">
      <dsp:nvSpPr>
        <dsp:cNvPr id="0" name=""/>
        <dsp:cNvSpPr/>
      </dsp:nvSpPr>
      <dsp:spPr>
        <a:xfrm>
          <a:off x="0" y="0"/>
          <a:ext cx="7486835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69000"/>
                <a:alpha val="100000"/>
                <a:satMod val="109000"/>
                <a:lumMod val="110000"/>
              </a:schemeClr>
            </a:gs>
            <a:gs pos="52000">
              <a:schemeClr val="accent3">
                <a:hueOff val="0"/>
                <a:satOff val="0"/>
                <a:lumOff val="0"/>
                <a:alphaOff val="0"/>
                <a:tint val="74000"/>
                <a:satMod val="100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78000"/>
                <a:satMod val="10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0FAAA673-A6AE-2E48-9396-AEC5BB305A0E}">
      <dsp:nvSpPr>
        <dsp:cNvPr id="0" name=""/>
        <dsp:cNvSpPr/>
      </dsp:nvSpPr>
      <dsp:spPr>
        <a:xfrm>
          <a:off x="0" y="595"/>
          <a:ext cx="1497367" cy="7208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700" kern="1200" dirty="0"/>
            <a:t>Introducción</a:t>
          </a:r>
        </a:p>
      </dsp:txBody>
      <dsp:txXfrm>
        <a:off x="0" y="595"/>
        <a:ext cx="1497367" cy="720895"/>
      </dsp:txXfrm>
    </dsp:sp>
    <dsp:sp modelId="{4324E71C-51E4-4FFA-9638-472734009553}">
      <dsp:nvSpPr>
        <dsp:cNvPr id="0" name=""/>
        <dsp:cNvSpPr/>
      </dsp:nvSpPr>
      <dsp:spPr>
        <a:xfrm>
          <a:off x="0" y="0"/>
          <a:ext cx="7486835" cy="0"/>
        </a:xfrm>
        <a:prstGeom prst="line">
          <a:avLst/>
        </a:prstGeom>
        <a:gradFill rotWithShape="0">
          <a:gsLst>
            <a:gs pos="0">
              <a:schemeClr val="accent3">
                <a:hueOff val="1270596"/>
                <a:satOff val="-12860"/>
                <a:lumOff val="-490"/>
                <a:alphaOff val="0"/>
                <a:tint val="69000"/>
                <a:alpha val="100000"/>
                <a:satMod val="109000"/>
                <a:lumMod val="110000"/>
              </a:schemeClr>
            </a:gs>
            <a:gs pos="52000">
              <a:schemeClr val="accent3">
                <a:hueOff val="1270596"/>
                <a:satOff val="-12860"/>
                <a:lumOff val="-490"/>
                <a:alphaOff val="0"/>
                <a:tint val="74000"/>
                <a:satMod val="100000"/>
                <a:lumMod val="104000"/>
              </a:schemeClr>
            </a:gs>
            <a:gs pos="100000">
              <a:schemeClr val="accent3">
                <a:hueOff val="1270596"/>
                <a:satOff val="-12860"/>
                <a:lumOff val="-490"/>
                <a:alphaOff val="0"/>
                <a:tint val="78000"/>
                <a:satMod val="10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hueOff val="1270596"/>
              <a:satOff val="-12860"/>
              <a:lumOff val="-49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792A15AE-68CB-4B5E-A488-D8B2430819E0}">
      <dsp:nvSpPr>
        <dsp:cNvPr id="0" name=""/>
        <dsp:cNvSpPr/>
      </dsp:nvSpPr>
      <dsp:spPr>
        <a:xfrm>
          <a:off x="0" y="721491"/>
          <a:ext cx="1497367" cy="19211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700" kern="1200" dirty="0"/>
            <a:t>Calidad</a:t>
          </a:r>
        </a:p>
      </dsp:txBody>
      <dsp:txXfrm>
        <a:off x="0" y="721491"/>
        <a:ext cx="1497367" cy="1921107"/>
      </dsp:txXfrm>
    </dsp:sp>
    <dsp:sp modelId="{520D1D2C-1114-41BF-8F7E-61F71B01A781}">
      <dsp:nvSpPr>
        <dsp:cNvPr id="0" name=""/>
        <dsp:cNvSpPr/>
      </dsp:nvSpPr>
      <dsp:spPr>
        <a:xfrm>
          <a:off x="1609669" y="751508"/>
          <a:ext cx="5877165" cy="6003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000" kern="1200" dirty="0"/>
            <a:t>Planificación de la calidad</a:t>
          </a:r>
        </a:p>
      </dsp:txBody>
      <dsp:txXfrm>
        <a:off x="1609669" y="751508"/>
        <a:ext cx="5877165" cy="600346"/>
      </dsp:txXfrm>
    </dsp:sp>
    <dsp:sp modelId="{0A0EB41C-54BD-4DBD-AE20-1F9966450DC3}">
      <dsp:nvSpPr>
        <dsp:cNvPr id="0" name=""/>
        <dsp:cNvSpPr/>
      </dsp:nvSpPr>
      <dsp:spPr>
        <a:xfrm>
          <a:off x="1497366" y="1351854"/>
          <a:ext cx="5989468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69000"/>
                <a:alpha val="100000"/>
                <a:satMod val="109000"/>
                <a:lumMod val="110000"/>
              </a:schemeClr>
            </a:gs>
            <a:gs pos="52000">
              <a:schemeClr val="accent3">
                <a:hueOff val="0"/>
                <a:satOff val="0"/>
                <a:lumOff val="0"/>
                <a:alphaOff val="0"/>
                <a:tint val="74000"/>
                <a:satMod val="100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78000"/>
                <a:satMod val="10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/>
      </dsp:style>
    </dsp:sp>
    <dsp:sp modelId="{F1E3A902-B27E-4D1E-9D62-838DBF77570E}">
      <dsp:nvSpPr>
        <dsp:cNvPr id="0" name=""/>
        <dsp:cNvSpPr/>
      </dsp:nvSpPr>
      <dsp:spPr>
        <a:xfrm>
          <a:off x="1609669" y="1381871"/>
          <a:ext cx="5877165" cy="6003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000" kern="1200" dirty="0"/>
            <a:t>Realizar el aseguramiento</a:t>
          </a:r>
          <a:r>
            <a:rPr lang="es-ES" sz="2000" kern="1200" baseline="0" dirty="0"/>
            <a:t> de la calidad</a:t>
          </a:r>
          <a:endParaRPr lang="es-ES" sz="2000" kern="1200" dirty="0"/>
        </a:p>
      </dsp:txBody>
      <dsp:txXfrm>
        <a:off x="1609669" y="1381871"/>
        <a:ext cx="5877165" cy="600346"/>
      </dsp:txXfrm>
    </dsp:sp>
    <dsp:sp modelId="{2B79C5B5-7045-4C8A-A0D3-ED34D320DACE}">
      <dsp:nvSpPr>
        <dsp:cNvPr id="0" name=""/>
        <dsp:cNvSpPr/>
      </dsp:nvSpPr>
      <dsp:spPr>
        <a:xfrm>
          <a:off x="1497366" y="1982218"/>
          <a:ext cx="5989468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69000"/>
                <a:alpha val="100000"/>
                <a:satMod val="109000"/>
                <a:lumMod val="110000"/>
              </a:schemeClr>
            </a:gs>
            <a:gs pos="52000">
              <a:schemeClr val="accent3">
                <a:hueOff val="0"/>
                <a:satOff val="0"/>
                <a:lumOff val="0"/>
                <a:alphaOff val="0"/>
                <a:tint val="74000"/>
                <a:satMod val="100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78000"/>
                <a:satMod val="10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/>
      </dsp:style>
    </dsp:sp>
    <dsp:sp modelId="{821592CB-BF1E-40A4-88FF-532C668728A8}">
      <dsp:nvSpPr>
        <dsp:cNvPr id="0" name=""/>
        <dsp:cNvSpPr/>
      </dsp:nvSpPr>
      <dsp:spPr>
        <a:xfrm>
          <a:off x="1609669" y="2012235"/>
          <a:ext cx="5877165" cy="6003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000" kern="1200" dirty="0"/>
            <a:t>Controlar</a:t>
          </a:r>
          <a:r>
            <a:rPr lang="es-ES" sz="2000" kern="1200" baseline="0" dirty="0"/>
            <a:t> la calidad</a:t>
          </a:r>
          <a:endParaRPr lang="es-ES" sz="2000" kern="1200" dirty="0"/>
        </a:p>
      </dsp:txBody>
      <dsp:txXfrm>
        <a:off x="1609669" y="2012235"/>
        <a:ext cx="5877165" cy="600346"/>
      </dsp:txXfrm>
    </dsp:sp>
    <dsp:sp modelId="{AFB2C275-AEA0-46EA-8FAC-DEEB17253C42}">
      <dsp:nvSpPr>
        <dsp:cNvPr id="0" name=""/>
        <dsp:cNvSpPr/>
      </dsp:nvSpPr>
      <dsp:spPr>
        <a:xfrm>
          <a:off x="1497366" y="2612581"/>
          <a:ext cx="5989468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69000"/>
                <a:alpha val="100000"/>
                <a:satMod val="109000"/>
                <a:lumMod val="110000"/>
              </a:schemeClr>
            </a:gs>
            <a:gs pos="52000">
              <a:schemeClr val="accent3">
                <a:hueOff val="0"/>
                <a:satOff val="0"/>
                <a:lumOff val="0"/>
                <a:alphaOff val="0"/>
                <a:tint val="74000"/>
                <a:satMod val="100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78000"/>
                <a:satMod val="10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/>
      </dsp:style>
    </dsp:sp>
    <dsp:sp modelId="{B2F277F3-7CF1-994E-B28A-0B3155C31199}">
      <dsp:nvSpPr>
        <dsp:cNvPr id="0" name=""/>
        <dsp:cNvSpPr/>
      </dsp:nvSpPr>
      <dsp:spPr>
        <a:xfrm>
          <a:off x="0" y="2642598"/>
          <a:ext cx="7486835" cy="0"/>
        </a:xfrm>
        <a:prstGeom prst="line">
          <a:avLst/>
        </a:prstGeom>
        <a:gradFill rotWithShape="0">
          <a:gsLst>
            <a:gs pos="0">
              <a:schemeClr val="accent3">
                <a:hueOff val="2541193"/>
                <a:satOff val="-25720"/>
                <a:lumOff val="-980"/>
                <a:alphaOff val="0"/>
                <a:tint val="69000"/>
                <a:alpha val="100000"/>
                <a:satMod val="109000"/>
                <a:lumMod val="110000"/>
              </a:schemeClr>
            </a:gs>
            <a:gs pos="52000">
              <a:schemeClr val="accent3">
                <a:hueOff val="2541193"/>
                <a:satOff val="-25720"/>
                <a:lumOff val="-980"/>
                <a:alphaOff val="0"/>
                <a:tint val="74000"/>
                <a:satMod val="100000"/>
                <a:lumMod val="104000"/>
              </a:schemeClr>
            </a:gs>
            <a:gs pos="100000">
              <a:schemeClr val="accent3">
                <a:hueOff val="2541193"/>
                <a:satOff val="-25720"/>
                <a:lumOff val="-980"/>
                <a:alphaOff val="0"/>
                <a:tint val="78000"/>
                <a:satMod val="10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hueOff val="2541193"/>
              <a:satOff val="-25720"/>
              <a:lumOff val="-98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9891002C-403A-A043-B663-E6FEB51C2557}">
      <dsp:nvSpPr>
        <dsp:cNvPr id="0" name=""/>
        <dsp:cNvSpPr/>
      </dsp:nvSpPr>
      <dsp:spPr>
        <a:xfrm>
          <a:off x="0" y="2642598"/>
          <a:ext cx="1497367" cy="19211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700" kern="1200" dirty="0"/>
            <a:t>Recursos Humanos</a:t>
          </a:r>
        </a:p>
      </dsp:txBody>
      <dsp:txXfrm>
        <a:off x="0" y="2642598"/>
        <a:ext cx="1497367" cy="1921107"/>
      </dsp:txXfrm>
    </dsp:sp>
    <dsp:sp modelId="{CECABC1D-D0D2-4346-AB17-5BDF3AE0B320}">
      <dsp:nvSpPr>
        <dsp:cNvPr id="0" name=""/>
        <dsp:cNvSpPr/>
      </dsp:nvSpPr>
      <dsp:spPr>
        <a:xfrm>
          <a:off x="1609669" y="2665182"/>
          <a:ext cx="5877165" cy="4516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000" kern="1200" dirty="0"/>
            <a:t>Planificación de los RRHH</a:t>
          </a:r>
        </a:p>
      </dsp:txBody>
      <dsp:txXfrm>
        <a:off x="1609669" y="2665182"/>
        <a:ext cx="5877165" cy="451666"/>
      </dsp:txXfrm>
    </dsp:sp>
    <dsp:sp modelId="{5D84D3DB-F553-4712-A813-E34BD39795E9}">
      <dsp:nvSpPr>
        <dsp:cNvPr id="0" name=""/>
        <dsp:cNvSpPr/>
      </dsp:nvSpPr>
      <dsp:spPr>
        <a:xfrm>
          <a:off x="1497366" y="3116848"/>
          <a:ext cx="5989468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69000"/>
                <a:alpha val="100000"/>
                <a:satMod val="109000"/>
                <a:lumMod val="110000"/>
              </a:schemeClr>
            </a:gs>
            <a:gs pos="52000">
              <a:schemeClr val="accent3">
                <a:hueOff val="0"/>
                <a:satOff val="0"/>
                <a:lumOff val="0"/>
                <a:alphaOff val="0"/>
                <a:tint val="74000"/>
                <a:satMod val="100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78000"/>
                <a:satMod val="10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/>
      </dsp:style>
    </dsp:sp>
    <dsp:sp modelId="{70B24025-E2C6-417F-99E1-3AE2064C772D}">
      <dsp:nvSpPr>
        <dsp:cNvPr id="0" name=""/>
        <dsp:cNvSpPr/>
      </dsp:nvSpPr>
      <dsp:spPr>
        <a:xfrm>
          <a:off x="1609669" y="3139432"/>
          <a:ext cx="5877165" cy="4516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000" kern="1200" dirty="0"/>
            <a:t>Adquirir el equipo de trabajo</a:t>
          </a:r>
        </a:p>
      </dsp:txBody>
      <dsp:txXfrm>
        <a:off x="1609669" y="3139432"/>
        <a:ext cx="5877165" cy="451666"/>
      </dsp:txXfrm>
    </dsp:sp>
    <dsp:sp modelId="{5E350EE4-2D6A-4A16-A0FE-9FACA9074727}">
      <dsp:nvSpPr>
        <dsp:cNvPr id="0" name=""/>
        <dsp:cNvSpPr/>
      </dsp:nvSpPr>
      <dsp:spPr>
        <a:xfrm>
          <a:off x="1497366" y="3591098"/>
          <a:ext cx="5989468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69000"/>
                <a:alpha val="100000"/>
                <a:satMod val="109000"/>
                <a:lumMod val="110000"/>
              </a:schemeClr>
            </a:gs>
            <a:gs pos="52000">
              <a:schemeClr val="accent3">
                <a:hueOff val="0"/>
                <a:satOff val="0"/>
                <a:lumOff val="0"/>
                <a:alphaOff val="0"/>
                <a:tint val="74000"/>
                <a:satMod val="100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78000"/>
                <a:satMod val="10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/>
      </dsp:style>
    </dsp:sp>
    <dsp:sp modelId="{1AB85A7C-0FFD-4546-B83C-987E91EDF1C9}">
      <dsp:nvSpPr>
        <dsp:cNvPr id="0" name=""/>
        <dsp:cNvSpPr/>
      </dsp:nvSpPr>
      <dsp:spPr>
        <a:xfrm>
          <a:off x="1609669" y="3613682"/>
          <a:ext cx="5877165" cy="4516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000" kern="1200" dirty="0"/>
            <a:t>Desarrollar el equipo del proyecto</a:t>
          </a:r>
        </a:p>
      </dsp:txBody>
      <dsp:txXfrm>
        <a:off x="1609669" y="3613682"/>
        <a:ext cx="5877165" cy="451666"/>
      </dsp:txXfrm>
    </dsp:sp>
    <dsp:sp modelId="{DF72560F-E95F-423D-A8FF-AAE8DAA00A74}">
      <dsp:nvSpPr>
        <dsp:cNvPr id="0" name=""/>
        <dsp:cNvSpPr/>
      </dsp:nvSpPr>
      <dsp:spPr>
        <a:xfrm>
          <a:off x="1497366" y="4065348"/>
          <a:ext cx="5989468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69000"/>
                <a:alpha val="100000"/>
                <a:satMod val="109000"/>
                <a:lumMod val="110000"/>
              </a:schemeClr>
            </a:gs>
            <a:gs pos="52000">
              <a:schemeClr val="accent3">
                <a:hueOff val="0"/>
                <a:satOff val="0"/>
                <a:lumOff val="0"/>
                <a:alphaOff val="0"/>
                <a:tint val="74000"/>
                <a:satMod val="100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78000"/>
                <a:satMod val="10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/>
      </dsp:style>
    </dsp:sp>
    <dsp:sp modelId="{EDBBCE88-88E0-4C06-BA01-B4EFB6C685E1}">
      <dsp:nvSpPr>
        <dsp:cNvPr id="0" name=""/>
        <dsp:cNvSpPr/>
      </dsp:nvSpPr>
      <dsp:spPr>
        <a:xfrm>
          <a:off x="1609669" y="4087932"/>
          <a:ext cx="5877165" cy="4516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000" kern="1200" dirty="0"/>
            <a:t>Dirigir el equipo del proyecto</a:t>
          </a:r>
        </a:p>
      </dsp:txBody>
      <dsp:txXfrm>
        <a:off x="1609669" y="4087932"/>
        <a:ext cx="5877165" cy="451666"/>
      </dsp:txXfrm>
    </dsp:sp>
    <dsp:sp modelId="{22FFB06E-FF71-449B-9AA1-BDA4A6D85DF8}">
      <dsp:nvSpPr>
        <dsp:cNvPr id="0" name=""/>
        <dsp:cNvSpPr/>
      </dsp:nvSpPr>
      <dsp:spPr>
        <a:xfrm>
          <a:off x="1497366" y="4539598"/>
          <a:ext cx="5989468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69000"/>
                <a:alpha val="100000"/>
                <a:satMod val="109000"/>
                <a:lumMod val="110000"/>
              </a:schemeClr>
            </a:gs>
            <a:gs pos="52000">
              <a:schemeClr val="accent3">
                <a:hueOff val="0"/>
                <a:satOff val="0"/>
                <a:lumOff val="0"/>
                <a:alphaOff val="0"/>
                <a:tint val="74000"/>
                <a:satMod val="100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78000"/>
                <a:satMod val="10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/>
      </dsp:style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729D2EE-F3F5-4947-BAD3-F992910D4A8A}">
      <dsp:nvSpPr>
        <dsp:cNvPr id="0" name=""/>
        <dsp:cNvSpPr/>
      </dsp:nvSpPr>
      <dsp:spPr>
        <a:xfrm>
          <a:off x="1201999" y="-90213"/>
          <a:ext cx="4280620" cy="4280620"/>
        </a:xfrm>
        <a:prstGeom prst="circularArrow">
          <a:avLst>
            <a:gd name="adj1" fmla="val 4668"/>
            <a:gd name="adj2" fmla="val 272909"/>
            <a:gd name="adj3" fmla="val 12962508"/>
            <a:gd name="adj4" fmla="val 17942077"/>
            <a:gd name="adj5" fmla="val 4847"/>
          </a:avLst>
        </a:prstGeom>
        <a:gradFill rotWithShape="0">
          <a:gsLst>
            <a:gs pos="0">
              <a:schemeClr val="accent2">
                <a:tint val="40000"/>
                <a:hueOff val="0"/>
                <a:satOff val="0"/>
                <a:lumOff val="0"/>
                <a:alphaOff val="0"/>
                <a:tint val="96000"/>
                <a:satMod val="100000"/>
                <a:lumMod val="104000"/>
              </a:schemeClr>
            </a:gs>
            <a:gs pos="78000">
              <a:schemeClr val="accent2">
                <a:tint val="40000"/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z="-152400" extrusionH="63500" prstMaterial="matte">
          <a:bevelT w="14445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/>
      </dsp:style>
    </dsp:sp>
    <dsp:sp modelId="{8DE2072A-129D-4ED2-A2EA-4835686120E4}">
      <dsp:nvSpPr>
        <dsp:cNvPr id="0" name=""/>
        <dsp:cNvSpPr/>
      </dsp:nvSpPr>
      <dsp:spPr>
        <a:xfrm>
          <a:off x="1964912" y="0"/>
          <a:ext cx="2754794" cy="1377397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satMod val="100000"/>
                <a:lumMod val="104000"/>
              </a:schemeClr>
            </a:gs>
            <a:gs pos="78000">
              <a:schemeClr val="accent2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3500" kern="1200" dirty="0"/>
            <a:t>Planificar</a:t>
          </a:r>
        </a:p>
      </dsp:txBody>
      <dsp:txXfrm>
        <a:off x="2032151" y="67239"/>
        <a:ext cx="2620316" cy="1242919"/>
      </dsp:txXfrm>
    </dsp:sp>
    <dsp:sp modelId="{44F1A0CC-49C9-4B0C-B459-27C6274EBE93}">
      <dsp:nvSpPr>
        <dsp:cNvPr id="0" name=""/>
        <dsp:cNvSpPr/>
      </dsp:nvSpPr>
      <dsp:spPr>
        <a:xfrm>
          <a:off x="3501939" y="1538466"/>
          <a:ext cx="2754794" cy="1377397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6000"/>
                <a:satMod val="100000"/>
                <a:lumMod val="104000"/>
              </a:schemeClr>
            </a:gs>
            <a:gs pos="78000">
              <a:schemeClr val="accent3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3500" kern="1200" dirty="0"/>
            <a:t>Hacer</a:t>
          </a:r>
        </a:p>
      </dsp:txBody>
      <dsp:txXfrm>
        <a:off x="3569178" y="1605705"/>
        <a:ext cx="2620316" cy="1242919"/>
      </dsp:txXfrm>
    </dsp:sp>
    <dsp:sp modelId="{058EDF98-D69D-4850-A7EE-7423CED16A92}">
      <dsp:nvSpPr>
        <dsp:cNvPr id="0" name=""/>
        <dsp:cNvSpPr/>
      </dsp:nvSpPr>
      <dsp:spPr>
        <a:xfrm>
          <a:off x="1964912" y="3075493"/>
          <a:ext cx="2754794" cy="1377397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96000"/>
                <a:satMod val="100000"/>
                <a:lumMod val="104000"/>
              </a:schemeClr>
            </a:gs>
            <a:gs pos="78000">
              <a:schemeClr val="accent4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3500" kern="1200" dirty="0"/>
            <a:t>Monitorizar</a:t>
          </a:r>
        </a:p>
      </dsp:txBody>
      <dsp:txXfrm>
        <a:off x="2032151" y="3142732"/>
        <a:ext cx="2620316" cy="1242919"/>
      </dsp:txXfrm>
    </dsp:sp>
    <dsp:sp modelId="{38068B84-2D50-4738-AAA8-AE29F2F9B2DC}">
      <dsp:nvSpPr>
        <dsp:cNvPr id="0" name=""/>
        <dsp:cNvSpPr/>
      </dsp:nvSpPr>
      <dsp:spPr>
        <a:xfrm>
          <a:off x="427885" y="1538466"/>
          <a:ext cx="2754794" cy="1377397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6000"/>
                <a:satMod val="100000"/>
                <a:lumMod val="104000"/>
              </a:schemeClr>
            </a:gs>
            <a:gs pos="78000">
              <a:schemeClr val="accent5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3500" kern="1200" dirty="0"/>
            <a:t>Actuar</a:t>
          </a:r>
        </a:p>
      </dsp:txBody>
      <dsp:txXfrm>
        <a:off x="495124" y="1605705"/>
        <a:ext cx="2620316" cy="1242919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70494F9-BBC6-9B4D-ABE0-28B7062A7EEA}">
      <dsp:nvSpPr>
        <dsp:cNvPr id="0" name=""/>
        <dsp:cNvSpPr/>
      </dsp:nvSpPr>
      <dsp:spPr>
        <a:xfrm>
          <a:off x="0" y="0"/>
          <a:ext cx="7486835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69000"/>
                <a:alpha val="100000"/>
                <a:satMod val="109000"/>
                <a:lumMod val="110000"/>
              </a:schemeClr>
            </a:gs>
            <a:gs pos="52000">
              <a:schemeClr val="accent3">
                <a:hueOff val="0"/>
                <a:satOff val="0"/>
                <a:lumOff val="0"/>
                <a:alphaOff val="0"/>
                <a:tint val="74000"/>
                <a:satMod val="100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78000"/>
                <a:satMod val="10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0FAAA673-A6AE-2E48-9396-AEC5BB305A0E}">
      <dsp:nvSpPr>
        <dsp:cNvPr id="0" name=""/>
        <dsp:cNvSpPr/>
      </dsp:nvSpPr>
      <dsp:spPr>
        <a:xfrm>
          <a:off x="0" y="595"/>
          <a:ext cx="1497367" cy="7208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700" kern="1200" dirty="0"/>
            <a:t>Introducción</a:t>
          </a:r>
        </a:p>
      </dsp:txBody>
      <dsp:txXfrm>
        <a:off x="0" y="595"/>
        <a:ext cx="1497367" cy="720895"/>
      </dsp:txXfrm>
    </dsp:sp>
    <dsp:sp modelId="{4324E71C-51E4-4FFA-9638-472734009553}">
      <dsp:nvSpPr>
        <dsp:cNvPr id="0" name=""/>
        <dsp:cNvSpPr/>
      </dsp:nvSpPr>
      <dsp:spPr>
        <a:xfrm>
          <a:off x="0" y="0"/>
          <a:ext cx="7486835" cy="0"/>
        </a:xfrm>
        <a:prstGeom prst="line">
          <a:avLst/>
        </a:prstGeom>
        <a:gradFill rotWithShape="0">
          <a:gsLst>
            <a:gs pos="0">
              <a:schemeClr val="accent3">
                <a:hueOff val="1270596"/>
                <a:satOff val="-12860"/>
                <a:lumOff val="-490"/>
                <a:alphaOff val="0"/>
                <a:tint val="69000"/>
                <a:alpha val="100000"/>
                <a:satMod val="109000"/>
                <a:lumMod val="110000"/>
              </a:schemeClr>
            </a:gs>
            <a:gs pos="52000">
              <a:schemeClr val="accent3">
                <a:hueOff val="1270596"/>
                <a:satOff val="-12860"/>
                <a:lumOff val="-490"/>
                <a:alphaOff val="0"/>
                <a:tint val="74000"/>
                <a:satMod val="100000"/>
                <a:lumMod val="104000"/>
              </a:schemeClr>
            </a:gs>
            <a:gs pos="100000">
              <a:schemeClr val="accent3">
                <a:hueOff val="1270596"/>
                <a:satOff val="-12860"/>
                <a:lumOff val="-490"/>
                <a:alphaOff val="0"/>
                <a:tint val="78000"/>
                <a:satMod val="10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hueOff val="1270596"/>
              <a:satOff val="-12860"/>
              <a:lumOff val="-49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792A15AE-68CB-4B5E-A488-D8B2430819E0}">
      <dsp:nvSpPr>
        <dsp:cNvPr id="0" name=""/>
        <dsp:cNvSpPr/>
      </dsp:nvSpPr>
      <dsp:spPr>
        <a:xfrm>
          <a:off x="0" y="721491"/>
          <a:ext cx="1497367" cy="19211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700" kern="1200" dirty="0"/>
            <a:t>Calidad</a:t>
          </a:r>
        </a:p>
      </dsp:txBody>
      <dsp:txXfrm>
        <a:off x="0" y="721491"/>
        <a:ext cx="1497367" cy="1921107"/>
      </dsp:txXfrm>
    </dsp:sp>
    <dsp:sp modelId="{520D1D2C-1114-41BF-8F7E-61F71B01A781}">
      <dsp:nvSpPr>
        <dsp:cNvPr id="0" name=""/>
        <dsp:cNvSpPr/>
      </dsp:nvSpPr>
      <dsp:spPr>
        <a:xfrm>
          <a:off x="1609669" y="751508"/>
          <a:ext cx="5877165" cy="6003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000" kern="1200" dirty="0"/>
            <a:t>Planificación de la calidad</a:t>
          </a:r>
        </a:p>
      </dsp:txBody>
      <dsp:txXfrm>
        <a:off x="1609669" y="751508"/>
        <a:ext cx="5877165" cy="600346"/>
      </dsp:txXfrm>
    </dsp:sp>
    <dsp:sp modelId="{0A0EB41C-54BD-4DBD-AE20-1F9966450DC3}">
      <dsp:nvSpPr>
        <dsp:cNvPr id="0" name=""/>
        <dsp:cNvSpPr/>
      </dsp:nvSpPr>
      <dsp:spPr>
        <a:xfrm>
          <a:off x="1497366" y="1351854"/>
          <a:ext cx="5989468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69000"/>
                <a:alpha val="100000"/>
                <a:satMod val="109000"/>
                <a:lumMod val="110000"/>
              </a:schemeClr>
            </a:gs>
            <a:gs pos="52000">
              <a:schemeClr val="accent3">
                <a:hueOff val="0"/>
                <a:satOff val="0"/>
                <a:lumOff val="0"/>
                <a:alphaOff val="0"/>
                <a:tint val="74000"/>
                <a:satMod val="100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78000"/>
                <a:satMod val="10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/>
      </dsp:style>
    </dsp:sp>
    <dsp:sp modelId="{F1E3A902-B27E-4D1E-9D62-838DBF77570E}">
      <dsp:nvSpPr>
        <dsp:cNvPr id="0" name=""/>
        <dsp:cNvSpPr/>
      </dsp:nvSpPr>
      <dsp:spPr>
        <a:xfrm>
          <a:off x="1609669" y="1381871"/>
          <a:ext cx="5877165" cy="6003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000" kern="1200" dirty="0"/>
            <a:t>Realizar el aseguramiento</a:t>
          </a:r>
          <a:r>
            <a:rPr lang="es-ES" sz="2000" kern="1200" baseline="0" dirty="0"/>
            <a:t> de la calidad</a:t>
          </a:r>
          <a:endParaRPr lang="es-ES" sz="2000" kern="1200" dirty="0"/>
        </a:p>
      </dsp:txBody>
      <dsp:txXfrm>
        <a:off x="1609669" y="1381871"/>
        <a:ext cx="5877165" cy="600346"/>
      </dsp:txXfrm>
    </dsp:sp>
    <dsp:sp modelId="{2B79C5B5-7045-4C8A-A0D3-ED34D320DACE}">
      <dsp:nvSpPr>
        <dsp:cNvPr id="0" name=""/>
        <dsp:cNvSpPr/>
      </dsp:nvSpPr>
      <dsp:spPr>
        <a:xfrm>
          <a:off x="1497366" y="1982218"/>
          <a:ext cx="5989468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69000"/>
                <a:alpha val="100000"/>
                <a:satMod val="109000"/>
                <a:lumMod val="110000"/>
              </a:schemeClr>
            </a:gs>
            <a:gs pos="52000">
              <a:schemeClr val="accent3">
                <a:hueOff val="0"/>
                <a:satOff val="0"/>
                <a:lumOff val="0"/>
                <a:alphaOff val="0"/>
                <a:tint val="74000"/>
                <a:satMod val="100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78000"/>
                <a:satMod val="10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/>
      </dsp:style>
    </dsp:sp>
    <dsp:sp modelId="{821592CB-BF1E-40A4-88FF-532C668728A8}">
      <dsp:nvSpPr>
        <dsp:cNvPr id="0" name=""/>
        <dsp:cNvSpPr/>
      </dsp:nvSpPr>
      <dsp:spPr>
        <a:xfrm>
          <a:off x="1609669" y="2012235"/>
          <a:ext cx="5877165" cy="6003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000" kern="1200" dirty="0"/>
            <a:t>Controlar</a:t>
          </a:r>
          <a:r>
            <a:rPr lang="es-ES" sz="2000" kern="1200" baseline="0" dirty="0"/>
            <a:t> la calidad</a:t>
          </a:r>
          <a:endParaRPr lang="es-ES" sz="2000" kern="1200" dirty="0"/>
        </a:p>
      </dsp:txBody>
      <dsp:txXfrm>
        <a:off x="1609669" y="2012235"/>
        <a:ext cx="5877165" cy="600346"/>
      </dsp:txXfrm>
    </dsp:sp>
    <dsp:sp modelId="{AFB2C275-AEA0-46EA-8FAC-DEEB17253C42}">
      <dsp:nvSpPr>
        <dsp:cNvPr id="0" name=""/>
        <dsp:cNvSpPr/>
      </dsp:nvSpPr>
      <dsp:spPr>
        <a:xfrm>
          <a:off x="1497366" y="2612581"/>
          <a:ext cx="5989468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69000"/>
                <a:alpha val="100000"/>
                <a:satMod val="109000"/>
                <a:lumMod val="110000"/>
              </a:schemeClr>
            </a:gs>
            <a:gs pos="52000">
              <a:schemeClr val="accent3">
                <a:hueOff val="0"/>
                <a:satOff val="0"/>
                <a:lumOff val="0"/>
                <a:alphaOff val="0"/>
                <a:tint val="74000"/>
                <a:satMod val="100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78000"/>
                <a:satMod val="10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/>
      </dsp:style>
    </dsp:sp>
    <dsp:sp modelId="{B2F277F3-7CF1-994E-B28A-0B3155C31199}">
      <dsp:nvSpPr>
        <dsp:cNvPr id="0" name=""/>
        <dsp:cNvSpPr/>
      </dsp:nvSpPr>
      <dsp:spPr>
        <a:xfrm>
          <a:off x="0" y="2642598"/>
          <a:ext cx="7486835" cy="0"/>
        </a:xfrm>
        <a:prstGeom prst="line">
          <a:avLst/>
        </a:prstGeom>
        <a:gradFill rotWithShape="0">
          <a:gsLst>
            <a:gs pos="0">
              <a:schemeClr val="accent3">
                <a:hueOff val="2541193"/>
                <a:satOff val="-25720"/>
                <a:lumOff val="-980"/>
                <a:alphaOff val="0"/>
                <a:tint val="69000"/>
                <a:alpha val="100000"/>
                <a:satMod val="109000"/>
                <a:lumMod val="110000"/>
              </a:schemeClr>
            </a:gs>
            <a:gs pos="52000">
              <a:schemeClr val="accent3">
                <a:hueOff val="2541193"/>
                <a:satOff val="-25720"/>
                <a:lumOff val="-980"/>
                <a:alphaOff val="0"/>
                <a:tint val="74000"/>
                <a:satMod val="100000"/>
                <a:lumMod val="104000"/>
              </a:schemeClr>
            </a:gs>
            <a:gs pos="100000">
              <a:schemeClr val="accent3">
                <a:hueOff val="2541193"/>
                <a:satOff val="-25720"/>
                <a:lumOff val="-980"/>
                <a:alphaOff val="0"/>
                <a:tint val="78000"/>
                <a:satMod val="10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hueOff val="2541193"/>
              <a:satOff val="-25720"/>
              <a:lumOff val="-98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9891002C-403A-A043-B663-E6FEB51C2557}">
      <dsp:nvSpPr>
        <dsp:cNvPr id="0" name=""/>
        <dsp:cNvSpPr/>
      </dsp:nvSpPr>
      <dsp:spPr>
        <a:xfrm>
          <a:off x="0" y="2642598"/>
          <a:ext cx="1497367" cy="19211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700" kern="1200" dirty="0"/>
            <a:t>Recursos Humanos</a:t>
          </a:r>
        </a:p>
      </dsp:txBody>
      <dsp:txXfrm>
        <a:off x="0" y="2642598"/>
        <a:ext cx="1497367" cy="1921107"/>
      </dsp:txXfrm>
    </dsp:sp>
    <dsp:sp modelId="{CECABC1D-D0D2-4346-AB17-5BDF3AE0B320}">
      <dsp:nvSpPr>
        <dsp:cNvPr id="0" name=""/>
        <dsp:cNvSpPr/>
      </dsp:nvSpPr>
      <dsp:spPr>
        <a:xfrm>
          <a:off x="1609669" y="2665182"/>
          <a:ext cx="5877165" cy="4516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000" kern="1200" dirty="0"/>
            <a:t>Planificación de los RRHH</a:t>
          </a:r>
        </a:p>
      </dsp:txBody>
      <dsp:txXfrm>
        <a:off x="1609669" y="2665182"/>
        <a:ext cx="5877165" cy="451666"/>
      </dsp:txXfrm>
    </dsp:sp>
    <dsp:sp modelId="{5D84D3DB-F553-4712-A813-E34BD39795E9}">
      <dsp:nvSpPr>
        <dsp:cNvPr id="0" name=""/>
        <dsp:cNvSpPr/>
      </dsp:nvSpPr>
      <dsp:spPr>
        <a:xfrm>
          <a:off x="1497366" y="3116848"/>
          <a:ext cx="5989468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69000"/>
                <a:alpha val="100000"/>
                <a:satMod val="109000"/>
                <a:lumMod val="110000"/>
              </a:schemeClr>
            </a:gs>
            <a:gs pos="52000">
              <a:schemeClr val="accent3">
                <a:hueOff val="0"/>
                <a:satOff val="0"/>
                <a:lumOff val="0"/>
                <a:alphaOff val="0"/>
                <a:tint val="74000"/>
                <a:satMod val="100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78000"/>
                <a:satMod val="10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/>
      </dsp:style>
    </dsp:sp>
    <dsp:sp modelId="{70B24025-E2C6-417F-99E1-3AE2064C772D}">
      <dsp:nvSpPr>
        <dsp:cNvPr id="0" name=""/>
        <dsp:cNvSpPr/>
      </dsp:nvSpPr>
      <dsp:spPr>
        <a:xfrm>
          <a:off x="1609669" y="3139432"/>
          <a:ext cx="5877165" cy="4516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000" kern="1200" dirty="0"/>
            <a:t>Adquirir el equipo de trabajo</a:t>
          </a:r>
        </a:p>
      </dsp:txBody>
      <dsp:txXfrm>
        <a:off x="1609669" y="3139432"/>
        <a:ext cx="5877165" cy="451666"/>
      </dsp:txXfrm>
    </dsp:sp>
    <dsp:sp modelId="{5E350EE4-2D6A-4A16-A0FE-9FACA9074727}">
      <dsp:nvSpPr>
        <dsp:cNvPr id="0" name=""/>
        <dsp:cNvSpPr/>
      </dsp:nvSpPr>
      <dsp:spPr>
        <a:xfrm>
          <a:off x="1497366" y="3591098"/>
          <a:ext cx="5989468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69000"/>
                <a:alpha val="100000"/>
                <a:satMod val="109000"/>
                <a:lumMod val="110000"/>
              </a:schemeClr>
            </a:gs>
            <a:gs pos="52000">
              <a:schemeClr val="accent3">
                <a:hueOff val="0"/>
                <a:satOff val="0"/>
                <a:lumOff val="0"/>
                <a:alphaOff val="0"/>
                <a:tint val="74000"/>
                <a:satMod val="100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78000"/>
                <a:satMod val="10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/>
      </dsp:style>
    </dsp:sp>
    <dsp:sp modelId="{1AB85A7C-0FFD-4546-B83C-987E91EDF1C9}">
      <dsp:nvSpPr>
        <dsp:cNvPr id="0" name=""/>
        <dsp:cNvSpPr/>
      </dsp:nvSpPr>
      <dsp:spPr>
        <a:xfrm>
          <a:off x="1609669" y="3613682"/>
          <a:ext cx="5877165" cy="4516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000" kern="1200" dirty="0"/>
            <a:t>Desarrollar el equipo del proyecto</a:t>
          </a:r>
        </a:p>
      </dsp:txBody>
      <dsp:txXfrm>
        <a:off x="1609669" y="3613682"/>
        <a:ext cx="5877165" cy="451666"/>
      </dsp:txXfrm>
    </dsp:sp>
    <dsp:sp modelId="{DF72560F-E95F-423D-A8FF-AAE8DAA00A74}">
      <dsp:nvSpPr>
        <dsp:cNvPr id="0" name=""/>
        <dsp:cNvSpPr/>
      </dsp:nvSpPr>
      <dsp:spPr>
        <a:xfrm>
          <a:off x="1497366" y="4065348"/>
          <a:ext cx="5989468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69000"/>
                <a:alpha val="100000"/>
                <a:satMod val="109000"/>
                <a:lumMod val="110000"/>
              </a:schemeClr>
            </a:gs>
            <a:gs pos="52000">
              <a:schemeClr val="accent3">
                <a:hueOff val="0"/>
                <a:satOff val="0"/>
                <a:lumOff val="0"/>
                <a:alphaOff val="0"/>
                <a:tint val="74000"/>
                <a:satMod val="100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78000"/>
                <a:satMod val="10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/>
      </dsp:style>
    </dsp:sp>
    <dsp:sp modelId="{EDBBCE88-88E0-4C06-BA01-B4EFB6C685E1}">
      <dsp:nvSpPr>
        <dsp:cNvPr id="0" name=""/>
        <dsp:cNvSpPr/>
      </dsp:nvSpPr>
      <dsp:spPr>
        <a:xfrm>
          <a:off x="1609669" y="4087932"/>
          <a:ext cx="5877165" cy="4516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000" kern="1200" dirty="0"/>
            <a:t>Dirigir el equipo del proyecto</a:t>
          </a:r>
        </a:p>
      </dsp:txBody>
      <dsp:txXfrm>
        <a:off x="1609669" y="4087932"/>
        <a:ext cx="5877165" cy="451666"/>
      </dsp:txXfrm>
    </dsp:sp>
    <dsp:sp modelId="{22FFB06E-FF71-449B-9AA1-BDA4A6D85DF8}">
      <dsp:nvSpPr>
        <dsp:cNvPr id="0" name=""/>
        <dsp:cNvSpPr/>
      </dsp:nvSpPr>
      <dsp:spPr>
        <a:xfrm>
          <a:off x="1497366" y="4539598"/>
          <a:ext cx="5989468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69000"/>
                <a:alpha val="100000"/>
                <a:satMod val="109000"/>
                <a:lumMod val="110000"/>
              </a:schemeClr>
            </a:gs>
            <a:gs pos="52000">
              <a:schemeClr val="accent3">
                <a:hueOff val="0"/>
                <a:satOff val="0"/>
                <a:lumOff val="0"/>
                <a:alphaOff val="0"/>
                <a:tint val="74000"/>
                <a:satMod val="100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78000"/>
                <a:satMod val="10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cycle3">
  <dgm:title val=""/>
  <dgm:desc val=""/>
  <dgm:catLst>
    <dgm:cat type="cycle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ch" ptType="node" func="cnt" op="equ" val="2">
        <dgm:alg type="composite">
          <dgm:param type="ar" val="0.9"/>
        </dgm:alg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  <dgm:constr type="ctrX" for="ch" forName="node1" refType="w" fact="0.5"/>
          <dgm:constr type="t" for="ch" forName="node1"/>
          <dgm:constr type="w" for="ch" forName="node1" refType="w" fact="0.8"/>
          <dgm:constr type="h" for="ch" forName="node1" refType="w" refFor="ch" refForName="node1" fact="0.5"/>
          <dgm:constr type="ctrX" for="ch" forName="sibTrans" refType="w" fact="0.5"/>
          <dgm:constr type="t" for="ch" forName="sibTrans"/>
          <dgm:constr type="w" for="ch" forName="sibTrans" refType="w" fact="0.8"/>
          <dgm:constr type="h" for="ch" forName="sibTrans" refType="w" refFor="ch" refForName="node1" fact="0.5"/>
          <dgm:constr type="userA" for="ch" forName="sibTrans" refType="w" fact="1.07"/>
          <dgm:constr type="ctrX" for="ch" forName="node2" refType="w" fact="0.5"/>
          <dgm:constr type="b" for="ch" forName="node2" refType="h"/>
          <dgm:constr type="w" for="ch" forName="node2" refType="w" fact="0.8"/>
          <dgm:constr type="h" for="ch" forName="node2" refType="w" refFor="ch" refForName="node1" fact="0.5"/>
          <dgm:constr type="l" for="ch" forName="sp1"/>
          <dgm:constr type="t" for="ch" forName="sp1" refType="h" fact="0.5"/>
          <dgm:constr type="w" for="ch" forName="sp1" val="1"/>
          <dgm:constr type="h" for="ch" forName="sp1" val="1"/>
          <dgm:constr type="r" for="ch" forName="sp2" refType="w"/>
          <dgm:constr type="t" for="ch" forName="sp2" refType="h" fact="0.5"/>
          <dgm:constr type="w" for="ch" forName="sp2" val="1"/>
          <dgm:constr type="h" for="ch" forName="sp2" val="1"/>
        </dgm:constrLst>
        <dgm:ruleLst/>
      </dgm:if>
      <dgm:else name="Name3">
        <dgm:alg type="composite"/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</dgm:constrLst>
        <dgm:ruleLst/>
      </dgm:else>
    </dgm:choose>
    <dgm:choose name="Name4">
      <dgm:if name="Name5" axis="ch" ptType="node" func="cnt" op="equ" val="2">
        <dgm:layoutNode name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ibTrans" styleLbl="bgShp">
          <dgm:choose name="Name6">
            <dgm:if name="Name7" func="var" arg="dir" op="equ" val="norm">
              <dgm:alg type="conn">
                <dgm:param type="connRout" val="longCurve"/>
                <dgm:param type="begPts" val="midR"/>
                <dgm:param type="endPts" val="midL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 fact="-1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if>
            <dgm:else name="Name8">
              <dgm:alg type="conn">
                <dgm:param type="connRout" val="longCurve"/>
                <dgm:param type="begPts" val="midL"/>
                <dgm:param type="endPts" val="midR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else>
          </dgm:choose>
          <dgm:ruleLst/>
        </dgm:layoutNode>
        <dgm:layoutNode name="node2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p1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sp2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if>
      <dgm:else name="Name9">
        <dgm:layoutNode name="cycle">
          <dgm:choose name="Name10">
            <dgm:if name="Name11" func="var" arg="dir" op="equ" val="norm">
              <dgm:alg type="cycle">
                <dgm:param type="stAng" val="0"/>
                <dgm:param type="spanAng" val="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 fact="-1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if>
            <dgm:else name="Name12">
              <dgm:alg type="cycle">
                <dgm:param type="stAng" val="0"/>
                <dgm:param type="spanAng" val="-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else>
          </dgm:choose>
          <dgm:ruleLst/>
          <dgm:forEach name="nodesFirstNodeForEach" axis="ch" ptType="node" cnt="1">
            <dgm:layoutNode name="nodeFirstNode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forEach name="sibTransForEach" axis="followSib" ptType="sibTrans" cnt="1">
              <dgm:layoutNode name="sibTransFirstNode" styleLbl="bgShp">
                <dgm:choose name="Name13">
                  <dgm:if name="Name14" func="var" arg="dir" op="equ" val="norm">
                    <dgm:alg type="conn">
                      <dgm:param type="connRout" val="longCurve"/>
                      <dgm:param type="begPts" val="midR"/>
                      <dgm:param type="endPts" val="midL"/>
                      <dgm:param type="dstNode" val="nodeFirstNode"/>
                    </dgm:alg>
                  </dgm:if>
                  <dgm:else name="Name15">
                    <dgm:alg type="conn">
                      <dgm:param type="connRout" val="longCurve"/>
                      <dgm:param type="begPts" val="midL"/>
                      <dgm:param type="endPts" val="midR"/>
                      <dgm:param type="dstNode" val="nodeFirstNode"/>
                    </dgm:alg>
                  </dgm:else>
                </dgm:choose>
                <dgm:shape xmlns:r="http://schemas.openxmlformats.org/officeDocument/2006/relationships" type="conn" r:blip="" zOrderOff="-2">
                  <dgm:adjLst/>
                </dgm:shape>
                <dgm:presOf axis="self"/>
                <dgm:choose name="Name16">
                  <dgm:if name="Name17" axis="par ch" ptType="doc node" func="cnt" op="equ" val="3">
                    <dgm:constrLst>
                      <dgm:constr type="userA"/>
                      <dgm:constr type="diam" refType="userA" fact="1.01"/>
                      <dgm:constr type="begPad" refType="connDist" fact="-0.2"/>
                      <dgm:constr type="endPad" refType="connDist" fact="0.05"/>
                    </dgm:constrLst>
                  </dgm:if>
                  <dgm:if name="Name18" axis="par ch" ptType="doc node" func="cnt" op="equ" val="4">
                    <dgm:constrLst>
                      <dgm:constr type="userA"/>
                      <dgm:constr type="diam" refType="userA" fact="1.26"/>
                      <dgm:constr type="begPad" refType="connDist" fact="-0.2"/>
                      <dgm:constr type="endPad" refType="connDist" fact="0.05"/>
                    </dgm:constrLst>
                  </dgm:if>
                  <dgm:if name="Name19" axis="par ch" ptType="doc node" func="cnt" op="equ" val="5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if>
                  <dgm:if name="Name20" axis="par ch" ptType="doc node" func="cnt" op="equ" val="6">
                    <dgm:constrLst>
                      <dgm:constr type="userA"/>
                      <dgm:constr type="diam" refType="userA" fact="1.1"/>
                      <dgm:constr type="begPad" refType="connDist" fact="-0.2"/>
                      <dgm:constr type="endPad" refType="connDist" fact="0.05"/>
                    </dgm:constrLst>
                  </dgm:if>
                  <dgm:else name="Name21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else>
                </dgm:choose>
                <dgm:ruleLst/>
              </dgm:layoutNode>
            </dgm:forEach>
          </dgm:forEach>
          <dgm:forEach name="followingNodesForEach" axis="ch" ptType="node" st="2">
            <dgm:layoutNode name="nodeFollowingNodes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forEach>
        </dgm:layoutNode>
      </dgm:else>
    </dgm:choos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F4AE34A5-FED9-664C-9CA9-61368CA3A72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EED74FDE-7D61-0448-99C3-1C2510A4DC2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B6A847-B2BB-5A4F-AA22-ADD924C5DC37}" type="datetimeFigureOut">
              <a:rPr lang="es-ES" smtClean="0"/>
              <a:t>18/11/2018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1B538993-078D-4446-97A5-F286C787E06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11C8AC5-611A-DB4D-AF97-9339B8C3E1B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EC5F80-6C64-1B4D-B2B7-2AED68CAF85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1721380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2706AB-1D76-3248-9524-C7A1782978BE}" type="datetimeFigureOut">
              <a:rPr lang="es-ES" smtClean="0"/>
              <a:t>18/11/2018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s-ES"/>
              <a:t>Editar los estilos de texto del patrón
Segundo nivel
Tercer nivel
Cuarto nivel
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E37864-CDD0-ED46-84C3-11742EF3F25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8300250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CF658B0C-03D2-4EC9-ADB2-F61D2A7F1A7F}" type="datetime1">
              <a:rPr lang="es-ES" smtClean="0"/>
              <a:t>18/11/2018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D6010774-2920-F049-BD0B-9A28F2A984C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953369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36A0F-4E3B-4A47-BBFC-C7A596A9AFBF}" type="datetime1">
              <a:rPr lang="es-ES" smtClean="0"/>
              <a:t>18/11/2018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10774-2920-F049-BD0B-9A28F2A984C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222505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D23FFCC6-FF5E-4D54-9F73-DBED3D409C44}" type="datetime1">
              <a:rPr lang="es-ES" smtClean="0"/>
              <a:t>18/11/2018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6010774-2920-F049-BD0B-9A28F2A984C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891919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789B3-7CF1-4F25-BD37-C1474D9B93A1}" type="datetime1">
              <a:rPr lang="es-ES" smtClean="0"/>
              <a:t>18/11/2018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10774-2920-F049-BD0B-9A28F2A984C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70818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370B3-F095-4B61-A454-9A89B25CA30F}" type="datetime1">
              <a:rPr lang="es-ES" smtClean="0"/>
              <a:t>18/11/2018</a:t>
            </a:fld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10774-2920-F049-BD0B-9A28F2A984C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516321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9B04D-B0B4-45F4-9FDC-7D0C3BE59D6C}" type="datetime1">
              <a:rPr lang="es-ES" smtClean="0"/>
              <a:t>18/11/2018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10774-2920-F049-BD0B-9A28F2A984C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37407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DFE21-064F-4B68-BD90-552980F678E9}" type="datetime1">
              <a:rPr lang="es-ES" smtClean="0"/>
              <a:t>18/11/2018</a:t>
            </a:fld>
            <a:endParaRPr lang="es-E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10774-2920-F049-BD0B-9A28F2A984C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937744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9170A-DE66-4D4D-9A06-42FA2FF1162A}" type="datetime1">
              <a:rPr lang="es-ES" smtClean="0"/>
              <a:t>18/11/2018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10774-2920-F049-BD0B-9A28F2A984C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782885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01A4C5-BE6E-4CA1-B7CF-FDE03C66D740}" type="datetime1">
              <a:rPr lang="es-ES" smtClean="0"/>
              <a:t>18/11/2018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10774-2920-F049-BD0B-9A28F2A984C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092332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8205B-5211-4617-B936-077F7A45C629}" type="datetime1">
              <a:rPr lang="es-ES" smtClean="0"/>
              <a:t>18/11/2018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10774-2920-F049-BD0B-9A28F2A984C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454759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2B92ABF6-4A24-42D0-A0D8-95D48568D00D}" type="datetime1">
              <a:rPr lang="es-ES" smtClean="0"/>
              <a:t>18/11/2018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6010774-2920-F049-BD0B-9A28F2A984C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264532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56EF0696-E95C-4C6C-B4F7-A0B39809F383}" type="datetime1">
              <a:rPr lang="es-ES" smtClean="0"/>
              <a:t>18/11/2018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6010774-2920-F049-BD0B-9A28F2A984C5}" type="slidenum">
              <a:rPr lang="es-ES" smtClean="0"/>
              <a:t>‹Nº›</a:t>
            </a:fld>
            <a:endParaRPr lang="es-ES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832143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8201181D-D759-4CF4-9542-EE19DD447B1F}" type="datetime1">
              <a:rPr lang="es-ES" smtClean="0"/>
              <a:t>18/11/2018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6010774-2920-F049-BD0B-9A28F2A984C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88304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4FC33-F8D1-4220-849E-47704510CABD}" type="datetime1">
              <a:rPr lang="es-ES" smtClean="0"/>
              <a:t>18/11/2018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10774-2920-F049-BD0B-9A28F2A984C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905138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0B1F3-867C-4F14-9ECE-424A23A426E7}" type="datetime1">
              <a:rPr lang="es-ES" smtClean="0"/>
              <a:t>18/11/2018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10774-2920-F049-BD0B-9A28F2A984C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75964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0FC77-3596-48F1-83BD-FB747996FF0F}" type="datetime1">
              <a:rPr lang="es-ES" smtClean="0"/>
              <a:t>18/11/2018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10774-2920-F049-BD0B-9A28F2A984C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0385460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EAFD6FD5-B225-410F-BB04-627CB54EE5A8}" type="datetime1">
              <a:rPr lang="es-ES" smtClean="0"/>
              <a:t>18/11/2018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6010774-2920-F049-BD0B-9A28F2A984C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843567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62C60B-B728-4AE6-B6E3-C50BDD89DA8C}" type="datetime1">
              <a:rPr lang="es-ES" smtClean="0"/>
              <a:t>18/11/2018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010774-2920-F049-BD0B-9A28F2A984C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761117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hf hdr="0" ftr="0" dt="0"/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emf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781D2D-F690-3E49-8B9D-858086DD50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42683" y="1806424"/>
            <a:ext cx="6132990" cy="1825096"/>
          </a:xfrm>
        </p:spPr>
        <p:txBody>
          <a:bodyPr>
            <a:normAutofit/>
          </a:bodyPr>
          <a:lstStyle/>
          <a:p>
            <a:r>
              <a:rPr lang="es-ES" dirty="0"/>
              <a:t>Proyecto </a:t>
            </a:r>
            <a:r>
              <a:rPr lang="es-ES" dirty="0" err="1"/>
              <a:t>MeCuida</a:t>
            </a:r>
            <a:endParaRPr lang="es-ES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5C73646-C78E-504E-9BE0-410E35A3DD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42683" y="3617797"/>
            <a:ext cx="6132990" cy="685800"/>
          </a:xfrm>
        </p:spPr>
        <p:txBody>
          <a:bodyPr>
            <a:normAutofit/>
          </a:bodyPr>
          <a:lstStyle/>
          <a:p>
            <a:r>
              <a:rPr lang="es-ES" dirty="0"/>
              <a:t>Gestión de Proyectos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8F19F3D8-20CA-FB40-94B1-52940FAC9A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945" y="1902941"/>
            <a:ext cx="5391668" cy="2310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23809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5F32BD73-4768-2A49-98C4-124715923D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89439" y="484941"/>
            <a:ext cx="2502561" cy="1072555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B9B0D241-1721-BB42-8643-D80DD19A32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839" y="688798"/>
            <a:ext cx="8610600" cy="1293028"/>
          </a:xfrm>
        </p:spPr>
        <p:txBody>
          <a:bodyPr/>
          <a:lstStyle/>
          <a:p>
            <a:pPr algn="ctr"/>
            <a:r>
              <a:rPr lang="es-ES" dirty="0"/>
              <a:t>Índice</a:t>
            </a:r>
          </a:p>
        </p:txBody>
      </p:sp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77F2E5BA-5E41-FF40-BA8D-B1CDAB81CB5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33104496"/>
              </p:ext>
            </p:extLst>
          </p:nvPr>
        </p:nvGraphicFramePr>
        <p:xfrm>
          <a:off x="2352582" y="2075649"/>
          <a:ext cx="7486835" cy="45643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A72CA66-3062-4C85-AB3F-209F5F6EE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99099" y="6274826"/>
            <a:ext cx="2743200" cy="365125"/>
          </a:xfrm>
        </p:spPr>
        <p:txBody>
          <a:bodyPr/>
          <a:lstStyle/>
          <a:p>
            <a:fld id="{D6010774-2920-F049-BD0B-9A28F2A984C5}" type="slidenum">
              <a:rPr lang="es-ES" sz="2000" smtClean="0"/>
              <a:t>1</a:t>
            </a:fld>
            <a:r>
              <a:rPr lang="es-ES" sz="2000" dirty="0"/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22547849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9B58E3A9-9CF7-2B43-BD67-E92B3F5FEF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812" y="5706866"/>
            <a:ext cx="2502561" cy="1072555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6A4647F8-360F-2143-89F0-F00E40E0B5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20180" y="746027"/>
            <a:ext cx="8610600" cy="1293028"/>
          </a:xfrm>
        </p:spPr>
        <p:txBody>
          <a:bodyPr/>
          <a:lstStyle/>
          <a:p>
            <a:r>
              <a:rPr lang="es-ES" dirty="0"/>
              <a:t>PLANIFICACIÓN de la calidad</a:t>
            </a:r>
          </a:p>
        </p:txBody>
      </p:sp>
      <p:graphicFrame>
        <p:nvGraphicFramePr>
          <p:cNvPr id="6" name="Diagrama 5">
            <a:extLst>
              <a:ext uri="{FF2B5EF4-FFF2-40B4-BE49-F238E27FC236}">
                <a16:creationId xmlns:a16="http://schemas.microsoft.com/office/drawing/2014/main" id="{80C420F0-3ABC-433B-BCAD-D42AD77746B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78552867"/>
              </p:ext>
            </p:extLst>
          </p:nvPr>
        </p:nvGraphicFramePr>
        <p:xfrm>
          <a:off x="2411827" y="1360754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E75299D-9C59-4AAE-8565-97AA0AA38A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87580" y="6244315"/>
            <a:ext cx="2743200" cy="365125"/>
          </a:xfrm>
        </p:spPr>
        <p:txBody>
          <a:bodyPr/>
          <a:lstStyle/>
          <a:p>
            <a:fld id="{D6010774-2920-F049-BD0B-9A28F2A984C5}" type="slidenum">
              <a:rPr lang="es-ES" sz="2000" smtClean="0"/>
              <a:t>2</a:t>
            </a:fld>
            <a:r>
              <a:rPr lang="es-ES" sz="2000" dirty="0"/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11868952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93E2C8F5-B35B-4728-AFAB-5111275C6C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11F7F976-0544-4FCD-8B40-8A7B61CE4A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Planificación de la calidad</a:t>
            </a:r>
          </a:p>
        </p:txBody>
      </p:sp>
      <p:sp>
        <p:nvSpPr>
          <p:cNvPr id="22" name="CuadroTexto 3">
            <a:extLst>
              <a:ext uri="{FF2B5EF4-FFF2-40B4-BE49-F238E27FC236}">
                <a16:creationId xmlns:a16="http://schemas.microsoft.com/office/drawing/2014/main" id="{9EB63B36-517C-426A-B2B8-D7B64059A69B}"/>
              </a:ext>
            </a:extLst>
          </p:cNvPr>
          <p:cNvSpPr txBox="1"/>
          <p:nvPr/>
        </p:nvSpPr>
        <p:spPr>
          <a:xfrm>
            <a:off x="677333" y="2194560"/>
            <a:ext cx="58166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s-ES" sz="2000" dirty="0"/>
              <a:t>Documentación previa:</a:t>
            </a:r>
          </a:p>
          <a:p>
            <a:pPr lvl="1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/>
              <a:t>Plan de dirección del proyecto </a:t>
            </a:r>
          </a:p>
          <a:p>
            <a:pPr lvl="1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/>
              <a:t>Registro de interesados</a:t>
            </a:r>
          </a:p>
          <a:p>
            <a:pPr lvl="1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/>
              <a:t>Factor ambientales de la empresa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s-ES" sz="2000" dirty="0"/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s-ES" sz="2000" dirty="0"/>
              <a:t>Herramientas:</a:t>
            </a:r>
          </a:p>
          <a:p>
            <a:pPr lvl="1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/>
              <a:t>Análisis de costo-beneficio</a:t>
            </a:r>
          </a:p>
          <a:p>
            <a:pPr lvl="1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/>
              <a:t>Diagramas</a:t>
            </a:r>
          </a:p>
          <a:p>
            <a:pPr lvl="1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/>
              <a:t>Estudios comparativos</a:t>
            </a:r>
          </a:p>
          <a:p>
            <a:pPr lvl="1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/>
              <a:t>Reuniones (Calidad y Control)</a:t>
            </a:r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57772695-2D21-4EA9-A74C-92096292BF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0137" y="2501159"/>
            <a:ext cx="3410926" cy="3410926"/>
          </a:xfrm>
          <a:prstGeom prst="rect">
            <a:avLst/>
          </a:prstGeom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2D147FA0-BD23-4B05-9291-2460D1B399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812" y="5706866"/>
            <a:ext cx="2502561" cy="1072555"/>
          </a:xfrm>
          <a:prstGeom prst="rect">
            <a:avLst/>
          </a:prstGeom>
        </p:spPr>
      </p:pic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BC985BF-B420-4424-875E-D6E0AA5EF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63000" y="6173280"/>
            <a:ext cx="2743200" cy="365125"/>
          </a:xfrm>
        </p:spPr>
        <p:txBody>
          <a:bodyPr/>
          <a:lstStyle/>
          <a:p>
            <a:fld id="{D6010774-2920-F049-BD0B-9A28F2A984C5}" type="slidenum">
              <a:rPr lang="es-ES" sz="2000" smtClean="0"/>
              <a:t>3</a:t>
            </a:fld>
            <a:r>
              <a:rPr lang="es-ES" sz="2000" dirty="0"/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10455271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F7F976-0544-4FCD-8B40-8A7B61CE4A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PLAN DE GESTIÓN DE CALIDAD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296867E1-7085-4615-919C-C6B7FD69E92B}"/>
              </a:ext>
            </a:extLst>
          </p:cNvPr>
          <p:cNvSpPr txBox="1"/>
          <p:nvPr/>
        </p:nvSpPr>
        <p:spPr>
          <a:xfrm>
            <a:off x="1069145" y="2254349"/>
            <a:ext cx="9945858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000" b="1" i="1" dirty="0"/>
              <a:t>¿Se realizan las actividades correctamente?</a:t>
            </a:r>
          </a:p>
          <a:p>
            <a:endParaRPr lang="es-ES_tradnl" sz="2000" dirty="0"/>
          </a:p>
          <a:p>
            <a:r>
              <a:rPr lang="es-ES_tradnl" sz="2000" b="1" i="1" dirty="0"/>
              <a:t>					¿Cómo comprobar que se ejecutan correctamente?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_tradnl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_tradnl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_tradnl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dirty="0"/>
              <a:t>Valorar si se están cumpliendo los estándares de calidad establecidos por SAMBA </a:t>
            </a:r>
            <a:r>
              <a:rPr lang="es-ES" sz="2000" dirty="0" err="1"/>
              <a:t>Solutions</a:t>
            </a:r>
            <a:r>
              <a:rPr lang="es-ES" sz="200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000" dirty="0"/>
          </a:p>
          <a:p>
            <a:pPr lvl="6"/>
            <a:r>
              <a:rPr lang="es-ES" sz="2000" dirty="0"/>
              <a:t>                   Listas de verificación</a:t>
            </a:r>
            <a:endParaRPr lang="es-ES_tradnl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_tradnl" sz="2000" dirty="0"/>
          </a:p>
        </p:txBody>
      </p:sp>
      <p:sp>
        <p:nvSpPr>
          <p:cNvPr id="5" name="Flecha: a la derecha 4">
            <a:extLst>
              <a:ext uri="{FF2B5EF4-FFF2-40B4-BE49-F238E27FC236}">
                <a16:creationId xmlns:a16="http://schemas.microsoft.com/office/drawing/2014/main" id="{7BCFBB9F-720F-4D8F-BDBE-92AD19C16D0A}"/>
              </a:ext>
            </a:extLst>
          </p:cNvPr>
          <p:cNvSpPr/>
          <p:nvPr/>
        </p:nvSpPr>
        <p:spPr>
          <a:xfrm>
            <a:off x="3784210" y="5090745"/>
            <a:ext cx="1195754" cy="22156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07653232-98D1-4CF1-92BC-50C4D0532F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812" y="5706866"/>
            <a:ext cx="2502561" cy="1072555"/>
          </a:xfrm>
          <a:prstGeom prst="rect">
            <a:avLst/>
          </a:prstGeom>
        </p:spPr>
      </p:pic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7361879-26CD-421E-9D92-0709EF522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63000" y="6094799"/>
            <a:ext cx="2743200" cy="365125"/>
          </a:xfrm>
        </p:spPr>
        <p:txBody>
          <a:bodyPr/>
          <a:lstStyle/>
          <a:p>
            <a:fld id="{D6010774-2920-F049-BD0B-9A28F2A984C5}" type="slidenum">
              <a:rPr lang="es-ES" sz="2000" smtClean="0"/>
              <a:t>4</a:t>
            </a:fld>
            <a:r>
              <a:rPr lang="es-ES" sz="2000" dirty="0"/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24620034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DF30AEDC-40B4-407D-8A02-5B21195BD1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8428" y="4480588"/>
            <a:ext cx="2242625" cy="2242625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6629FE0E-53B6-4508-980A-178A276381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MÉTRICAS DE CALIDAD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B38DEE96-13B5-422F-83DB-00FFFAAC9BBA}"/>
              </a:ext>
            </a:extLst>
          </p:cNvPr>
          <p:cNvSpPr/>
          <p:nvPr/>
        </p:nvSpPr>
        <p:spPr>
          <a:xfrm>
            <a:off x="909711" y="3084845"/>
            <a:ext cx="10596489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dirty="0"/>
              <a:t>Índice de desempeño del coste, CPI: Una medida de la eficiencia en costos de los recursos presupuestados expresada como la razón entre el valor ganado y el costo real.</a:t>
            </a:r>
          </a:p>
          <a:p>
            <a:pPr lvl="1" algn="just"/>
            <a:endParaRPr lang="es-ES" dirty="0"/>
          </a:p>
          <a:p>
            <a:pPr lvl="1" algn="just"/>
            <a:endParaRPr lang="es-ES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dirty="0"/>
              <a:t>Índice de desempeño del cronograma, SPI: Una medida de la eficiencia del </a:t>
            </a:r>
            <a:r>
              <a:rPr lang="es-ES_tradnl" dirty="0"/>
              <a:t>cronograma que se expresa como la </a:t>
            </a:r>
            <a:r>
              <a:rPr lang="es-ES" dirty="0"/>
              <a:t>razón entre el valor ganado y el valor </a:t>
            </a:r>
            <a:r>
              <a:rPr lang="es-ES_tradnl" dirty="0"/>
              <a:t>planificado.</a:t>
            </a:r>
            <a:endParaRPr lang="es-ES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A5125A33-061C-4A23-94FA-EB02F72071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9751" y="1355556"/>
            <a:ext cx="1665849" cy="1665849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C348F992-5967-454B-9D4A-AEA745C00A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812" y="5706866"/>
            <a:ext cx="2502561" cy="1072555"/>
          </a:xfrm>
          <a:prstGeom prst="rect">
            <a:avLst/>
          </a:prstGeom>
        </p:spPr>
      </p:pic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4C544C9C-E5D5-4031-8ACB-0CA60F382A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63000" y="6093627"/>
            <a:ext cx="2743200" cy="365125"/>
          </a:xfrm>
        </p:spPr>
        <p:txBody>
          <a:bodyPr/>
          <a:lstStyle/>
          <a:p>
            <a:fld id="{D6010774-2920-F049-BD0B-9A28F2A984C5}" type="slidenum">
              <a:rPr lang="es-ES" sz="2000" smtClean="0"/>
              <a:t>5</a:t>
            </a:fld>
            <a:r>
              <a:rPr lang="es-ES" sz="2000" dirty="0"/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27374353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4EE94F-A38C-4B45-948E-9FF46419E5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LISTAS DE VERIFICACIÓN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5EE78A2C-C144-4727-B113-A7578EA69782}"/>
              </a:ext>
            </a:extLst>
          </p:cNvPr>
          <p:cNvSpPr txBox="1"/>
          <p:nvPr/>
        </p:nvSpPr>
        <p:spPr>
          <a:xfrm>
            <a:off x="1069051" y="2405840"/>
            <a:ext cx="10053897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Una lista de verificación es una herramienta estructurada, por lo general específica de cada componente, que se utiliza para verificar que se hayan llevado a cabo una serie de pasos necesarios. </a:t>
            </a:r>
          </a:p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endParaRPr lang="es-ES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6B5019D5-658F-406F-A497-1A08E2CBCA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1400" y="3309330"/>
            <a:ext cx="2743200" cy="274320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5064E33B-1BBF-4006-A3AB-7FE774AF18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812" y="5706866"/>
            <a:ext cx="2502561" cy="1072555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4EC8E9AC-3DCA-402E-B550-CCA60EB98925}"/>
              </a:ext>
            </a:extLst>
          </p:cNvPr>
          <p:cNvSpPr txBox="1"/>
          <p:nvPr/>
        </p:nvSpPr>
        <p:spPr>
          <a:xfrm>
            <a:off x="1702191" y="3548521"/>
            <a:ext cx="568920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ES"/>
          </a:p>
          <a:p>
            <a:r>
              <a:rPr lang="es-ES" b="1">
                <a:solidFill>
                  <a:srgbClr val="00B050"/>
                </a:solidFill>
                <a:highlight>
                  <a:srgbClr val="000000"/>
                </a:highlight>
              </a:rPr>
              <a:t>1</a:t>
            </a:r>
            <a:r>
              <a:rPr lang="es-ES"/>
              <a:t> – Se cumplen los requisitos de calidad</a:t>
            </a:r>
          </a:p>
          <a:p>
            <a:r>
              <a:rPr lang="es-ES" b="1">
                <a:solidFill>
                  <a:srgbClr val="FFFF00"/>
                </a:solidFill>
                <a:highlight>
                  <a:srgbClr val="000000"/>
                </a:highlight>
              </a:rPr>
              <a:t>2</a:t>
            </a:r>
            <a:r>
              <a:rPr lang="es-ES"/>
              <a:t> – Se cumplen los requisitos de forma parcial</a:t>
            </a:r>
          </a:p>
          <a:p>
            <a:r>
              <a:rPr lang="es-ES" b="1">
                <a:solidFill>
                  <a:srgbClr val="FF0000"/>
                </a:solidFill>
                <a:highlight>
                  <a:srgbClr val="000000"/>
                </a:highlight>
              </a:rPr>
              <a:t>3</a:t>
            </a:r>
            <a:r>
              <a:rPr lang="es-ES"/>
              <a:t> – No cumplen los requisitos.</a:t>
            </a:r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8FB015C-95FD-4710-9F93-3012CE4B2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63000" y="6108867"/>
            <a:ext cx="2743200" cy="365125"/>
          </a:xfrm>
        </p:spPr>
        <p:txBody>
          <a:bodyPr/>
          <a:lstStyle/>
          <a:p>
            <a:fld id="{D6010774-2920-F049-BD0B-9A28F2A984C5}" type="slidenum">
              <a:rPr lang="es-ES" sz="2000" smtClean="0"/>
              <a:t>6</a:t>
            </a:fld>
            <a:r>
              <a:rPr lang="es-ES" sz="2000" dirty="0"/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2056224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25AF8F-1CFD-4104-8BA0-5F76EA31A2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PLAN DE MEJORAS DEL PROYECTO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6786826A-DFE5-453C-B4F0-ADD9C9E899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812" y="5706866"/>
            <a:ext cx="2502561" cy="1072555"/>
          </a:xfrm>
          <a:prstGeom prst="rect">
            <a:avLst/>
          </a:prstGeom>
        </p:spPr>
      </p:pic>
      <p:graphicFrame>
        <p:nvGraphicFramePr>
          <p:cNvPr id="5" name="Diagrama 4">
            <a:extLst>
              <a:ext uri="{FF2B5EF4-FFF2-40B4-BE49-F238E27FC236}">
                <a16:creationId xmlns:a16="http://schemas.microsoft.com/office/drawing/2014/main" id="{3B353250-C3A7-4307-B308-7C318B70479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40115597"/>
              </p:ext>
            </p:extLst>
          </p:nvPr>
        </p:nvGraphicFramePr>
        <p:xfrm>
          <a:off x="2895600" y="2073682"/>
          <a:ext cx="7083865" cy="434470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11F1865-5FEE-445B-9DF8-F5685CE91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63000" y="6060580"/>
            <a:ext cx="2743200" cy="365125"/>
          </a:xfrm>
        </p:spPr>
        <p:txBody>
          <a:bodyPr/>
          <a:lstStyle/>
          <a:p>
            <a:fld id="{D6010774-2920-F049-BD0B-9A28F2A984C5}" type="slidenum">
              <a:rPr lang="es-ES" sz="2000" smtClean="0"/>
              <a:t>7</a:t>
            </a:fld>
            <a:r>
              <a:rPr lang="es-ES" sz="2000" dirty="0"/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40483725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5F32BD73-4768-2A49-98C4-124715923D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89439" y="484941"/>
            <a:ext cx="2502561" cy="1072555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B9B0D241-1721-BB42-8643-D80DD19A32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839" y="688798"/>
            <a:ext cx="8610600" cy="1293028"/>
          </a:xfrm>
        </p:spPr>
        <p:txBody>
          <a:bodyPr/>
          <a:lstStyle/>
          <a:p>
            <a:pPr algn="ctr"/>
            <a:r>
              <a:rPr lang="es-ES" dirty="0"/>
              <a:t>Índice</a:t>
            </a:r>
          </a:p>
        </p:txBody>
      </p:sp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77F2E5BA-5E41-FF40-BA8D-B1CDAB81CB56}"/>
              </a:ext>
            </a:extLst>
          </p:cNvPr>
          <p:cNvGraphicFramePr/>
          <p:nvPr>
            <p:extLst/>
          </p:nvPr>
        </p:nvGraphicFramePr>
        <p:xfrm>
          <a:off x="2352582" y="2075649"/>
          <a:ext cx="7486835" cy="45643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Conector recto 5">
            <a:extLst>
              <a:ext uri="{FF2B5EF4-FFF2-40B4-BE49-F238E27FC236}">
                <a16:creationId xmlns:a16="http://schemas.microsoft.com/office/drawing/2014/main" id="{8A0B0F3F-161A-4994-9FD3-763F7A52499A}"/>
              </a:ext>
            </a:extLst>
          </p:cNvPr>
          <p:cNvSpPr/>
          <p:nvPr/>
        </p:nvSpPr>
        <p:spPr>
          <a:xfrm>
            <a:off x="2352582" y="2709419"/>
            <a:ext cx="7486835" cy="0"/>
          </a:xfrm>
          <a:prstGeom prst="line">
            <a:avLst/>
          </a:prstGeom>
        </p:spPr>
        <p:style>
          <a:lnRef idx="1">
            <a:schemeClr val="accent3">
              <a:hueOff val="2541193"/>
              <a:satOff val="-25720"/>
              <a:lumOff val="-980"/>
              <a:alphaOff val="0"/>
            </a:schemeClr>
          </a:lnRef>
          <a:fillRef idx="2">
            <a:schemeClr val="accent3">
              <a:hueOff val="2541193"/>
              <a:satOff val="-25720"/>
              <a:lumOff val="-980"/>
              <a:alphaOff val="0"/>
            </a:schemeClr>
          </a:fillRef>
          <a:effectRef idx="1">
            <a:schemeClr val="accent3">
              <a:hueOff val="2541193"/>
              <a:satOff val="-25720"/>
              <a:lumOff val="-980"/>
              <a:alphaOff val="0"/>
            </a:schemeClr>
          </a:effectRef>
          <a:fontRef idx="minor">
            <a:schemeClr val="dk1"/>
          </a:fontRef>
        </p:style>
      </p:sp>
      <p:sp>
        <p:nvSpPr>
          <p:cNvPr id="7" name="Círculo: vacío 6">
            <a:extLst>
              <a:ext uri="{FF2B5EF4-FFF2-40B4-BE49-F238E27FC236}">
                <a16:creationId xmlns:a16="http://schemas.microsoft.com/office/drawing/2014/main" id="{59424D2E-6819-452D-A607-E3DFC510A856}"/>
              </a:ext>
            </a:extLst>
          </p:cNvPr>
          <p:cNvSpPr/>
          <p:nvPr/>
        </p:nvSpPr>
        <p:spPr>
          <a:xfrm>
            <a:off x="3580759" y="2873583"/>
            <a:ext cx="333730" cy="310736"/>
          </a:xfrm>
          <a:prstGeom prst="don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8" name="Flecha: a la derecha 7">
            <a:extLst>
              <a:ext uri="{FF2B5EF4-FFF2-40B4-BE49-F238E27FC236}">
                <a16:creationId xmlns:a16="http://schemas.microsoft.com/office/drawing/2014/main" id="{89880598-E443-420D-8551-D78EBAA1A141}"/>
              </a:ext>
            </a:extLst>
          </p:cNvPr>
          <p:cNvSpPr/>
          <p:nvPr/>
        </p:nvSpPr>
        <p:spPr>
          <a:xfrm rot="10800000">
            <a:off x="9112664" y="3506159"/>
            <a:ext cx="503582" cy="42407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9B643AA6-4253-4588-8E1D-DEFF8D381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75541" y="6274826"/>
            <a:ext cx="2743200" cy="365125"/>
          </a:xfrm>
        </p:spPr>
        <p:txBody>
          <a:bodyPr/>
          <a:lstStyle/>
          <a:p>
            <a:fld id="{D6010774-2920-F049-BD0B-9A28F2A984C5}" type="slidenum">
              <a:rPr lang="es-ES" sz="2000" smtClean="0"/>
              <a:t>8</a:t>
            </a:fld>
            <a:r>
              <a:rPr lang="es-ES" sz="2000" dirty="0"/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6638865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9B58E3A9-9CF7-2B43-BD67-E92B3F5FEF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129" y="5658948"/>
            <a:ext cx="2502561" cy="1072555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6A4647F8-360F-2143-89F0-F00E40E0B5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839" y="662773"/>
            <a:ext cx="8610600" cy="1293028"/>
          </a:xfrm>
        </p:spPr>
        <p:txBody>
          <a:bodyPr/>
          <a:lstStyle/>
          <a:p>
            <a:r>
              <a:rPr lang="es-ES" dirty="0"/>
              <a:t>Aseguramiento de calidad</a:t>
            </a:r>
          </a:p>
        </p:txBody>
      </p:sp>
      <p:graphicFrame>
        <p:nvGraphicFramePr>
          <p:cNvPr id="6" name="Diagrama 5">
            <a:extLst>
              <a:ext uri="{FF2B5EF4-FFF2-40B4-BE49-F238E27FC236}">
                <a16:creationId xmlns:a16="http://schemas.microsoft.com/office/drawing/2014/main" id="{70378FE7-520F-4186-8B76-F377761FDC7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4826693"/>
              </p:ext>
            </p:extLst>
          </p:nvPr>
        </p:nvGraphicFramePr>
        <p:xfrm>
          <a:off x="2753690" y="1923458"/>
          <a:ext cx="6684620" cy="44543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BA9B30E-B40B-4D70-9B7F-000EB32CE7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88083" y="6181695"/>
            <a:ext cx="2743200" cy="365125"/>
          </a:xfrm>
        </p:spPr>
        <p:txBody>
          <a:bodyPr/>
          <a:lstStyle/>
          <a:p>
            <a:fld id="{D6010774-2920-F049-BD0B-9A28F2A984C5}" type="slidenum">
              <a:rPr lang="es-ES" sz="2000" smtClean="0"/>
              <a:t>9</a:t>
            </a:fld>
            <a:r>
              <a:rPr lang="es-ES" sz="2000" dirty="0"/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3176874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805B96-6DF3-4094-A77A-3537BB3575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AUDITORÍAS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AD02EB5-F3F2-4BE5-A19C-8727243156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6830" y="4742981"/>
            <a:ext cx="2704258" cy="1043147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303144F0-FC28-46C1-9F83-0A9880D3EC08}"/>
              </a:ext>
            </a:extLst>
          </p:cNvPr>
          <p:cNvSpPr txBox="1"/>
          <p:nvPr/>
        </p:nvSpPr>
        <p:spPr>
          <a:xfrm>
            <a:off x="901217" y="2876148"/>
            <a:ext cx="963548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_tradnl" sz="3200" dirty="0"/>
              <a:t>Auditorías internas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_tradnl" sz="3200" dirty="0"/>
              <a:t>Auditorías externas: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s-ES_tradnl" sz="3200" dirty="0"/>
              <a:t>Auditoría de renovación ISO 9001:2015 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4B37E193-93C4-40A8-8222-6CE4CF6383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129" y="5658948"/>
            <a:ext cx="2502561" cy="1072555"/>
          </a:xfrm>
          <a:prstGeom prst="rect">
            <a:avLst/>
          </a:prstGeom>
        </p:spPr>
      </p:pic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4D688C7-D2FF-4529-8D1E-6CBA09C69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63000" y="6093627"/>
            <a:ext cx="2743200" cy="365125"/>
          </a:xfrm>
        </p:spPr>
        <p:txBody>
          <a:bodyPr/>
          <a:lstStyle/>
          <a:p>
            <a:fld id="{D6010774-2920-F049-BD0B-9A28F2A984C5}" type="slidenum">
              <a:rPr lang="es-ES" sz="2000" smtClean="0"/>
              <a:t>10</a:t>
            </a:fld>
            <a:r>
              <a:rPr lang="es-ES" sz="2000" dirty="0"/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29779951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413CBD-AE65-430F-8404-E9FB68538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Otras normativas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A477BDDA-7F5C-4BF4-A74E-D5B9514C22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63000" y="5728502"/>
            <a:ext cx="2743200" cy="365125"/>
          </a:xfrm>
        </p:spPr>
        <p:txBody>
          <a:bodyPr/>
          <a:lstStyle/>
          <a:p>
            <a:fld id="{D6010774-2920-F049-BD0B-9A28F2A984C5}" type="slidenum">
              <a:rPr lang="es-ES" sz="2000" smtClean="0"/>
              <a:t>11</a:t>
            </a:fld>
            <a:r>
              <a:rPr lang="es-ES" sz="2000" dirty="0"/>
              <a:t>/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7B662B51-ACF4-491A-8D0D-1598535F5C66}"/>
              </a:ext>
            </a:extLst>
          </p:cNvPr>
          <p:cNvSpPr txBox="1"/>
          <p:nvPr/>
        </p:nvSpPr>
        <p:spPr>
          <a:xfrm>
            <a:off x="1533378" y="2729132"/>
            <a:ext cx="963637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dirty="0"/>
              <a:t>Dispositivos con Marcado CE e ISO </a:t>
            </a:r>
            <a:r>
              <a:rPr lang="es-ES" dirty="0"/>
              <a:t>13485:2016</a:t>
            </a:r>
          </a:p>
          <a:p>
            <a:endParaRPr lang="es-ES" dirty="0"/>
          </a:p>
          <a:p>
            <a:r>
              <a:rPr lang="es-ES" dirty="0"/>
              <a:t>Gestión tecnológica del servicio </a:t>
            </a:r>
            <a:r>
              <a:rPr lang="es-ES" i="1" dirty="0" err="1"/>
              <a:t>MeCuida</a:t>
            </a:r>
            <a:r>
              <a:rPr lang="es-ES" dirty="0"/>
              <a:t> -&gt; Metodología ITIL.</a:t>
            </a:r>
            <a:endParaRPr lang="es-ES_tradnl" dirty="0"/>
          </a:p>
          <a:p>
            <a:endParaRPr lang="es-ES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6290FF63-E63E-4593-AEB6-294733FF86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7205" y="4548989"/>
            <a:ext cx="1905000" cy="1362075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8AE49F64-EE44-40B0-B957-D9638658DA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0000" y="4158463"/>
            <a:ext cx="2143125" cy="2143125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B452BEB5-A5F7-4D49-89C7-517F2A1553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1670" y="4888755"/>
            <a:ext cx="2143125" cy="946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51604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5F32BD73-4768-2A49-98C4-124715923D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89439" y="484941"/>
            <a:ext cx="2502561" cy="1072555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B9B0D241-1721-BB42-8643-D80DD19A32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839" y="688798"/>
            <a:ext cx="8610600" cy="1293028"/>
          </a:xfrm>
        </p:spPr>
        <p:txBody>
          <a:bodyPr/>
          <a:lstStyle/>
          <a:p>
            <a:pPr algn="ctr"/>
            <a:r>
              <a:rPr lang="es-ES" dirty="0"/>
              <a:t>Índice</a:t>
            </a:r>
          </a:p>
        </p:txBody>
      </p:sp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77F2E5BA-5E41-FF40-BA8D-B1CDAB81CB56}"/>
              </a:ext>
            </a:extLst>
          </p:cNvPr>
          <p:cNvGraphicFramePr/>
          <p:nvPr>
            <p:extLst/>
          </p:nvPr>
        </p:nvGraphicFramePr>
        <p:xfrm>
          <a:off x="2352582" y="2075649"/>
          <a:ext cx="7486835" cy="45643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Conector recto 5">
            <a:extLst>
              <a:ext uri="{FF2B5EF4-FFF2-40B4-BE49-F238E27FC236}">
                <a16:creationId xmlns:a16="http://schemas.microsoft.com/office/drawing/2014/main" id="{8A0B0F3F-161A-4994-9FD3-763F7A52499A}"/>
              </a:ext>
            </a:extLst>
          </p:cNvPr>
          <p:cNvSpPr/>
          <p:nvPr/>
        </p:nvSpPr>
        <p:spPr>
          <a:xfrm>
            <a:off x="2352582" y="2709419"/>
            <a:ext cx="7486835" cy="0"/>
          </a:xfrm>
          <a:prstGeom prst="line">
            <a:avLst/>
          </a:prstGeom>
        </p:spPr>
        <p:style>
          <a:lnRef idx="1">
            <a:schemeClr val="accent3">
              <a:hueOff val="2541193"/>
              <a:satOff val="-25720"/>
              <a:lumOff val="-980"/>
              <a:alphaOff val="0"/>
            </a:schemeClr>
          </a:lnRef>
          <a:fillRef idx="2">
            <a:schemeClr val="accent3">
              <a:hueOff val="2541193"/>
              <a:satOff val="-25720"/>
              <a:lumOff val="-980"/>
              <a:alphaOff val="0"/>
            </a:schemeClr>
          </a:fillRef>
          <a:effectRef idx="1">
            <a:schemeClr val="accent3">
              <a:hueOff val="2541193"/>
              <a:satOff val="-25720"/>
              <a:lumOff val="-980"/>
              <a:alphaOff val="0"/>
            </a:schemeClr>
          </a:effectRef>
          <a:fontRef idx="minor">
            <a:schemeClr val="dk1"/>
          </a:fontRef>
        </p:style>
      </p:sp>
      <p:sp>
        <p:nvSpPr>
          <p:cNvPr id="7" name="Círculo: vacío 6">
            <a:extLst>
              <a:ext uri="{FF2B5EF4-FFF2-40B4-BE49-F238E27FC236}">
                <a16:creationId xmlns:a16="http://schemas.microsoft.com/office/drawing/2014/main" id="{59424D2E-6819-452D-A607-E3DFC510A856}"/>
              </a:ext>
            </a:extLst>
          </p:cNvPr>
          <p:cNvSpPr/>
          <p:nvPr/>
        </p:nvSpPr>
        <p:spPr>
          <a:xfrm>
            <a:off x="3538555" y="2873583"/>
            <a:ext cx="333730" cy="310736"/>
          </a:xfrm>
          <a:prstGeom prst="don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8" name="Flecha: a la derecha 7">
            <a:extLst>
              <a:ext uri="{FF2B5EF4-FFF2-40B4-BE49-F238E27FC236}">
                <a16:creationId xmlns:a16="http://schemas.microsoft.com/office/drawing/2014/main" id="{89880598-E443-420D-8551-D78EBAA1A141}"/>
              </a:ext>
            </a:extLst>
          </p:cNvPr>
          <p:cNvSpPr/>
          <p:nvPr/>
        </p:nvSpPr>
        <p:spPr>
          <a:xfrm rot="10800000">
            <a:off x="6636751" y="4110257"/>
            <a:ext cx="503582" cy="42407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" name="Círculo: vacío 8">
            <a:extLst>
              <a:ext uri="{FF2B5EF4-FFF2-40B4-BE49-F238E27FC236}">
                <a16:creationId xmlns:a16="http://schemas.microsoft.com/office/drawing/2014/main" id="{E064DFFB-C702-4A50-B5B2-A5F81507F2CE}"/>
              </a:ext>
            </a:extLst>
          </p:cNvPr>
          <p:cNvSpPr/>
          <p:nvPr/>
        </p:nvSpPr>
        <p:spPr>
          <a:xfrm>
            <a:off x="3538555" y="3480987"/>
            <a:ext cx="333730" cy="310736"/>
          </a:xfrm>
          <a:prstGeom prst="don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10" name="Marcador de número de diapositiva 9">
            <a:extLst>
              <a:ext uri="{FF2B5EF4-FFF2-40B4-BE49-F238E27FC236}">
                <a16:creationId xmlns:a16="http://schemas.microsoft.com/office/drawing/2014/main" id="{D61384F9-6F46-4C08-B00D-C269C0E9E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88083" y="6261931"/>
            <a:ext cx="2743200" cy="365125"/>
          </a:xfrm>
        </p:spPr>
        <p:txBody>
          <a:bodyPr/>
          <a:lstStyle/>
          <a:p>
            <a:fld id="{D6010774-2920-F049-BD0B-9A28F2A984C5}" type="slidenum">
              <a:rPr lang="es-ES" sz="2000" smtClean="0"/>
              <a:t>12</a:t>
            </a:fld>
            <a:r>
              <a:rPr lang="es-ES" sz="2000" dirty="0"/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8074313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62BD8C-44A4-40D7-8FD4-2A2693CB80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SOLICITUD DE CAMBIO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1EB616A-080B-4796-AA27-1C993B1873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129" y="5658948"/>
            <a:ext cx="2502561" cy="1072555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17DA92EC-5877-455D-BE16-9F6A7C6C0A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129" y="1978946"/>
            <a:ext cx="6397811" cy="3416518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2BDB56AF-3955-4AF2-AB32-3B499FA21B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9103" y="2306623"/>
            <a:ext cx="5152894" cy="3048571"/>
          </a:xfrm>
          <a:prstGeom prst="rect">
            <a:avLst/>
          </a:prstGeom>
        </p:spPr>
      </p:pic>
      <p:sp>
        <p:nvSpPr>
          <p:cNvPr id="8" name="Marcador de número de diapositiva 7">
            <a:extLst>
              <a:ext uri="{FF2B5EF4-FFF2-40B4-BE49-F238E27FC236}">
                <a16:creationId xmlns:a16="http://schemas.microsoft.com/office/drawing/2014/main" id="{3A942CA8-570F-4B04-8F1E-78F0B0C75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34919" y="6080732"/>
            <a:ext cx="2743200" cy="365125"/>
          </a:xfrm>
        </p:spPr>
        <p:txBody>
          <a:bodyPr/>
          <a:lstStyle/>
          <a:p>
            <a:fld id="{D6010774-2920-F049-BD0B-9A28F2A984C5}" type="slidenum">
              <a:rPr lang="es-ES" sz="2000" smtClean="0"/>
              <a:t>13</a:t>
            </a:fld>
            <a:r>
              <a:rPr lang="es-ES" sz="2000" dirty="0"/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37378119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6E9A38-F310-46BE-B21A-FB737BD7F7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_tradnl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F3D7B260-91CD-4006-9FF7-A0075F0AC7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129" y="5658948"/>
            <a:ext cx="2502561" cy="1072555"/>
          </a:xfrm>
          <a:prstGeom prst="rect">
            <a:avLst/>
          </a:prstGeom>
        </p:spPr>
      </p:pic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C5F481D-DFD0-4D05-A7B9-D12DF1C866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10774-2920-F049-BD0B-9A28F2A984C5}" type="slidenum">
              <a:rPr lang="es-ES" smtClean="0"/>
              <a:t>14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749431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0">
            <a:extLst>
              <a:ext uri="{FF2B5EF4-FFF2-40B4-BE49-F238E27FC236}">
                <a16:creationId xmlns:a16="http://schemas.microsoft.com/office/drawing/2014/main" id="{5E71BCA0-2CC4-4511-8ACE-FEABFF1955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 useBgFill="1">
        <p:nvSpPr>
          <p:cNvPr id="20" name="Rectangle 12">
            <a:extLst>
              <a:ext uri="{FF2B5EF4-FFF2-40B4-BE49-F238E27FC236}">
                <a16:creationId xmlns:a16="http://schemas.microsoft.com/office/drawing/2014/main" id="{A3A93F36-A3CE-448B-BA00-FC0300AA8E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ounded Rectangle 11">
            <a:extLst>
              <a:ext uri="{FF2B5EF4-FFF2-40B4-BE49-F238E27FC236}">
                <a16:creationId xmlns:a16="http://schemas.microsoft.com/office/drawing/2014/main" id="{A8DF542A-AECF-4920-B91A-4605B62A45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03" y="643464"/>
            <a:ext cx="10905195" cy="5571072"/>
          </a:xfrm>
          <a:prstGeom prst="roundRect">
            <a:avLst>
              <a:gd name="adj" fmla="val 2403"/>
            </a:avLst>
          </a:prstGeom>
          <a:solidFill>
            <a:srgbClr val="FFFFFF"/>
          </a:solidFill>
          <a:ln w="31750">
            <a:solidFill>
              <a:schemeClr val="accent1"/>
            </a:solidFill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D2B775D-6E9C-4F60-892F-E88AEF7D95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137" y="1584419"/>
            <a:ext cx="3689160" cy="3689160"/>
          </a:xfrm>
          <a:prstGeom prst="rect">
            <a:avLst/>
          </a:prstGeom>
          <a:ln w="31750" cap="sq">
            <a:noFill/>
            <a:miter lim="800000"/>
          </a:ln>
        </p:spPr>
      </p:pic>
      <p:cxnSp>
        <p:nvCxnSpPr>
          <p:cNvPr id="22" name="Straight Connector 16">
            <a:extLst>
              <a:ext uri="{FF2B5EF4-FFF2-40B4-BE49-F238E27FC236}">
                <a16:creationId xmlns:a16="http://schemas.microsoft.com/office/drawing/2014/main" id="{70C70F52-156C-4880-991F-296A9628FF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06892" y="1333850"/>
            <a:ext cx="0" cy="4127383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Imagen 4">
            <a:extLst>
              <a:ext uri="{FF2B5EF4-FFF2-40B4-BE49-F238E27FC236}">
                <a16:creationId xmlns:a16="http://schemas.microsoft.com/office/drawing/2014/main" id="{282E0993-4F0D-4BD0-B5B2-2CDA92FE2A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6032" y="2089534"/>
            <a:ext cx="6250832" cy="2678928"/>
          </a:xfrm>
          <a:prstGeom prst="rect">
            <a:avLst/>
          </a:prstGeom>
          <a:ln w="31750" cap="sq">
            <a:noFill/>
            <a:miter lim="800000"/>
          </a:ln>
        </p:spPr>
      </p:pic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1476AA9E-7E7A-40C1-85F2-AFC09E3AE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10774-2920-F049-BD0B-9A28F2A984C5}" type="slidenum">
              <a:rPr lang="es-ES" smtClean="0"/>
              <a:t>15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03751957"/>
      </p:ext>
    </p:extLst>
  </p:cSld>
  <p:clrMapOvr>
    <a:masterClrMapping/>
  </p:clrMapOvr>
</p:sld>
</file>

<file path=ppt/theme/theme1.xml><?xml version="1.0" encoding="utf-8"?>
<a:theme xmlns:a="http://schemas.openxmlformats.org/drawingml/2006/main" name="Estela de condensación">
  <a:themeElements>
    <a:clrScheme name="Estela de condensación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C4220D"/>
      </a:accent1>
      <a:accent2>
        <a:srgbClr val="EB7712"/>
      </a:accent2>
      <a:accent3>
        <a:srgbClr val="ECBD31"/>
      </a:accent3>
      <a:accent4>
        <a:srgbClr val="92CE4A"/>
      </a:accent4>
      <a:accent5>
        <a:srgbClr val="50CFB4"/>
      </a:accent5>
      <a:accent6>
        <a:srgbClr val="0D8EC5"/>
      </a:accent6>
      <a:hlink>
        <a:srgbClr val="EA5A0C"/>
      </a:hlink>
      <a:folHlink>
        <a:srgbClr val="F09D3A"/>
      </a:folHlink>
    </a:clrScheme>
    <a:fontScheme name="Estela de condensación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tela de condensación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FE1EB5C7-81A8-4CBA-AE6E-B3BF73DC3895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537</TotalTime>
  <Words>407</Words>
  <Application>Microsoft Office PowerPoint</Application>
  <PresentationFormat>Panorámica</PresentationFormat>
  <Paragraphs>114</Paragraphs>
  <Slides>16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0" baseType="lpstr">
      <vt:lpstr>Arial</vt:lpstr>
      <vt:lpstr>Calibri</vt:lpstr>
      <vt:lpstr>Century Gothic</vt:lpstr>
      <vt:lpstr>Estela de condensación</vt:lpstr>
      <vt:lpstr>Proyecto MeCuida</vt:lpstr>
      <vt:lpstr>Índice</vt:lpstr>
      <vt:lpstr>PLANIFICACIÓN de la calidad</vt:lpstr>
      <vt:lpstr>Planificación de la calidad</vt:lpstr>
      <vt:lpstr>PLAN DE GESTIÓN DE CALIDAD</vt:lpstr>
      <vt:lpstr>MÉTRICAS DE CALIDAD</vt:lpstr>
      <vt:lpstr>LISTAS DE VERIFICACIÓN</vt:lpstr>
      <vt:lpstr>PLAN DE MEJORAS DEL PROYECTO</vt:lpstr>
      <vt:lpstr>Índice</vt:lpstr>
      <vt:lpstr>Aseguramiento de calidad</vt:lpstr>
      <vt:lpstr>AUDITORÍAS</vt:lpstr>
      <vt:lpstr>Otras normativas</vt:lpstr>
      <vt:lpstr>Índice</vt:lpstr>
      <vt:lpstr>SOLICITUD DE CAMBIO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Proyecto MeCuida</dc:title>
  <dc:creator>Gallego Sánchez Adrián</dc:creator>
  <cp:lastModifiedBy>Benito Ortiz María de Cortes</cp:lastModifiedBy>
  <cp:revision>55</cp:revision>
  <dcterms:created xsi:type="dcterms:W3CDTF">2018-11-10T15:50:50Z</dcterms:created>
  <dcterms:modified xsi:type="dcterms:W3CDTF">2018-11-18T18:30:11Z</dcterms:modified>
</cp:coreProperties>
</file>