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78" r:id="rId1"/>
  </p:sldMasterIdLst>
  <p:notesMasterIdLst>
    <p:notesMasterId r:id="rId17"/>
  </p:notesMasterIdLst>
  <p:handoutMasterIdLst>
    <p:handoutMasterId r:id="rId18"/>
  </p:handoutMasterIdLst>
  <p:sldIdLst>
    <p:sldId id="256" r:id="rId2"/>
    <p:sldId id="257" r:id="rId3"/>
    <p:sldId id="259" r:id="rId4"/>
    <p:sldId id="287" r:id="rId5"/>
    <p:sldId id="295" r:id="rId6"/>
    <p:sldId id="288" r:id="rId7"/>
    <p:sldId id="289" r:id="rId8"/>
    <p:sldId id="296" r:id="rId9"/>
    <p:sldId id="290" r:id="rId10"/>
    <p:sldId id="258" r:id="rId11"/>
    <p:sldId id="291" r:id="rId12"/>
    <p:sldId id="294" r:id="rId13"/>
    <p:sldId id="292" r:id="rId14"/>
    <p:sldId id="293" r:id="rId15"/>
    <p:sldId id="28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94674"/>
  </p:normalViewPr>
  <p:slideViewPr>
    <p:cSldViewPr snapToGrid="0" snapToObjects="1">
      <p:cViewPr varScale="1">
        <p:scale>
          <a:sx n="68" d="100"/>
          <a:sy n="68" d="100"/>
        </p:scale>
        <p:origin x="63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4324E71C-51E4-4FFA-9638-472734009553}" type="pres">
      <dgm:prSet presAssocID="{D1D10F65-8C36-4800-AD9D-4A75930380A4}" presName="thickLine" presStyleLbl="alignNode1" presStyleIdx="0" presStyleCnt="2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0" presStyleCnt="9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1" presStyleCnt="9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2" presStyleCnt="9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3" presStyleCnt="9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1" presStyleCnt="2" custLinFactNeighborX="329" custLinFactNeighborY="-123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9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5" presStyleCnt="9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6" presStyleCnt="9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7" presStyleCnt="9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0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1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4DB7B23E-B30F-4C81-8ACC-F20339733989}" type="presParOf" srcId="{A4615577-DB07-0E46-BAD9-752076C1E8EB}" destId="{4324E71C-51E4-4FFA-9638-472734009553}" srcOrd="0" destOrd="0" presId="urn:microsoft.com/office/officeart/2008/layout/LinedList"/>
    <dgm:cxn modelId="{5F89DA01-B92A-4DC0-9CEE-1F6FA1D40ECE}" type="presParOf" srcId="{A4615577-DB07-0E46-BAD9-752076C1E8EB}" destId="{35D4AF3C-4879-491B-8004-F3B88F6D9FB5}" srcOrd="1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2" destOrd="0" presId="urn:microsoft.com/office/officeart/2008/layout/LinedList"/>
    <dgm:cxn modelId="{5F47EFD6-2CBD-894E-8B6E-5A8B8B366D05}" type="presParOf" srcId="{A4615577-DB07-0E46-BAD9-752076C1E8EB}" destId="{0C40495D-3188-9E48-A89E-F64BB2F461F5}" srcOrd="3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90E437-9AEB-4069-A306-4DCC9C1C3FCB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021DA3D3-9138-4A99-8859-3052FB748E91}">
      <dgm:prSet phldrT="[Texto]"/>
      <dgm:spPr/>
      <dgm:t>
        <a:bodyPr/>
        <a:lstStyle/>
        <a:p>
          <a:r>
            <a:rPr lang="es-ES_tradnl" dirty="0"/>
            <a:t>Plan de gestión de calidad</a:t>
          </a:r>
        </a:p>
      </dgm:t>
    </dgm:pt>
    <dgm:pt modelId="{33D99A7A-84A3-49FB-90CA-370352BBD04E}" type="parTrans" cxnId="{5BE8FB1E-0A10-4A34-AB96-40420204FE73}">
      <dgm:prSet/>
      <dgm:spPr/>
      <dgm:t>
        <a:bodyPr/>
        <a:lstStyle/>
        <a:p>
          <a:endParaRPr lang="es-ES_tradnl"/>
        </a:p>
      </dgm:t>
    </dgm:pt>
    <dgm:pt modelId="{922C4313-ED8A-4A00-8243-7B540B794488}" type="sibTrans" cxnId="{5BE8FB1E-0A10-4A34-AB96-40420204FE73}">
      <dgm:prSet/>
      <dgm:spPr/>
      <dgm:t>
        <a:bodyPr/>
        <a:lstStyle/>
        <a:p>
          <a:endParaRPr lang="es-ES_tradnl"/>
        </a:p>
      </dgm:t>
    </dgm:pt>
    <dgm:pt modelId="{0B9B9D2A-FCDD-4D03-8326-8255EB426FDB}">
      <dgm:prSet phldrT="[Texto]"/>
      <dgm:spPr/>
      <dgm:t>
        <a:bodyPr/>
        <a:lstStyle/>
        <a:p>
          <a:r>
            <a:rPr lang="es-ES_tradnl" dirty="0"/>
            <a:t>Métricas de calidad</a:t>
          </a:r>
        </a:p>
      </dgm:t>
    </dgm:pt>
    <dgm:pt modelId="{66118AC1-8E07-44DE-A0EB-7B781AA48C87}" type="parTrans" cxnId="{6D4B2722-D002-4318-AF25-0E517B22FE2E}">
      <dgm:prSet/>
      <dgm:spPr/>
      <dgm:t>
        <a:bodyPr/>
        <a:lstStyle/>
        <a:p>
          <a:endParaRPr lang="es-ES_tradnl"/>
        </a:p>
      </dgm:t>
    </dgm:pt>
    <dgm:pt modelId="{9DF778D4-5BEC-4B48-876C-9D458DB04107}" type="sibTrans" cxnId="{6D4B2722-D002-4318-AF25-0E517B22FE2E}">
      <dgm:prSet/>
      <dgm:spPr/>
      <dgm:t>
        <a:bodyPr/>
        <a:lstStyle/>
        <a:p>
          <a:endParaRPr lang="es-ES_tradnl"/>
        </a:p>
      </dgm:t>
    </dgm:pt>
    <dgm:pt modelId="{C818F310-4FD0-47D5-B104-F72F59AE997C}">
      <dgm:prSet phldrT="[Texto]"/>
      <dgm:spPr/>
      <dgm:t>
        <a:bodyPr/>
        <a:lstStyle/>
        <a:p>
          <a:r>
            <a:rPr lang="es-ES_tradnl" dirty="0"/>
            <a:t>Listas de verificación </a:t>
          </a:r>
        </a:p>
      </dgm:t>
    </dgm:pt>
    <dgm:pt modelId="{DBAC9944-EF6E-4788-AE8E-B41A9825B0BC}" type="parTrans" cxnId="{B3EFA7CF-76A2-46B6-99A2-9DD0A2AA7110}">
      <dgm:prSet/>
      <dgm:spPr/>
      <dgm:t>
        <a:bodyPr/>
        <a:lstStyle/>
        <a:p>
          <a:endParaRPr lang="es-ES_tradnl"/>
        </a:p>
      </dgm:t>
    </dgm:pt>
    <dgm:pt modelId="{EB4D546D-EB22-435E-B3BD-B7A54078BFC8}" type="sibTrans" cxnId="{B3EFA7CF-76A2-46B6-99A2-9DD0A2AA7110}">
      <dgm:prSet/>
      <dgm:spPr/>
      <dgm:t>
        <a:bodyPr/>
        <a:lstStyle/>
        <a:p>
          <a:endParaRPr lang="es-ES_tradnl"/>
        </a:p>
      </dgm:t>
    </dgm:pt>
    <dgm:pt modelId="{6439088D-986D-4172-94C5-7A1C3328B561}">
      <dgm:prSet phldrT="[Texto]"/>
      <dgm:spPr/>
      <dgm:t>
        <a:bodyPr/>
        <a:lstStyle/>
        <a:p>
          <a:r>
            <a:rPr lang="es-ES_tradnl" dirty="0"/>
            <a:t>Plan de mejoras del proceso</a:t>
          </a:r>
        </a:p>
      </dgm:t>
    </dgm:pt>
    <dgm:pt modelId="{50A59C39-B73D-49CC-BA66-97E3D577C797}" type="parTrans" cxnId="{8C6168FF-3055-4118-9DD3-41E1E158DFB7}">
      <dgm:prSet/>
      <dgm:spPr/>
      <dgm:t>
        <a:bodyPr/>
        <a:lstStyle/>
        <a:p>
          <a:endParaRPr lang="es-ES_tradnl"/>
        </a:p>
      </dgm:t>
    </dgm:pt>
    <dgm:pt modelId="{FBD6BF2C-3496-4D49-BDC9-A9679044486B}" type="sibTrans" cxnId="{8C6168FF-3055-4118-9DD3-41E1E158DFB7}">
      <dgm:prSet/>
      <dgm:spPr/>
      <dgm:t>
        <a:bodyPr/>
        <a:lstStyle/>
        <a:p>
          <a:endParaRPr lang="es-ES_tradnl"/>
        </a:p>
      </dgm:t>
    </dgm:pt>
    <dgm:pt modelId="{201EBE9D-FB7D-42A5-BB57-9B315CCA874E}" type="pres">
      <dgm:prSet presAssocID="{7590E437-9AEB-4069-A306-4DCC9C1C3FCB}" presName="Name0" presStyleCnt="0">
        <dgm:presLayoutVars>
          <dgm:chMax val="7"/>
          <dgm:chPref val="7"/>
          <dgm:dir/>
        </dgm:presLayoutVars>
      </dgm:prSet>
      <dgm:spPr/>
    </dgm:pt>
    <dgm:pt modelId="{85CA8B18-3B2A-426F-8C99-8E9CAD96C69D}" type="pres">
      <dgm:prSet presAssocID="{7590E437-9AEB-4069-A306-4DCC9C1C3FCB}" presName="Name1" presStyleCnt="0"/>
      <dgm:spPr/>
    </dgm:pt>
    <dgm:pt modelId="{2C837EA8-304B-4A04-945B-C2729DE0AE8F}" type="pres">
      <dgm:prSet presAssocID="{7590E437-9AEB-4069-A306-4DCC9C1C3FCB}" presName="cycle" presStyleCnt="0"/>
      <dgm:spPr/>
    </dgm:pt>
    <dgm:pt modelId="{75775B49-2C7A-4BE5-B446-D6D7B4D6954D}" type="pres">
      <dgm:prSet presAssocID="{7590E437-9AEB-4069-A306-4DCC9C1C3FCB}" presName="srcNode" presStyleLbl="node1" presStyleIdx="0" presStyleCnt="4"/>
      <dgm:spPr/>
    </dgm:pt>
    <dgm:pt modelId="{9424BBEB-B53A-4BAE-9AA3-7349701FD205}" type="pres">
      <dgm:prSet presAssocID="{7590E437-9AEB-4069-A306-4DCC9C1C3FCB}" presName="conn" presStyleLbl="parChTrans1D2" presStyleIdx="0" presStyleCnt="1"/>
      <dgm:spPr/>
    </dgm:pt>
    <dgm:pt modelId="{A2905401-F3B6-4BC0-9E3D-BAEFF81E305D}" type="pres">
      <dgm:prSet presAssocID="{7590E437-9AEB-4069-A306-4DCC9C1C3FCB}" presName="extraNode" presStyleLbl="node1" presStyleIdx="0" presStyleCnt="4"/>
      <dgm:spPr/>
    </dgm:pt>
    <dgm:pt modelId="{077EBE84-1200-4F5F-A2D5-4592A038F02D}" type="pres">
      <dgm:prSet presAssocID="{7590E437-9AEB-4069-A306-4DCC9C1C3FCB}" presName="dstNode" presStyleLbl="node1" presStyleIdx="0" presStyleCnt="4"/>
      <dgm:spPr/>
    </dgm:pt>
    <dgm:pt modelId="{8E9CFAB5-6530-43DC-BD52-AE67075EA74A}" type="pres">
      <dgm:prSet presAssocID="{021DA3D3-9138-4A99-8859-3052FB748E91}" presName="text_1" presStyleLbl="node1" presStyleIdx="0" presStyleCnt="4">
        <dgm:presLayoutVars>
          <dgm:bulletEnabled val="1"/>
        </dgm:presLayoutVars>
      </dgm:prSet>
      <dgm:spPr/>
    </dgm:pt>
    <dgm:pt modelId="{0934ED7D-8CBB-429C-9BEB-6F1FFF9E0A17}" type="pres">
      <dgm:prSet presAssocID="{021DA3D3-9138-4A99-8859-3052FB748E91}" presName="accent_1" presStyleCnt="0"/>
      <dgm:spPr/>
    </dgm:pt>
    <dgm:pt modelId="{2E3A7CCC-AD74-4634-9862-9ED327ADCE6A}" type="pres">
      <dgm:prSet presAssocID="{021DA3D3-9138-4A99-8859-3052FB748E91}" presName="accentRepeatNode" presStyleLbl="solidFgAcc1" presStyleIdx="0" presStyleCnt="4"/>
      <dgm:spPr/>
    </dgm:pt>
    <dgm:pt modelId="{BA71267A-8A01-4F05-9A6D-CBED4D7308AE}" type="pres">
      <dgm:prSet presAssocID="{0B9B9D2A-FCDD-4D03-8326-8255EB426FDB}" presName="text_2" presStyleLbl="node1" presStyleIdx="1" presStyleCnt="4">
        <dgm:presLayoutVars>
          <dgm:bulletEnabled val="1"/>
        </dgm:presLayoutVars>
      </dgm:prSet>
      <dgm:spPr/>
    </dgm:pt>
    <dgm:pt modelId="{4C866B22-A363-4F60-A6E1-23FCEA92DF24}" type="pres">
      <dgm:prSet presAssocID="{0B9B9D2A-FCDD-4D03-8326-8255EB426FDB}" presName="accent_2" presStyleCnt="0"/>
      <dgm:spPr/>
    </dgm:pt>
    <dgm:pt modelId="{C7DD3862-EA8E-4D72-9F7F-C4EF5C5B048C}" type="pres">
      <dgm:prSet presAssocID="{0B9B9D2A-FCDD-4D03-8326-8255EB426FDB}" presName="accentRepeatNode" presStyleLbl="solidFgAcc1" presStyleIdx="1" presStyleCnt="4"/>
      <dgm:spPr/>
    </dgm:pt>
    <dgm:pt modelId="{FF15CA57-99EB-4A49-BEDA-B87C1719DA6F}" type="pres">
      <dgm:prSet presAssocID="{C818F310-4FD0-47D5-B104-F72F59AE997C}" presName="text_3" presStyleLbl="node1" presStyleIdx="2" presStyleCnt="4">
        <dgm:presLayoutVars>
          <dgm:bulletEnabled val="1"/>
        </dgm:presLayoutVars>
      </dgm:prSet>
      <dgm:spPr/>
    </dgm:pt>
    <dgm:pt modelId="{2882C3BC-8C63-4F4A-80EB-91FA53B49ADF}" type="pres">
      <dgm:prSet presAssocID="{C818F310-4FD0-47D5-B104-F72F59AE997C}" presName="accent_3" presStyleCnt="0"/>
      <dgm:spPr/>
    </dgm:pt>
    <dgm:pt modelId="{3372E0D7-7345-40DF-BBA2-A743623239FA}" type="pres">
      <dgm:prSet presAssocID="{C818F310-4FD0-47D5-B104-F72F59AE997C}" presName="accentRepeatNode" presStyleLbl="solidFgAcc1" presStyleIdx="2" presStyleCnt="4"/>
      <dgm:spPr/>
    </dgm:pt>
    <dgm:pt modelId="{44945275-FECF-4A96-ADC7-1C2E0846DBE4}" type="pres">
      <dgm:prSet presAssocID="{6439088D-986D-4172-94C5-7A1C3328B561}" presName="text_4" presStyleLbl="node1" presStyleIdx="3" presStyleCnt="4">
        <dgm:presLayoutVars>
          <dgm:bulletEnabled val="1"/>
        </dgm:presLayoutVars>
      </dgm:prSet>
      <dgm:spPr/>
    </dgm:pt>
    <dgm:pt modelId="{8930A3B7-E5CA-4DB8-BF7A-F8D13C56C556}" type="pres">
      <dgm:prSet presAssocID="{6439088D-986D-4172-94C5-7A1C3328B561}" presName="accent_4" presStyleCnt="0"/>
      <dgm:spPr/>
    </dgm:pt>
    <dgm:pt modelId="{20BA1873-8175-425E-8748-05879752D31B}" type="pres">
      <dgm:prSet presAssocID="{6439088D-986D-4172-94C5-7A1C3328B561}" presName="accentRepeatNode" presStyleLbl="solidFgAcc1" presStyleIdx="3" presStyleCnt="4"/>
      <dgm:spPr/>
    </dgm:pt>
  </dgm:ptLst>
  <dgm:cxnLst>
    <dgm:cxn modelId="{9FA7590B-7BD5-4555-855C-E205EBA09E87}" type="presOf" srcId="{0B9B9D2A-FCDD-4D03-8326-8255EB426FDB}" destId="{BA71267A-8A01-4F05-9A6D-CBED4D7308AE}" srcOrd="0" destOrd="0" presId="urn:microsoft.com/office/officeart/2008/layout/VerticalCurvedList"/>
    <dgm:cxn modelId="{5BE8FB1E-0A10-4A34-AB96-40420204FE73}" srcId="{7590E437-9AEB-4069-A306-4DCC9C1C3FCB}" destId="{021DA3D3-9138-4A99-8859-3052FB748E91}" srcOrd="0" destOrd="0" parTransId="{33D99A7A-84A3-49FB-90CA-370352BBD04E}" sibTransId="{922C4313-ED8A-4A00-8243-7B540B794488}"/>
    <dgm:cxn modelId="{6D4B2722-D002-4318-AF25-0E517B22FE2E}" srcId="{7590E437-9AEB-4069-A306-4DCC9C1C3FCB}" destId="{0B9B9D2A-FCDD-4D03-8326-8255EB426FDB}" srcOrd="1" destOrd="0" parTransId="{66118AC1-8E07-44DE-A0EB-7B781AA48C87}" sibTransId="{9DF778D4-5BEC-4B48-876C-9D458DB04107}"/>
    <dgm:cxn modelId="{5C895D70-F72E-47B4-A373-9F7245C19AF7}" type="presOf" srcId="{021DA3D3-9138-4A99-8859-3052FB748E91}" destId="{8E9CFAB5-6530-43DC-BD52-AE67075EA74A}" srcOrd="0" destOrd="0" presId="urn:microsoft.com/office/officeart/2008/layout/VerticalCurvedList"/>
    <dgm:cxn modelId="{818A3272-9E8F-4A70-B381-15CEACFB694E}" type="presOf" srcId="{6439088D-986D-4172-94C5-7A1C3328B561}" destId="{44945275-FECF-4A96-ADC7-1C2E0846DBE4}" srcOrd="0" destOrd="0" presId="urn:microsoft.com/office/officeart/2008/layout/VerticalCurvedList"/>
    <dgm:cxn modelId="{50D4847E-BF69-4353-BDE9-8CFA9F9A3BCC}" type="presOf" srcId="{922C4313-ED8A-4A00-8243-7B540B794488}" destId="{9424BBEB-B53A-4BAE-9AA3-7349701FD205}" srcOrd="0" destOrd="0" presId="urn:microsoft.com/office/officeart/2008/layout/VerticalCurvedList"/>
    <dgm:cxn modelId="{6546C792-4859-42BD-ACE3-11EB45DF2DA2}" type="presOf" srcId="{7590E437-9AEB-4069-A306-4DCC9C1C3FCB}" destId="{201EBE9D-FB7D-42A5-BB57-9B315CCA874E}" srcOrd="0" destOrd="0" presId="urn:microsoft.com/office/officeart/2008/layout/VerticalCurvedList"/>
    <dgm:cxn modelId="{FFAC6DAF-0D1C-4E66-A1AF-31E57B983002}" type="presOf" srcId="{C818F310-4FD0-47D5-B104-F72F59AE997C}" destId="{FF15CA57-99EB-4A49-BEDA-B87C1719DA6F}" srcOrd="0" destOrd="0" presId="urn:microsoft.com/office/officeart/2008/layout/VerticalCurvedList"/>
    <dgm:cxn modelId="{B3EFA7CF-76A2-46B6-99A2-9DD0A2AA7110}" srcId="{7590E437-9AEB-4069-A306-4DCC9C1C3FCB}" destId="{C818F310-4FD0-47D5-B104-F72F59AE997C}" srcOrd="2" destOrd="0" parTransId="{DBAC9944-EF6E-4788-AE8E-B41A9825B0BC}" sibTransId="{EB4D546D-EB22-435E-B3BD-B7A54078BFC8}"/>
    <dgm:cxn modelId="{8C6168FF-3055-4118-9DD3-41E1E158DFB7}" srcId="{7590E437-9AEB-4069-A306-4DCC9C1C3FCB}" destId="{6439088D-986D-4172-94C5-7A1C3328B561}" srcOrd="3" destOrd="0" parTransId="{50A59C39-B73D-49CC-BA66-97E3D577C797}" sibTransId="{FBD6BF2C-3496-4D49-BDC9-A9679044486B}"/>
    <dgm:cxn modelId="{3A2D1537-158D-4FD9-B99A-24D35D392101}" type="presParOf" srcId="{201EBE9D-FB7D-42A5-BB57-9B315CCA874E}" destId="{85CA8B18-3B2A-426F-8C99-8E9CAD96C69D}" srcOrd="0" destOrd="0" presId="urn:microsoft.com/office/officeart/2008/layout/VerticalCurvedList"/>
    <dgm:cxn modelId="{A0D7DADC-619E-4B23-A20A-D1F3737107FE}" type="presParOf" srcId="{85CA8B18-3B2A-426F-8C99-8E9CAD96C69D}" destId="{2C837EA8-304B-4A04-945B-C2729DE0AE8F}" srcOrd="0" destOrd="0" presId="urn:microsoft.com/office/officeart/2008/layout/VerticalCurvedList"/>
    <dgm:cxn modelId="{400E9DAC-545D-4CA7-9820-7CF75CFD6F3C}" type="presParOf" srcId="{2C837EA8-304B-4A04-945B-C2729DE0AE8F}" destId="{75775B49-2C7A-4BE5-B446-D6D7B4D6954D}" srcOrd="0" destOrd="0" presId="urn:microsoft.com/office/officeart/2008/layout/VerticalCurvedList"/>
    <dgm:cxn modelId="{49FFB6E0-101A-453B-887A-AAC2B3B42E26}" type="presParOf" srcId="{2C837EA8-304B-4A04-945B-C2729DE0AE8F}" destId="{9424BBEB-B53A-4BAE-9AA3-7349701FD205}" srcOrd="1" destOrd="0" presId="urn:microsoft.com/office/officeart/2008/layout/VerticalCurvedList"/>
    <dgm:cxn modelId="{492FE193-910E-4CCF-A230-DF6B9AFC97B8}" type="presParOf" srcId="{2C837EA8-304B-4A04-945B-C2729DE0AE8F}" destId="{A2905401-F3B6-4BC0-9E3D-BAEFF81E305D}" srcOrd="2" destOrd="0" presId="urn:microsoft.com/office/officeart/2008/layout/VerticalCurvedList"/>
    <dgm:cxn modelId="{C9C2B7BF-D3FD-4BD4-8AB6-4BED000623DD}" type="presParOf" srcId="{2C837EA8-304B-4A04-945B-C2729DE0AE8F}" destId="{077EBE84-1200-4F5F-A2D5-4592A038F02D}" srcOrd="3" destOrd="0" presId="urn:microsoft.com/office/officeart/2008/layout/VerticalCurvedList"/>
    <dgm:cxn modelId="{D93A68D7-5F9E-4183-AF24-5E40C8DF1DDA}" type="presParOf" srcId="{85CA8B18-3B2A-426F-8C99-8E9CAD96C69D}" destId="{8E9CFAB5-6530-43DC-BD52-AE67075EA74A}" srcOrd="1" destOrd="0" presId="urn:microsoft.com/office/officeart/2008/layout/VerticalCurvedList"/>
    <dgm:cxn modelId="{C091BBC4-C619-48DC-BD6C-9C622CD049D3}" type="presParOf" srcId="{85CA8B18-3B2A-426F-8C99-8E9CAD96C69D}" destId="{0934ED7D-8CBB-429C-9BEB-6F1FFF9E0A17}" srcOrd="2" destOrd="0" presId="urn:microsoft.com/office/officeart/2008/layout/VerticalCurvedList"/>
    <dgm:cxn modelId="{58AB57CE-6760-4EA0-928A-9BBFBFD819AF}" type="presParOf" srcId="{0934ED7D-8CBB-429C-9BEB-6F1FFF9E0A17}" destId="{2E3A7CCC-AD74-4634-9862-9ED327ADCE6A}" srcOrd="0" destOrd="0" presId="urn:microsoft.com/office/officeart/2008/layout/VerticalCurvedList"/>
    <dgm:cxn modelId="{9D720D87-1A0E-4ABF-9B06-95514D8367E5}" type="presParOf" srcId="{85CA8B18-3B2A-426F-8C99-8E9CAD96C69D}" destId="{BA71267A-8A01-4F05-9A6D-CBED4D7308AE}" srcOrd="3" destOrd="0" presId="urn:microsoft.com/office/officeart/2008/layout/VerticalCurvedList"/>
    <dgm:cxn modelId="{B1F2B6A2-C3E3-4632-80C3-411513696BE8}" type="presParOf" srcId="{85CA8B18-3B2A-426F-8C99-8E9CAD96C69D}" destId="{4C866B22-A363-4F60-A6E1-23FCEA92DF24}" srcOrd="4" destOrd="0" presId="urn:microsoft.com/office/officeart/2008/layout/VerticalCurvedList"/>
    <dgm:cxn modelId="{1FE16330-DCF6-4792-96A3-AAC84E82AF01}" type="presParOf" srcId="{4C866B22-A363-4F60-A6E1-23FCEA92DF24}" destId="{C7DD3862-EA8E-4D72-9F7F-C4EF5C5B048C}" srcOrd="0" destOrd="0" presId="urn:microsoft.com/office/officeart/2008/layout/VerticalCurvedList"/>
    <dgm:cxn modelId="{C38871FB-5AFA-4259-A51D-B147BA72B792}" type="presParOf" srcId="{85CA8B18-3B2A-426F-8C99-8E9CAD96C69D}" destId="{FF15CA57-99EB-4A49-BEDA-B87C1719DA6F}" srcOrd="5" destOrd="0" presId="urn:microsoft.com/office/officeart/2008/layout/VerticalCurvedList"/>
    <dgm:cxn modelId="{D632C4D6-93A9-44AB-87B0-137EBDE6DD17}" type="presParOf" srcId="{85CA8B18-3B2A-426F-8C99-8E9CAD96C69D}" destId="{2882C3BC-8C63-4F4A-80EB-91FA53B49ADF}" srcOrd="6" destOrd="0" presId="urn:microsoft.com/office/officeart/2008/layout/VerticalCurvedList"/>
    <dgm:cxn modelId="{9BF2BBEB-C4C7-4420-83F0-48060EA25BC4}" type="presParOf" srcId="{2882C3BC-8C63-4F4A-80EB-91FA53B49ADF}" destId="{3372E0D7-7345-40DF-BBA2-A743623239FA}" srcOrd="0" destOrd="0" presId="urn:microsoft.com/office/officeart/2008/layout/VerticalCurvedList"/>
    <dgm:cxn modelId="{9ACDCF7C-8B76-4637-88EC-474D550727A3}" type="presParOf" srcId="{85CA8B18-3B2A-426F-8C99-8E9CAD96C69D}" destId="{44945275-FECF-4A96-ADC7-1C2E0846DBE4}" srcOrd="7" destOrd="0" presId="urn:microsoft.com/office/officeart/2008/layout/VerticalCurvedList"/>
    <dgm:cxn modelId="{CF1BD54F-6041-48C3-A45E-0A7D0C139701}" type="presParOf" srcId="{85CA8B18-3B2A-426F-8C99-8E9CAD96C69D}" destId="{8930A3B7-E5CA-4DB8-BF7A-F8D13C56C556}" srcOrd="8" destOrd="0" presId="urn:microsoft.com/office/officeart/2008/layout/VerticalCurvedList"/>
    <dgm:cxn modelId="{9460D67C-7164-4DA1-B8F8-F9B66D484773}" type="presParOf" srcId="{8930A3B7-E5CA-4DB8-BF7A-F8D13C56C556}" destId="{20BA1873-8175-425E-8748-05879752D31B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B247023-5F97-4B81-ADB5-3072E0963118}" type="doc">
      <dgm:prSet loTypeId="urn:microsoft.com/office/officeart/2005/8/layout/chevron2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s-ES_tradnl"/>
        </a:p>
      </dgm:t>
    </dgm:pt>
    <dgm:pt modelId="{0AD16008-5B77-41A5-8896-9D64AFA1593F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Actividad a mejorar</a:t>
          </a:r>
        </a:p>
      </dgm:t>
    </dgm:pt>
    <dgm:pt modelId="{16FE2791-1F25-48E9-B72D-38F3A9F9BC95}" type="parTrans" cxnId="{D0787867-BDF4-4308-9071-C5B4C39F6ED2}">
      <dgm:prSet/>
      <dgm:spPr/>
      <dgm:t>
        <a:bodyPr/>
        <a:lstStyle/>
        <a:p>
          <a:endParaRPr lang="es-ES_tradnl"/>
        </a:p>
      </dgm:t>
    </dgm:pt>
    <dgm:pt modelId="{01FDE554-B84F-468E-931D-9E471F20EEB5}" type="sibTrans" cxnId="{D0787867-BDF4-4308-9071-C5B4C39F6ED2}">
      <dgm:prSet/>
      <dgm:spPr/>
      <dgm:t>
        <a:bodyPr/>
        <a:lstStyle/>
        <a:p>
          <a:endParaRPr lang="es-ES_tradnl"/>
        </a:p>
      </dgm:t>
    </dgm:pt>
    <dgm:pt modelId="{34F21268-807C-4852-90B3-360ECC760B11}">
      <dgm:prSet phldrT="[Texto]"/>
      <dgm:spPr/>
      <dgm:t>
        <a:bodyPr/>
        <a:lstStyle/>
        <a:p>
          <a:r>
            <a:rPr lang="es-ES_tradnl" dirty="0"/>
            <a:t>Resultado de listas de verificación</a:t>
          </a:r>
        </a:p>
      </dgm:t>
    </dgm:pt>
    <dgm:pt modelId="{66DCC075-F7DD-46C6-8344-FF6131D1D52A}" type="parTrans" cxnId="{5CB4D192-E675-4D64-BDAB-E929008987D7}">
      <dgm:prSet/>
      <dgm:spPr/>
      <dgm:t>
        <a:bodyPr/>
        <a:lstStyle/>
        <a:p>
          <a:endParaRPr lang="es-ES_tradnl"/>
        </a:p>
      </dgm:t>
    </dgm:pt>
    <dgm:pt modelId="{81138E59-8AD2-4430-ABFC-A1D12BC29D28}" type="sibTrans" cxnId="{5CB4D192-E675-4D64-BDAB-E929008987D7}">
      <dgm:prSet/>
      <dgm:spPr/>
      <dgm:t>
        <a:bodyPr/>
        <a:lstStyle/>
        <a:p>
          <a:endParaRPr lang="es-ES_tradnl"/>
        </a:p>
      </dgm:t>
    </dgm:pt>
    <dgm:pt modelId="{058C98CB-F04E-42DB-8293-675B192C9229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Estudio de mejora</a:t>
          </a:r>
        </a:p>
      </dgm:t>
    </dgm:pt>
    <dgm:pt modelId="{8596D049-71E1-457A-825E-C3942D570B18}" type="parTrans" cxnId="{E45C4DDE-D47D-429C-AEF7-54C0EDA15DA0}">
      <dgm:prSet/>
      <dgm:spPr/>
      <dgm:t>
        <a:bodyPr/>
        <a:lstStyle/>
        <a:p>
          <a:endParaRPr lang="es-ES_tradnl"/>
        </a:p>
      </dgm:t>
    </dgm:pt>
    <dgm:pt modelId="{EC661DC2-FBF6-4CBE-B2C8-8E9467FFC51B}" type="sibTrans" cxnId="{E45C4DDE-D47D-429C-AEF7-54C0EDA15DA0}">
      <dgm:prSet/>
      <dgm:spPr/>
      <dgm:t>
        <a:bodyPr/>
        <a:lstStyle/>
        <a:p>
          <a:endParaRPr lang="es-ES_tradnl"/>
        </a:p>
      </dgm:t>
    </dgm:pt>
    <dgm:pt modelId="{90BAAC72-3809-443B-916F-5D7181D0158B}">
      <dgm:prSet phldrT="[Texto]"/>
      <dgm:spPr/>
      <dgm:t>
        <a:bodyPr/>
        <a:lstStyle/>
        <a:p>
          <a:r>
            <a:rPr lang="es-ES_tradnl" dirty="0"/>
            <a:t>¿Problema</a:t>
          </a:r>
          <a:r>
            <a:rPr lang="es-ES_tradnl" dirty="0">
              <a:latin typeface="Century Gothic" panose="020B0502020202020204" pitchFamily="34" charset="0"/>
            </a:rPr>
            <a:t>?</a:t>
          </a:r>
          <a:r>
            <a:rPr lang="es-ES_tradnl" dirty="0"/>
            <a:t> -&gt; Causa/s</a:t>
          </a:r>
        </a:p>
      </dgm:t>
    </dgm:pt>
    <dgm:pt modelId="{4398387B-DB0B-4D1F-B92E-77A726D2AB78}" type="parTrans" cxnId="{F3E8CB9A-0653-46AF-B1D3-9F7D8F13CD26}">
      <dgm:prSet/>
      <dgm:spPr/>
      <dgm:t>
        <a:bodyPr/>
        <a:lstStyle/>
        <a:p>
          <a:endParaRPr lang="es-ES_tradnl"/>
        </a:p>
      </dgm:t>
    </dgm:pt>
    <dgm:pt modelId="{824B6517-2375-43A7-A9B4-7C659BB04434}" type="sibTrans" cxnId="{F3E8CB9A-0653-46AF-B1D3-9F7D8F13CD26}">
      <dgm:prSet/>
      <dgm:spPr/>
      <dgm:t>
        <a:bodyPr/>
        <a:lstStyle/>
        <a:p>
          <a:endParaRPr lang="es-ES_tradnl"/>
        </a:p>
      </dgm:t>
    </dgm:pt>
    <dgm:pt modelId="{73D70DFC-1618-41F1-BDE7-8B563F9C8428}">
      <dgm:prSet phldrT="[Texto]"/>
      <dgm:spPr/>
      <dgm:t>
        <a:bodyPr/>
        <a:lstStyle/>
        <a:p>
          <a:r>
            <a:rPr lang="es-ES_tradnl" dirty="0"/>
            <a:t>Posibles soluciones</a:t>
          </a:r>
        </a:p>
      </dgm:t>
    </dgm:pt>
    <dgm:pt modelId="{B56BA627-5E13-43F9-B56F-DBAC591D282D}" type="parTrans" cxnId="{EDCC00D0-CD36-4689-890C-0B42C3EB6F73}">
      <dgm:prSet/>
      <dgm:spPr/>
      <dgm:t>
        <a:bodyPr/>
        <a:lstStyle/>
        <a:p>
          <a:endParaRPr lang="es-ES_tradnl"/>
        </a:p>
      </dgm:t>
    </dgm:pt>
    <dgm:pt modelId="{9F593BD1-2FC3-4E2F-A0BD-5C8ED8687792}" type="sibTrans" cxnId="{EDCC00D0-CD36-4689-890C-0B42C3EB6F73}">
      <dgm:prSet/>
      <dgm:spPr/>
      <dgm:t>
        <a:bodyPr/>
        <a:lstStyle/>
        <a:p>
          <a:endParaRPr lang="es-ES_tradnl"/>
        </a:p>
      </dgm:t>
    </dgm:pt>
    <dgm:pt modelId="{25F793A5-F230-49F1-9F0A-A148BEF32477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Aceptación de cambios</a:t>
          </a:r>
        </a:p>
      </dgm:t>
    </dgm:pt>
    <dgm:pt modelId="{D5D49545-514E-42B0-A038-91242E0D6A29}" type="parTrans" cxnId="{24B47B58-C579-4E10-BD83-134651A4E879}">
      <dgm:prSet/>
      <dgm:spPr/>
      <dgm:t>
        <a:bodyPr/>
        <a:lstStyle/>
        <a:p>
          <a:endParaRPr lang="es-ES_tradnl"/>
        </a:p>
      </dgm:t>
    </dgm:pt>
    <dgm:pt modelId="{279496E4-9E88-483F-8A9D-AD19DDBA3382}" type="sibTrans" cxnId="{24B47B58-C579-4E10-BD83-134651A4E879}">
      <dgm:prSet/>
      <dgm:spPr/>
      <dgm:t>
        <a:bodyPr/>
        <a:lstStyle/>
        <a:p>
          <a:endParaRPr lang="es-ES_tradnl"/>
        </a:p>
      </dgm:t>
    </dgm:pt>
    <dgm:pt modelId="{5C77262B-1E98-453B-9D12-6DEBAF5301EE}">
      <dgm:prSet phldrT="[Texto]"/>
      <dgm:spPr/>
      <dgm:t>
        <a:bodyPr/>
        <a:lstStyle/>
        <a:p>
          <a:r>
            <a:rPr lang="es-ES_tradnl" dirty="0"/>
            <a:t>Project Manager</a:t>
          </a:r>
        </a:p>
      </dgm:t>
    </dgm:pt>
    <dgm:pt modelId="{FF4FB29C-8CA3-47C4-B70D-994E219EA16B}" type="parTrans" cxnId="{3531629C-43F0-4592-B44A-01D2986C542D}">
      <dgm:prSet/>
      <dgm:spPr/>
      <dgm:t>
        <a:bodyPr/>
        <a:lstStyle/>
        <a:p>
          <a:endParaRPr lang="es-ES_tradnl"/>
        </a:p>
      </dgm:t>
    </dgm:pt>
    <dgm:pt modelId="{306060EB-DEA5-436C-A86B-CD4F48A56DDE}" type="sibTrans" cxnId="{3531629C-43F0-4592-B44A-01D2986C542D}">
      <dgm:prSet/>
      <dgm:spPr/>
      <dgm:t>
        <a:bodyPr/>
        <a:lstStyle/>
        <a:p>
          <a:endParaRPr lang="es-ES_tradnl"/>
        </a:p>
      </dgm:t>
    </dgm:pt>
    <dgm:pt modelId="{601AD6E2-CDA1-4D9C-8605-78C338440B20}">
      <dgm:prSet phldrT="[Texto]"/>
      <dgm:spPr/>
      <dgm:t>
        <a:bodyPr/>
        <a:lstStyle/>
        <a:p>
          <a:r>
            <a:rPr lang="es-ES_tradnl" dirty="0"/>
            <a:t>PMO</a:t>
          </a:r>
        </a:p>
      </dgm:t>
    </dgm:pt>
    <dgm:pt modelId="{7FA0F1B9-CC48-48B0-96CC-1155E735C0E0}" type="parTrans" cxnId="{FD5F96D3-E211-4817-A45B-DBEBB47E35A0}">
      <dgm:prSet/>
      <dgm:spPr/>
      <dgm:t>
        <a:bodyPr/>
        <a:lstStyle/>
        <a:p>
          <a:endParaRPr lang="es-ES_tradnl"/>
        </a:p>
      </dgm:t>
    </dgm:pt>
    <dgm:pt modelId="{03DDBEDC-752C-48C8-A87D-EEF1FF38161D}" type="sibTrans" cxnId="{FD5F96D3-E211-4817-A45B-DBEBB47E35A0}">
      <dgm:prSet/>
      <dgm:spPr/>
      <dgm:t>
        <a:bodyPr/>
        <a:lstStyle/>
        <a:p>
          <a:endParaRPr lang="es-ES_tradnl"/>
        </a:p>
      </dgm:t>
    </dgm:pt>
    <dgm:pt modelId="{6450C39D-A9F9-4E7F-A877-FBD406D5D6BA}">
      <dgm:prSet phldrT="[Texto]"/>
      <dgm:spPr/>
      <dgm:t>
        <a:bodyPr/>
        <a:lstStyle/>
        <a:p>
          <a:r>
            <a:rPr lang="es-ES_tradnl" dirty="0"/>
            <a:t>Monitorización y control</a:t>
          </a:r>
        </a:p>
      </dgm:t>
    </dgm:pt>
    <dgm:pt modelId="{DEBF6732-88CE-4264-BD21-A58B863453F1}" type="parTrans" cxnId="{273BD516-D7E0-4D11-B3AB-13BB68A3E7A4}">
      <dgm:prSet/>
      <dgm:spPr/>
      <dgm:t>
        <a:bodyPr/>
        <a:lstStyle/>
        <a:p>
          <a:endParaRPr lang="es-ES_tradnl"/>
        </a:p>
      </dgm:t>
    </dgm:pt>
    <dgm:pt modelId="{1605340B-E99F-45BE-BDA0-9CE68876AF2F}" type="sibTrans" cxnId="{273BD516-D7E0-4D11-B3AB-13BB68A3E7A4}">
      <dgm:prSet/>
      <dgm:spPr/>
      <dgm:t>
        <a:bodyPr/>
        <a:lstStyle/>
        <a:p>
          <a:endParaRPr lang="es-ES_tradnl"/>
        </a:p>
      </dgm:t>
    </dgm:pt>
    <dgm:pt modelId="{424194D0-2F57-443C-B28E-0F065C743DA2}" type="pres">
      <dgm:prSet presAssocID="{DB247023-5F97-4B81-ADB5-3072E0963118}" presName="linearFlow" presStyleCnt="0">
        <dgm:presLayoutVars>
          <dgm:dir/>
          <dgm:animLvl val="lvl"/>
          <dgm:resizeHandles val="exact"/>
        </dgm:presLayoutVars>
      </dgm:prSet>
      <dgm:spPr/>
    </dgm:pt>
    <dgm:pt modelId="{724297FF-84A0-41C1-A343-77C1871259E1}" type="pres">
      <dgm:prSet presAssocID="{0AD16008-5B77-41A5-8896-9D64AFA1593F}" presName="composite" presStyleCnt="0"/>
      <dgm:spPr/>
    </dgm:pt>
    <dgm:pt modelId="{D77D0E02-146F-4633-9106-BCB80C1B967B}" type="pres">
      <dgm:prSet presAssocID="{0AD16008-5B77-41A5-8896-9D64AFA1593F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A23A205F-38EA-466D-A73B-94A53A1CB6CA}" type="pres">
      <dgm:prSet presAssocID="{0AD16008-5B77-41A5-8896-9D64AFA1593F}" presName="descendantText" presStyleLbl="alignAcc1" presStyleIdx="0" presStyleCnt="3">
        <dgm:presLayoutVars>
          <dgm:bulletEnabled val="1"/>
        </dgm:presLayoutVars>
      </dgm:prSet>
      <dgm:spPr/>
    </dgm:pt>
    <dgm:pt modelId="{232B9998-C994-4309-92DA-5F91F5899E2F}" type="pres">
      <dgm:prSet presAssocID="{01FDE554-B84F-468E-931D-9E471F20EEB5}" presName="sp" presStyleCnt="0"/>
      <dgm:spPr/>
    </dgm:pt>
    <dgm:pt modelId="{BBF66324-0AAF-46A3-AF8E-4CAEBA843334}" type="pres">
      <dgm:prSet presAssocID="{058C98CB-F04E-42DB-8293-675B192C9229}" presName="composite" presStyleCnt="0"/>
      <dgm:spPr/>
    </dgm:pt>
    <dgm:pt modelId="{719A3758-D0A2-4275-8304-A137EF0402C7}" type="pres">
      <dgm:prSet presAssocID="{058C98CB-F04E-42DB-8293-675B192C9229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D87B9659-AB68-41CE-8186-623A5B13B042}" type="pres">
      <dgm:prSet presAssocID="{058C98CB-F04E-42DB-8293-675B192C9229}" presName="descendantText" presStyleLbl="alignAcc1" presStyleIdx="1" presStyleCnt="3">
        <dgm:presLayoutVars>
          <dgm:bulletEnabled val="1"/>
        </dgm:presLayoutVars>
      </dgm:prSet>
      <dgm:spPr/>
    </dgm:pt>
    <dgm:pt modelId="{F6DBFD2C-FB99-40B8-AB04-8020619CF9EC}" type="pres">
      <dgm:prSet presAssocID="{EC661DC2-FBF6-4CBE-B2C8-8E9467FFC51B}" presName="sp" presStyleCnt="0"/>
      <dgm:spPr/>
    </dgm:pt>
    <dgm:pt modelId="{7CEE453D-69EB-43C1-AA15-D2F9A579927F}" type="pres">
      <dgm:prSet presAssocID="{25F793A5-F230-49F1-9F0A-A148BEF32477}" presName="composite" presStyleCnt="0"/>
      <dgm:spPr/>
    </dgm:pt>
    <dgm:pt modelId="{99C6DDC6-4BD7-4FE3-8827-B93EB2F50D9F}" type="pres">
      <dgm:prSet presAssocID="{25F793A5-F230-49F1-9F0A-A148BEF32477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2162F8AB-9CD8-41C6-BCC5-1C58C137DF6E}" type="pres">
      <dgm:prSet presAssocID="{25F793A5-F230-49F1-9F0A-A148BEF32477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55445703-C92E-444F-9C51-ABD06578DE31}" type="presOf" srcId="{5C77262B-1E98-453B-9D12-6DEBAF5301EE}" destId="{2162F8AB-9CD8-41C6-BCC5-1C58C137DF6E}" srcOrd="0" destOrd="0" presId="urn:microsoft.com/office/officeart/2005/8/layout/chevron2"/>
    <dgm:cxn modelId="{273BD516-D7E0-4D11-B3AB-13BB68A3E7A4}" srcId="{0AD16008-5B77-41A5-8896-9D64AFA1593F}" destId="{6450C39D-A9F9-4E7F-A877-FBD406D5D6BA}" srcOrd="1" destOrd="0" parTransId="{DEBF6732-88CE-4264-BD21-A58B863453F1}" sibTransId="{1605340B-E99F-45BE-BDA0-9CE68876AF2F}"/>
    <dgm:cxn modelId="{88845763-5251-437A-BD47-F0E28EB7D04B}" type="presOf" srcId="{6450C39D-A9F9-4E7F-A877-FBD406D5D6BA}" destId="{A23A205F-38EA-466D-A73B-94A53A1CB6CA}" srcOrd="0" destOrd="1" presId="urn:microsoft.com/office/officeart/2005/8/layout/chevron2"/>
    <dgm:cxn modelId="{D0787867-BDF4-4308-9071-C5B4C39F6ED2}" srcId="{DB247023-5F97-4B81-ADB5-3072E0963118}" destId="{0AD16008-5B77-41A5-8896-9D64AFA1593F}" srcOrd="0" destOrd="0" parTransId="{16FE2791-1F25-48E9-B72D-38F3A9F9BC95}" sibTransId="{01FDE554-B84F-468E-931D-9E471F20EEB5}"/>
    <dgm:cxn modelId="{24B47B58-C579-4E10-BD83-134651A4E879}" srcId="{DB247023-5F97-4B81-ADB5-3072E0963118}" destId="{25F793A5-F230-49F1-9F0A-A148BEF32477}" srcOrd="2" destOrd="0" parTransId="{D5D49545-514E-42B0-A038-91242E0D6A29}" sibTransId="{279496E4-9E88-483F-8A9D-AD19DDBA3382}"/>
    <dgm:cxn modelId="{5CB4D192-E675-4D64-BDAB-E929008987D7}" srcId="{0AD16008-5B77-41A5-8896-9D64AFA1593F}" destId="{34F21268-807C-4852-90B3-360ECC760B11}" srcOrd="0" destOrd="0" parTransId="{66DCC075-F7DD-46C6-8344-FF6131D1D52A}" sibTransId="{81138E59-8AD2-4430-ABFC-A1D12BC29D28}"/>
    <dgm:cxn modelId="{F3E8CB9A-0653-46AF-B1D3-9F7D8F13CD26}" srcId="{058C98CB-F04E-42DB-8293-675B192C9229}" destId="{90BAAC72-3809-443B-916F-5D7181D0158B}" srcOrd="0" destOrd="0" parTransId="{4398387B-DB0B-4D1F-B92E-77A726D2AB78}" sibTransId="{824B6517-2375-43A7-A9B4-7C659BB04434}"/>
    <dgm:cxn modelId="{CA19279B-A904-4F08-8713-A1AA65F9EECA}" type="presOf" srcId="{25F793A5-F230-49F1-9F0A-A148BEF32477}" destId="{99C6DDC6-4BD7-4FE3-8827-B93EB2F50D9F}" srcOrd="0" destOrd="0" presId="urn:microsoft.com/office/officeart/2005/8/layout/chevron2"/>
    <dgm:cxn modelId="{3531629C-43F0-4592-B44A-01D2986C542D}" srcId="{25F793A5-F230-49F1-9F0A-A148BEF32477}" destId="{5C77262B-1E98-453B-9D12-6DEBAF5301EE}" srcOrd="0" destOrd="0" parTransId="{FF4FB29C-8CA3-47C4-B70D-994E219EA16B}" sibTransId="{306060EB-DEA5-436C-A86B-CD4F48A56DDE}"/>
    <dgm:cxn modelId="{70AF539F-0A72-40E0-9088-AEBF83EC2A40}" type="presOf" srcId="{73D70DFC-1618-41F1-BDE7-8B563F9C8428}" destId="{D87B9659-AB68-41CE-8186-623A5B13B042}" srcOrd="0" destOrd="1" presId="urn:microsoft.com/office/officeart/2005/8/layout/chevron2"/>
    <dgm:cxn modelId="{20A3A0A1-6B75-4A28-B3B9-E56774DAF15B}" type="presOf" srcId="{DB247023-5F97-4B81-ADB5-3072E0963118}" destId="{424194D0-2F57-443C-B28E-0F065C743DA2}" srcOrd="0" destOrd="0" presId="urn:microsoft.com/office/officeart/2005/8/layout/chevron2"/>
    <dgm:cxn modelId="{168138B0-E68B-49BC-8973-22651FD5AB30}" type="presOf" srcId="{34F21268-807C-4852-90B3-360ECC760B11}" destId="{A23A205F-38EA-466D-A73B-94A53A1CB6CA}" srcOrd="0" destOrd="0" presId="urn:microsoft.com/office/officeart/2005/8/layout/chevron2"/>
    <dgm:cxn modelId="{C3F7A8B7-A2A5-4C16-BA8E-B1E2604167CD}" type="presOf" srcId="{058C98CB-F04E-42DB-8293-675B192C9229}" destId="{719A3758-D0A2-4275-8304-A137EF0402C7}" srcOrd="0" destOrd="0" presId="urn:microsoft.com/office/officeart/2005/8/layout/chevron2"/>
    <dgm:cxn modelId="{B54CAAB9-DF6F-4185-8ECF-0233776949DA}" type="presOf" srcId="{90BAAC72-3809-443B-916F-5D7181D0158B}" destId="{D87B9659-AB68-41CE-8186-623A5B13B042}" srcOrd="0" destOrd="0" presId="urn:microsoft.com/office/officeart/2005/8/layout/chevron2"/>
    <dgm:cxn modelId="{EDCC00D0-CD36-4689-890C-0B42C3EB6F73}" srcId="{058C98CB-F04E-42DB-8293-675B192C9229}" destId="{73D70DFC-1618-41F1-BDE7-8B563F9C8428}" srcOrd="1" destOrd="0" parTransId="{B56BA627-5E13-43F9-B56F-DBAC591D282D}" sibTransId="{9F593BD1-2FC3-4E2F-A0BD-5C8ED8687792}"/>
    <dgm:cxn modelId="{FD5F96D3-E211-4817-A45B-DBEBB47E35A0}" srcId="{25F793A5-F230-49F1-9F0A-A148BEF32477}" destId="{601AD6E2-CDA1-4D9C-8605-78C338440B20}" srcOrd="1" destOrd="0" parTransId="{7FA0F1B9-CC48-48B0-96CC-1155E735C0E0}" sibTransId="{03DDBEDC-752C-48C8-A87D-EEF1FF38161D}"/>
    <dgm:cxn modelId="{E45C4DDE-D47D-429C-AEF7-54C0EDA15DA0}" srcId="{DB247023-5F97-4B81-ADB5-3072E0963118}" destId="{058C98CB-F04E-42DB-8293-675B192C9229}" srcOrd="1" destOrd="0" parTransId="{8596D049-71E1-457A-825E-C3942D570B18}" sibTransId="{EC661DC2-FBF6-4CBE-B2C8-8E9467FFC51B}"/>
    <dgm:cxn modelId="{DB578CF2-7539-464A-9C6D-5383A2FCAC7C}" type="presOf" srcId="{601AD6E2-CDA1-4D9C-8605-78C338440B20}" destId="{2162F8AB-9CD8-41C6-BCC5-1C58C137DF6E}" srcOrd="0" destOrd="1" presId="urn:microsoft.com/office/officeart/2005/8/layout/chevron2"/>
    <dgm:cxn modelId="{12453BFE-AB7E-4658-8D0D-EEE5B6913691}" type="presOf" srcId="{0AD16008-5B77-41A5-8896-9D64AFA1593F}" destId="{D77D0E02-146F-4633-9106-BCB80C1B967B}" srcOrd="0" destOrd="0" presId="urn:microsoft.com/office/officeart/2005/8/layout/chevron2"/>
    <dgm:cxn modelId="{2A1189F7-E3C9-472B-A60B-8B7FAEE61F1C}" type="presParOf" srcId="{424194D0-2F57-443C-B28E-0F065C743DA2}" destId="{724297FF-84A0-41C1-A343-77C1871259E1}" srcOrd="0" destOrd="0" presId="urn:microsoft.com/office/officeart/2005/8/layout/chevron2"/>
    <dgm:cxn modelId="{8FDE3EEC-B30A-4806-872C-2BEB4F57B5ED}" type="presParOf" srcId="{724297FF-84A0-41C1-A343-77C1871259E1}" destId="{D77D0E02-146F-4633-9106-BCB80C1B967B}" srcOrd="0" destOrd="0" presId="urn:microsoft.com/office/officeart/2005/8/layout/chevron2"/>
    <dgm:cxn modelId="{70324E9D-1870-4DFF-A72F-55B40119C4E5}" type="presParOf" srcId="{724297FF-84A0-41C1-A343-77C1871259E1}" destId="{A23A205F-38EA-466D-A73B-94A53A1CB6CA}" srcOrd="1" destOrd="0" presId="urn:microsoft.com/office/officeart/2005/8/layout/chevron2"/>
    <dgm:cxn modelId="{2C58039F-3F42-4FBB-99D6-FC90568129D5}" type="presParOf" srcId="{424194D0-2F57-443C-B28E-0F065C743DA2}" destId="{232B9998-C994-4309-92DA-5F91F5899E2F}" srcOrd="1" destOrd="0" presId="urn:microsoft.com/office/officeart/2005/8/layout/chevron2"/>
    <dgm:cxn modelId="{A90A167A-C388-4BA1-82D2-B5C9D2BEA319}" type="presParOf" srcId="{424194D0-2F57-443C-B28E-0F065C743DA2}" destId="{BBF66324-0AAF-46A3-AF8E-4CAEBA843334}" srcOrd="2" destOrd="0" presId="urn:microsoft.com/office/officeart/2005/8/layout/chevron2"/>
    <dgm:cxn modelId="{A426460B-A3A2-402C-8846-C316745B7457}" type="presParOf" srcId="{BBF66324-0AAF-46A3-AF8E-4CAEBA843334}" destId="{719A3758-D0A2-4275-8304-A137EF0402C7}" srcOrd="0" destOrd="0" presId="urn:microsoft.com/office/officeart/2005/8/layout/chevron2"/>
    <dgm:cxn modelId="{778F285A-079B-47D2-8B97-D88E7EC0113A}" type="presParOf" srcId="{BBF66324-0AAF-46A3-AF8E-4CAEBA843334}" destId="{D87B9659-AB68-41CE-8186-623A5B13B042}" srcOrd="1" destOrd="0" presId="urn:microsoft.com/office/officeart/2005/8/layout/chevron2"/>
    <dgm:cxn modelId="{36154912-43F2-4CEA-B329-2D87D4356132}" type="presParOf" srcId="{424194D0-2F57-443C-B28E-0F065C743DA2}" destId="{F6DBFD2C-FB99-40B8-AB04-8020619CF9EC}" srcOrd="3" destOrd="0" presId="urn:microsoft.com/office/officeart/2005/8/layout/chevron2"/>
    <dgm:cxn modelId="{2BEA7738-4976-4DB5-93EA-BE069997E4E2}" type="presParOf" srcId="{424194D0-2F57-443C-B28E-0F065C743DA2}" destId="{7CEE453D-69EB-43C1-AA15-D2F9A579927F}" srcOrd="4" destOrd="0" presId="urn:microsoft.com/office/officeart/2005/8/layout/chevron2"/>
    <dgm:cxn modelId="{E408B48E-CEE2-47F5-9EFD-108C34EA3CB1}" type="presParOf" srcId="{7CEE453D-69EB-43C1-AA15-D2F9A579927F}" destId="{99C6DDC6-4BD7-4FE3-8827-B93EB2F50D9F}" srcOrd="0" destOrd="0" presId="urn:microsoft.com/office/officeart/2005/8/layout/chevron2"/>
    <dgm:cxn modelId="{BEA6E181-6CBB-4E14-A866-1EB4F2655025}" type="presParOf" srcId="{7CEE453D-69EB-43C1-AA15-D2F9A579927F}" destId="{2162F8AB-9CD8-41C6-BCC5-1C58C137DF6E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4ECC4CC-C8AB-4611-9845-78775C026179}" type="doc">
      <dgm:prSet loTypeId="urn:microsoft.com/office/officeart/2005/8/layout/cycle3" loCatId="cycle" qsTypeId="urn:microsoft.com/office/officeart/2005/8/quickstyle/3d2" qsCatId="3D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DE117E4F-72C1-4ADD-B14C-DF55DBEEF3D2}">
      <dgm:prSet phldrT="[Texto]"/>
      <dgm:spPr/>
      <dgm:t>
        <a:bodyPr/>
        <a:lstStyle/>
        <a:p>
          <a:r>
            <a:rPr lang="es-ES_tradnl" dirty="0"/>
            <a:t>Planificar</a:t>
          </a:r>
        </a:p>
      </dgm:t>
    </dgm:pt>
    <dgm:pt modelId="{A34F0A3E-439A-44DA-AFCF-47EFE137B7DA}" type="parTrans" cxnId="{BCDD50C0-0941-43E6-8446-3A5071E00B66}">
      <dgm:prSet/>
      <dgm:spPr/>
      <dgm:t>
        <a:bodyPr/>
        <a:lstStyle/>
        <a:p>
          <a:endParaRPr lang="es-ES_tradnl"/>
        </a:p>
      </dgm:t>
    </dgm:pt>
    <dgm:pt modelId="{FFEA7316-2CA0-472C-9B2F-C313AAC60F85}" type="sibTrans" cxnId="{BCDD50C0-0941-43E6-8446-3A5071E00B66}">
      <dgm:prSet/>
      <dgm:spPr/>
      <dgm:t>
        <a:bodyPr/>
        <a:lstStyle/>
        <a:p>
          <a:endParaRPr lang="es-ES_tradnl"/>
        </a:p>
      </dgm:t>
    </dgm:pt>
    <dgm:pt modelId="{DCA48B4A-39D6-4920-BBA3-57557D0BD85C}">
      <dgm:prSet phldrT="[Texto]"/>
      <dgm:spPr/>
      <dgm:t>
        <a:bodyPr/>
        <a:lstStyle/>
        <a:p>
          <a:r>
            <a:rPr lang="es-ES_tradnl" dirty="0"/>
            <a:t>Hacer</a:t>
          </a:r>
        </a:p>
      </dgm:t>
    </dgm:pt>
    <dgm:pt modelId="{D1EC3635-A97F-473E-84B4-AC2A43450AA1}" type="parTrans" cxnId="{19ACE157-4F8E-4748-AA31-D878FE6D13A7}">
      <dgm:prSet/>
      <dgm:spPr/>
      <dgm:t>
        <a:bodyPr/>
        <a:lstStyle/>
        <a:p>
          <a:endParaRPr lang="es-ES_tradnl"/>
        </a:p>
      </dgm:t>
    </dgm:pt>
    <dgm:pt modelId="{6A6D276A-C01D-4C6F-9EF1-30A3A15AA5D3}" type="sibTrans" cxnId="{19ACE157-4F8E-4748-AA31-D878FE6D13A7}">
      <dgm:prSet/>
      <dgm:spPr/>
      <dgm:t>
        <a:bodyPr/>
        <a:lstStyle/>
        <a:p>
          <a:endParaRPr lang="es-ES_tradnl"/>
        </a:p>
      </dgm:t>
    </dgm:pt>
    <dgm:pt modelId="{BCABFC7F-6CBB-4135-9B91-0270C09D85C9}">
      <dgm:prSet phldrT="[Texto]"/>
      <dgm:spPr/>
      <dgm:t>
        <a:bodyPr/>
        <a:lstStyle/>
        <a:p>
          <a:r>
            <a:rPr lang="es-ES_tradnl" dirty="0"/>
            <a:t>Monitorizar</a:t>
          </a:r>
        </a:p>
      </dgm:t>
    </dgm:pt>
    <dgm:pt modelId="{8B96F567-57BC-4635-A70B-E5676EC73AAC}" type="parTrans" cxnId="{CC17078F-BA99-4715-ACA0-C7840B262F24}">
      <dgm:prSet/>
      <dgm:spPr/>
      <dgm:t>
        <a:bodyPr/>
        <a:lstStyle/>
        <a:p>
          <a:endParaRPr lang="es-ES_tradnl"/>
        </a:p>
      </dgm:t>
    </dgm:pt>
    <dgm:pt modelId="{8C94BB29-6215-495A-994C-2842E78D7B09}" type="sibTrans" cxnId="{CC17078F-BA99-4715-ACA0-C7840B262F24}">
      <dgm:prSet/>
      <dgm:spPr/>
      <dgm:t>
        <a:bodyPr/>
        <a:lstStyle/>
        <a:p>
          <a:endParaRPr lang="es-ES_tradnl"/>
        </a:p>
      </dgm:t>
    </dgm:pt>
    <dgm:pt modelId="{A827AA8E-9589-4F8E-896B-D66279501BD4}">
      <dgm:prSet phldrT="[Texto]"/>
      <dgm:spPr/>
      <dgm:t>
        <a:bodyPr/>
        <a:lstStyle/>
        <a:p>
          <a:r>
            <a:rPr lang="es-ES_tradnl" dirty="0"/>
            <a:t>Actuar</a:t>
          </a:r>
        </a:p>
      </dgm:t>
    </dgm:pt>
    <dgm:pt modelId="{07E03627-5A00-42F7-B726-0C83CE4FA182}" type="parTrans" cxnId="{9CA3808F-54C4-41C2-A608-78AF944191E0}">
      <dgm:prSet/>
      <dgm:spPr/>
      <dgm:t>
        <a:bodyPr/>
        <a:lstStyle/>
        <a:p>
          <a:endParaRPr lang="es-ES_tradnl"/>
        </a:p>
      </dgm:t>
    </dgm:pt>
    <dgm:pt modelId="{455007BE-0A8A-441A-9B2F-B0347C473FF9}" type="sibTrans" cxnId="{9CA3808F-54C4-41C2-A608-78AF944191E0}">
      <dgm:prSet/>
      <dgm:spPr/>
      <dgm:t>
        <a:bodyPr/>
        <a:lstStyle/>
        <a:p>
          <a:endParaRPr lang="es-ES_tradnl"/>
        </a:p>
      </dgm:t>
    </dgm:pt>
    <dgm:pt modelId="{FA5F126C-4D00-4FEC-B71B-FD2F96F9B79C}" type="pres">
      <dgm:prSet presAssocID="{34ECC4CC-C8AB-4611-9845-78775C026179}" presName="Name0" presStyleCnt="0">
        <dgm:presLayoutVars>
          <dgm:dir/>
          <dgm:resizeHandles val="exact"/>
        </dgm:presLayoutVars>
      </dgm:prSet>
      <dgm:spPr/>
    </dgm:pt>
    <dgm:pt modelId="{3231BC53-D8ED-4AF2-9C1B-A88E977657A8}" type="pres">
      <dgm:prSet presAssocID="{34ECC4CC-C8AB-4611-9845-78775C026179}" presName="cycle" presStyleCnt="0"/>
      <dgm:spPr/>
    </dgm:pt>
    <dgm:pt modelId="{8DE2072A-129D-4ED2-A2EA-4835686120E4}" type="pres">
      <dgm:prSet presAssocID="{DE117E4F-72C1-4ADD-B14C-DF55DBEEF3D2}" presName="nodeFirstNode" presStyleLbl="node1" presStyleIdx="0" presStyleCnt="4" custRadScaleRad="100094" custRadScaleInc="0">
        <dgm:presLayoutVars>
          <dgm:bulletEnabled val="1"/>
        </dgm:presLayoutVars>
      </dgm:prSet>
      <dgm:spPr/>
    </dgm:pt>
    <dgm:pt modelId="{7729D2EE-F3F5-4947-BAD3-F992910D4A8A}" type="pres">
      <dgm:prSet presAssocID="{FFEA7316-2CA0-472C-9B2F-C313AAC60F85}" presName="sibTransFirstNode" presStyleLbl="bgShp" presStyleIdx="0" presStyleCnt="1"/>
      <dgm:spPr/>
    </dgm:pt>
    <dgm:pt modelId="{44F1A0CC-49C9-4B0C-B459-27C6274EBE93}" type="pres">
      <dgm:prSet presAssocID="{DCA48B4A-39D6-4920-BBA3-57557D0BD85C}" presName="nodeFollowingNodes" presStyleLbl="node1" presStyleIdx="1" presStyleCnt="4">
        <dgm:presLayoutVars>
          <dgm:bulletEnabled val="1"/>
        </dgm:presLayoutVars>
      </dgm:prSet>
      <dgm:spPr/>
    </dgm:pt>
    <dgm:pt modelId="{058EDF98-D69D-4850-A7EE-7423CED16A92}" type="pres">
      <dgm:prSet presAssocID="{BCABFC7F-6CBB-4135-9B91-0270C09D85C9}" presName="nodeFollowingNodes" presStyleLbl="node1" presStyleIdx="2" presStyleCnt="4">
        <dgm:presLayoutVars>
          <dgm:bulletEnabled val="1"/>
        </dgm:presLayoutVars>
      </dgm:prSet>
      <dgm:spPr/>
    </dgm:pt>
    <dgm:pt modelId="{38068B84-2D50-4738-AAA8-AE29F2F9B2DC}" type="pres">
      <dgm:prSet presAssocID="{A827AA8E-9589-4F8E-896B-D66279501BD4}" presName="nodeFollowingNodes" presStyleLbl="node1" presStyleIdx="3" presStyleCnt="4">
        <dgm:presLayoutVars>
          <dgm:bulletEnabled val="1"/>
        </dgm:presLayoutVars>
      </dgm:prSet>
      <dgm:spPr/>
    </dgm:pt>
  </dgm:ptLst>
  <dgm:cxnLst>
    <dgm:cxn modelId="{6FCA4B2C-C9B7-48F7-B9F6-DD8DC21C2080}" type="presOf" srcId="{34ECC4CC-C8AB-4611-9845-78775C026179}" destId="{FA5F126C-4D00-4FEC-B71B-FD2F96F9B79C}" srcOrd="0" destOrd="0" presId="urn:microsoft.com/office/officeart/2005/8/layout/cycle3"/>
    <dgm:cxn modelId="{0A60A561-6624-469A-B10B-F8423FBFC097}" type="presOf" srcId="{DE117E4F-72C1-4ADD-B14C-DF55DBEEF3D2}" destId="{8DE2072A-129D-4ED2-A2EA-4835686120E4}" srcOrd="0" destOrd="0" presId="urn:microsoft.com/office/officeart/2005/8/layout/cycle3"/>
    <dgm:cxn modelId="{19ACE157-4F8E-4748-AA31-D878FE6D13A7}" srcId="{34ECC4CC-C8AB-4611-9845-78775C026179}" destId="{DCA48B4A-39D6-4920-BBA3-57557D0BD85C}" srcOrd="1" destOrd="0" parTransId="{D1EC3635-A97F-473E-84B4-AC2A43450AA1}" sibTransId="{6A6D276A-C01D-4C6F-9EF1-30A3A15AA5D3}"/>
    <dgm:cxn modelId="{AB3A2D7B-BFB6-4AA0-ADEA-38804E1BB66A}" type="presOf" srcId="{DCA48B4A-39D6-4920-BBA3-57557D0BD85C}" destId="{44F1A0CC-49C9-4B0C-B459-27C6274EBE93}" srcOrd="0" destOrd="0" presId="urn:microsoft.com/office/officeart/2005/8/layout/cycle3"/>
    <dgm:cxn modelId="{CC17078F-BA99-4715-ACA0-C7840B262F24}" srcId="{34ECC4CC-C8AB-4611-9845-78775C026179}" destId="{BCABFC7F-6CBB-4135-9B91-0270C09D85C9}" srcOrd="2" destOrd="0" parTransId="{8B96F567-57BC-4635-A70B-E5676EC73AAC}" sibTransId="{8C94BB29-6215-495A-994C-2842E78D7B09}"/>
    <dgm:cxn modelId="{9CA3808F-54C4-41C2-A608-78AF944191E0}" srcId="{34ECC4CC-C8AB-4611-9845-78775C026179}" destId="{A827AA8E-9589-4F8E-896B-D66279501BD4}" srcOrd="3" destOrd="0" parTransId="{07E03627-5A00-42F7-B726-0C83CE4FA182}" sibTransId="{455007BE-0A8A-441A-9B2F-B0347C473FF9}"/>
    <dgm:cxn modelId="{BCDD50C0-0941-43E6-8446-3A5071E00B66}" srcId="{34ECC4CC-C8AB-4611-9845-78775C026179}" destId="{DE117E4F-72C1-4ADD-B14C-DF55DBEEF3D2}" srcOrd="0" destOrd="0" parTransId="{A34F0A3E-439A-44DA-AFCF-47EFE137B7DA}" sibTransId="{FFEA7316-2CA0-472C-9B2F-C313AAC60F85}"/>
    <dgm:cxn modelId="{017A55C0-554C-4903-9AEE-18F167EE380A}" type="presOf" srcId="{BCABFC7F-6CBB-4135-9B91-0270C09D85C9}" destId="{058EDF98-D69D-4850-A7EE-7423CED16A92}" srcOrd="0" destOrd="0" presId="urn:microsoft.com/office/officeart/2005/8/layout/cycle3"/>
    <dgm:cxn modelId="{33C095CD-F6D2-43D7-A6E3-5D82C2F028B6}" type="presOf" srcId="{A827AA8E-9589-4F8E-896B-D66279501BD4}" destId="{38068B84-2D50-4738-AAA8-AE29F2F9B2DC}" srcOrd="0" destOrd="0" presId="urn:microsoft.com/office/officeart/2005/8/layout/cycle3"/>
    <dgm:cxn modelId="{6764DAD2-6A76-4C95-A1ED-BB6B4782A657}" type="presOf" srcId="{FFEA7316-2CA0-472C-9B2F-C313AAC60F85}" destId="{7729D2EE-F3F5-4947-BAD3-F992910D4A8A}" srcOrd="0" destOrd="0" presId="urn:microsoft.com/office/officeart/2005/8/layout/cycle3"/>
    <dgm:cxn modelId="{5C658E24-23FA-4698-A4DF-4892B9E44804}" type="presParOf" srcId="{FA5F126C-4D00-4FEC-B71B-FD2F96F9B79C}" destId="{3231BC53-D8ED-4AF2-9C1B-A88E977657A8}" srcOrd="0" destOrd="0" presId="urn:microsoft.com/office/officeart/2005/8/layout/cycle3"/>
    <dgm:cxn modelId="{8D60A14F-44FC-42E2-BD8D-246EAEEB1F71}" type="presParOf" srcId="{3231BC53-D8ED-4AF2-9C1B-A88E977657A8}" destId="{8DE2072A-129D-4ED2-A2EA-4835686120E4}" srcOrd="0" destOrd="0" presId="urn:microsoft.com/office/officeart/2005/8/layout/cycle3"/>
    <dgm:cxn modelId="{15EEA600-7FAE-4702-8715-1D7D58FD2248}" type="presParOf" srcId="{3231BC53-D8ED-4AF2-9C1B-A88E977657A8}" destId="{7729D2EE-F3F5-4947-BAD3-F992910D4A8A}" srcOrd="1" destOrd="0" presId="urn:microsoft.com/office/officeart/2005/8/layout/cycle3"/>
    <dgm:cxn modelId="{C1A2CD09-2541-4A64-BBE1-D3F2762B94FC}" type="presParOf" srcId="{3231BC53-D8ED-4AF2-9C1B-A88E977657A8}" destId="{44F1A0CC-49C9-4B0C-B459-27C6274EBE93}" srcOrd="2" destOrd="0" presId="urn:microsoft.com/office/officeart/2005/8/layout/cycle3"/>
    <dgm:cxn modelId="{C3F2FB75-5D2D-4A7F-AD0C-2155EC6367B9}" type="presParOf" srcId="{3231BC53-D8ED-4AF2-9C1B-A88E977657A8}" destId="{058EDF98-D69D-4850-A7EE-7423CED16A92}" srcOrd="3" destOrd="0" presId="urn:microsoft.com/office/officeart/2005/8/layout/cycle3"/>
    <dgm:cxn modelId="{4D52C265-8E86-405C-8325-4625A012551E}" type="presParOf" srcId="{3231BC53-D8ED-4AF2-9C1B-A88E977657A8}" destId="{38068B84-2D50-4738-AAA8-AE29F2F9B2DC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0"/>
          <a:ext cx="1497367" cy="22821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/>
            <a:t>Calidad</a:t>
          </a:r>
        </a:p>
      </dsp:txBody>
      <dsp:txXfrm>
        <a:off x="0" y="0"/>
        <a:ext cx="1497367" cy="2282151"/>
      </dsp:txXfrm>
    </dsp:sp>
    <dsp:sp modelId="{520D1D2C-1114-41BF-8F7E-61F71B01A781}">
      <dsp:nvSpPr>
        <dsp:cNvPr id="0" name=""/>
        <dsp:cNvSpPr/>
      </dsp:nvSpPr>
      <dsp:spPr>
        <a:xfrm>
          <a:off x="1609669" y="35658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Planificación de la calidad</a:t>
          </a:r>
        </a:p>
      </dsp:txBody>
      <dsp:txXfrm>
        <a:off x="1609669" y="35658"/>
        <a:ext cx="5877165" cy="713172"/>
      </dsp:txXfrm>
    </dsp:sp>
    <dsp:sp modelId="{0A0EB41C-54BD-4DBD-AE20-1F9966450DC3}">
      <dsp:nvSpPr>
        <dsp:cNvPr id="0" name=""/>
        <dsp:cNvSpPr/>
      </dsp:nvSpPr>
      <dsp:spPr>
        <a:xfrm>
          <a:off x="1497367" y="748830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784489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Realizar el aseguramiento</a:t>
          </a:r>
          <a:r>
            <a:rPr lang="es-ES" sz="2400" kern="1200" baseline="0" dirty="0"/>
            <a:t> de calidad</a:t>
          </a:r>
          <a:endParaRPr lang="es-ES" sz="2400" kern="1200" dirty="0"/>
        </a:p>
      </dsp:txBody>
      <dsp:txXfrm>
        <a:off x="1609669" y="784489"/>
        <a:ext cx="5877165" cy="713172"/>
      </dsp:txXfrm>
    </dsp:sp>
    <dsp:sp modelId="{2B79C5B5-7045-4C8A-A0D3-ED34D320DACE}">
      <dsp:nvSpPr>
        <dsp:cNvPr id="0" name=""/>
        <dsp:cNvSpPr/>
      </dsp:nvSpPr>
      <dsp:spPr>
        <a:xfrm>
          <a:off x="1497367" y="149766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1533320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Controlar</a:t>
          </a:r>
          <a:r>
            <a:rPr lang="es-ES" sz="2400" kern="1200" baseline="0" dirty="0"/>
            <a:t> la calidad</a:t>
          </a:r>
          <a:endParaRPr lang="es-ES" sz="2400" kern="1200" dirty="0"/>
        </a:p>
      </dsp:txBody>
      <dsp:txXfrm>
        <a:off x="1609669" y="1533320"/>
        <a:ext cx="5877165" cy="713172"/>
      </dsp:txXfrm>
    </dsp:sp>
    <dsp:sp modelId="{AFB2C275-AEA0-46EA-8FAC-DEEB17253C42}">
      <dsp:nvSpPr>
        <dsp:cNvPr id="0" name=""/>
        <dsp:cNvSpPr/>
      </dsp:nvSpPr>
      <dsp:spPr>
        <a:xfrm>
          <a:off x="1497367" y="2246492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254012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82151"/>
          <a:ext cx="1497367" cy="22821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/>
            <a:t>Recursos Humanos</a:t>
          </a:r>
        </a:p>
      </dsp:txBody>
      <dsp:txXfrm>
        <a:off x="0" y="2282151"/>
        <a:ext cx="1497367" cy="2282151"/>
      </dsp:txXfrm>
    </dsp:sp>
    <dsp:sp modelId="{CECABC1D-D0D2-4346-AB17-5BDF3AE0B320}">
      <dsp:nvSpPr>
        <dsp:cNvPr id="0" name=""/>
        <dsp:cNvSpPr/>
      </dsp:nvSpPr>
      <dsp:spPr>
        <a:xfrm>
          <a:off x="1609669" y="2308978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Planificación de los RRHH</a:t>
          </a:r>
        </a:p>
      </dsp:txBody>
      <dsp:txXfrm>
        <a:off x="1609669" y="2308978"/>
        <a:ext cx="5877165" cy="536550"/>
      </dsp:txXfrm>
    </dsp:sp>
    <dsp:sp modelId="{5D84D3DB-F553-4712-A813-E34BD39795E9}">
      <dsp:nvSpPr>
        <dsp:cNvPr id="0" name=""/>
        <dsp:cNvSpPr/>
      </dsp:nvSpPr>
      <dsp:spPr>
        <a:xfrm>
          <a:off x="1497367" y="2845529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2872356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Adquirir el equipo de trabajo</a:t>
          </a:r>
        </a:p>
      </dsp:txBody>
      <dsp:txXfrm>
        <a:off x="1609669" y="2872356"/>
        <a:ext cx="5877165" cy="536550"/>
      </dsp:txXfrm>
    </dsp:sp>
    <dsp:sp modelId="{5E350EE4-2D6A-4A16-A0FE-9FACA9074727}">
      <dsp:nvSpPr>
        <dsp:cNvPr id="0" name=""/>
        <dsp:cNvSpPr/>
      </dsp:nvSpPr>
      <dsp:spPr>
        <a:xfrm>
          <a:off x="1497367" y="3408907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435734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Desarrollar el equipo del proyecto</a:t>
          </a:r>
        </a:p>
      </dsp:txBody>
      <dsp:txXfrm>
        <a:off x="1609669" y="3435734"/>
        <a:ext cx="5877165" cy="536550"/>
      </dsp:txXfrm>
    </dsp:sp>
    <dsp:sp modelId="{DF72560F-E95F-423D-A8FF-AAE8DAA00A74}">
      <dsp:nvSpPr>
        <dsp:cNvPr id="0" name=""/>
        <dsp:cNvSpPr/>
      </dsp:nvSpPr>
      <dsp:spPr>
        <a:xfrm>
          <a:off x="1497367" y="3972285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3999113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Dirigir el equipo del proyecto</a:t>
          </a:r>
        </a:p>
      </dsp:txBody>
      <dsp:txXfrm>
        <a:off x="1609669" y="3999113"/>
        <a:ext cx="5877165" cy="536550"/>
      </dsp:txXfrm>
    </dsp:sp>
    <dsp:sp modelId="{22FFB06E-FF71-449B-9AA1-BDA4A6D85DF8}">
      <dsp:nvSpPr>
        <dsp:cNvPr id="0" name=""/>
        <dsp:cNvSpPr/>
      </dsp:nvSpPr>
      <dsp:spPr>
        <a:xfrm>
          <a:off x="1497367" y="4535663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24BBEB-B53A-4BAE-9AA3-7349701FD205}">
      <dsp:nvSpPr>
        <dsp:cNvPr id="0" name=""/>
        <dsp:cNvSpPr/>
      </dsp:nvSpPr>
      <dsp:spPr>
        <a:xfrm>
          <a:off x="-6126981" y="-937410"/>
          <a:ext cx="7293488" cy="7293488"/>
        </a:xfrm>
        <a:prstGeom prst="blockArc">
          <a:avLst>
            <a:gd name="adj1" fmla="val 18900000"/>
            <a:gd name="adj2" fmla="val 2700000"/>
            <a:gd name="adj3" fmla="val 296"/>
          </a:avLst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9CFAB5-6530-43DC-BD52-AE67075EA74A}">
      <dsp:nvSpPr>
        <dsp:cNvPr id="0" name=""/>
        <dsp:cNvSpPr/>
      </dsp:nvSpPr>
      <dsp:spPr>
        <a:xfrm>
          <a:off x="610504" y="416587"/>
          <a:ext cx="7440913" cy="83360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Plan de gestión de calidad</a:t>
          </a:r>
        </a:p>
      </dsp:txBody>
      <dsp:txXfrm>
        <a:off x="610504" y="416587"/>
        <a:ext cx="7440913" cy="833607"/>
      </dsp:txXfrm>
    </dsp:sp>
    <dsp:sp modelId="{2E3A7CCC-AD74-4634-9862-9ED327ADCE6A}">
      <dsp:nvSpPr>
        <dsp:cNvPr id="0" name=""/>
        <dsp:cNvSpPr/>
      </dsp:nvSpPr>
      <dsp:spPr>
        <a:xfrm>
          <a:off x="89500" y="312386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71267A-8A01-4F05-9A6D-CBED4D7308AE}">
      <dsp:nvSpPr>
        <dsp:cNvPr id="0" name=""/>
        <dsp:cNvSpPr/>
      </dsp:nvSpPr>
      <dsp:spPr>
        <a:xfrm>
          <a:off x="1088431" y="1667215"/>
          <a:ext cx="6962986" cy="833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Métricas de calidad</a:t>
          </a:r>
        </a:p>
      </dsp:txBody>
      <dsp:txXfrm>
        <a:off x="1088431" y="1667215"/>
        <a:ext cx="6962986" cy="833607"/>
      </dsp:txXfrm>
    </dsp:sp>
    <dsp:sp modelId="{C7DD3862-EA8E-4D72-9F7F-C4EF5C5B048C}">
      <dsp:nvSpPr>
        <dsp:cNvPr id="0" name=""/>
        <dsp:cNvSpPr/>
      </dsp:nvSpPr>
      <dsp:spPr>
        <a:xfrm>
          <a:off x="567426" y="1563014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15CA57-99EB-4A49-BEDA-B87C1719DA6F}">
      <dsp:nvSpPr>
        <dsp:cNvPr id="0" name=""/>
        <dsp:cNvSpPr/>
      </dsp:nvSpPr>
      <dsp:spPr>
        <a:xfrm>
          <a:off x="1088431" y="2917843"/>
          <a:ext cx="6962986" cy="83360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Listas de verificación </a:t>
          </a:r>
        </a:p>
      </dsp:txBody>
      <dsp:txXfrm>
        <a:off x="1088431" y="2917843"/>
        <a:ext cx="6962986" cy="833607"/>
      </dsp:txXfrm>
    </dsp:sp>
    <dsp:sp modelId="{3372E0D7-7345-40DF-BBA2-A743623239FA}">
      <dsp:nvSpPr>
        <dsp:cNvPr id="0" name=""/>
        <dsp:cNvSpPr/>
      </dsp:nvSpPr>
      <dsp:spPr>
        <a:xfrm>
          <a:off x="567426" y="2813642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945275-FECF-4A96-ADC7-1C2E0846DBE4}">
      <dsp:nvSpPr>
        <dsp:cNvPr id="0" name=""/>
        <dsp:cNvSpPr/>
      </dsp:nvSpPr>
      <dsp:spPr>
        <a:xfrm>
          <a:off x="610504" y="4168472"/>
          <a:ext cx="7440913" cy="83360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Plan de mejoras del proceso</a:t>
          </a:r>
        </a:p>
      </dsp:txBody>
      <dsp:txXfrm>
        <a:off x="610504" y="4168472"/>
        <a:ext cx="7440913" cy="833607"/>
      </dsp:txXfrm>
    </dsp:sp>
    <dsp:sp modelId="{20BA1873-8175-425E-8748-05879752D31B}">
      <dsp:nvSpPr>
        <dsp:cNvPr id="0" name=""/>
        <dsp:cNvSpPr/>
      </dsp:nvSpPr>
      <dsp:spPr>
        <a:xfrm>
          <a:off x="89500" y="4064271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7D0E02-146F-4633-9106-BCB80C1B967B}">
      <dsp:nvSpPr>
        <dsp:cNvPr id="0" name=""/>
        <dsp:cNvSpPr/>
      </dsp:nvSpPr>
      <dsp:spPr>
        <a:xfrm rot="5400000">
          <a:off x="-236434" y="238785"/>
          <a:ext cx="1576227" cy="1103359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400" b="1" kern="1200" dirty="0">
              <a:solidFill>
                <a:schemeClr val="tx1"/>
              </a:solidFill>
            </a:rPr>
            <a:t>Actividad a mejorar</a:t>
          </a:r>
        </a:p>
      </dsp:txBody>
      <dsp:txXfrm rot="-5400000">
        <a:off x="1" y="554031"/>
        <a:ext cx="1103359" cy="472868"/>
      </dsp:txXfrm>
    </dsp:sp>
    <dsp:sp modelId="{A23A205F-38EA-466D-A73B-94A53A1CB6CA}">
      <dsp:nvSpPr>
        <dsp:cNvPr id="0" name=""/>
        <dsp:cNvSpPr/>
      </dsp:nvSpPr>
      <dsp:spPr>
        <a:xfrm rot="5400000">
          <a:off x="3581338" y="-2475627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Resultado de listas de verificación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Monitorización y control</a:t>
          </a:r>
        </a:p>
      </dsp:txBody>
      <dsp:txXfrm rot="-5400000">
        <a:off x="1103360" y="52365"/>
        <a:ext cx="5930491" cy="924520"/>
      </dsp:txXfrm>
    </dsp:sp>
    <dsp:sp modelId="{719A3758-D0A2-4275-8304-A137EF0402C7}">
      <dsp:nvSpPr>
        <dsp:cNvPr id="0" name=""/>
        <dsp:cNvSpPr/>
      </dsp:nvSpPr>
      <dsp:spPr>
        <a:xfrm rot="5400000">
          <a:off x="-236434" y="1620671"/>
          <a:ext cx="1576227" cy="1103359"/>
        </a:xfrm>
        <a:prstGeom prst="chevron">
          <a:avLst/>
        </a:prstGeom>
        <a:solidFill>
          <a:schemeClr val="accent4">
            <a:hueOff val="2399126"/>
            <a:satOff val="-220"/>
            <a:lumOff val="686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400" b="1" kern="1200" dirty="0">
              <a:solidFill>
                <a:schemeClr val="tx1"/>
              </a:solidFill>
            </a:rPr>
            <a:t>Estudio de mejora</a:t>
          </a:r>
        </a:p>
      </dsp:txBody>
      <dsp:txXfrm rot="-5400000">
        <a:off x="1" y="1935917"/>
        <a:ext cx="1103359" cy="472868"/>
      </dsp:txXfrm>
    </dsp:sp>
    <dsp:sp modelId="{D87B9659-AB68-41CE-8186-623A5B13B042}">
      <dsp:nvSpPr>
        <dsp:cNvPr id="0" name=""/>
        <dsp:cNvSpPr/>
      </dsp:nvSpPr>
      <dsp:spPr>
        <a:xfrm rot="5400000">
          <a:off x="3581338" y="-1093741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¿Problema</a:t>
          </a:r>
          <a:r>
            <a:rPr lang="es-ES_tradnl" sz="2600" kern="1200" dirty="0">
              <a:latin typeface="Century Gothic" panose="020B0502020202020204" pitchFamily="34" charset="0"/>
            </a:rPr>
            <a:t>?</a:t>
          </a:r>
          <a:r>
            <a:rPr lang="es-ES_tradnl" sz="2600" kern="1200" dirty="0"/>
            <a:t> -&gt; Causa/s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Posibles soluciones</a:t>
          </a:r>
        </a:p>
      </dsp:txBody>
      <dsp:txXfrm rot="-5400000">
        <a:off x="1103360" y="1434251"/>
        <a:ext cx="5930491" cy="924520"/>
      </dsp:txXfrm>
    </dsp:sp>
    <dsp:sp modelId="{99C6DDC6-4BD7-4FE3-8827-B93EB2F50D9F}">
      <dsp:nvSpPr>
        <dsp:cNvPr id="0" name=""/>
        <dsp:cNvSpPr/>
      </dsp:nvSpPr>
      <dsp:spPr>
        <a:xfrm rot="5400000">
          <a:off x="-236434" y="3002558"/>
          <a:ext cx="1576227" cy="1103359"/>
        </a:xfrm>
        <a:prstGeom prst="chevron">
          <a:avLst/>
        </a:prstGeom>
        <a:solidFill>
          <a:schemeClr val="accent4">
            <a:hueOff val="4798252"/>
            <a:satOff val="-440"/>
            <a:lumOff val="1373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400" b="1" kern="1200" dirty="0">
              <a:solidFill>
                <a:schemeClr val="tx1"/>
              </a:solidFill>
            </a:rPr>
            <a:t>Aceptación de cambios</a:t>
          </a:r>
        </a:p>
      </dsp:txBody>
      <dsp:txXfrm rot="-5400000">
        <a:off x="1" y="3317804"/>
        <a:ext cx="1103359" cy="472868"/>
      </dsp:txXfrm>
    </dsp:sp>
    <dsp:sp modelId="{2162F8AB-9CD8-41C6-BCC5-1C58C137DF6E}">
      <dsp:nvSpPr>
        <dsp:cNvPr id="0" name=""/>
        <dsp:cNvSpPr/>
      </dsp:nvSpPr>
      <dsp:spPr>
        <a:xfrm rot="5400000">
          <a:off x="3581338" y="288145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Project Manager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PMO</a:t>
          </a:r>
        </a:p>
      </dsp:txBody>
      <dsp:txXfrm rot="-5400000">
        <a:off x="1103360" y="2816137"/>
        <a:ext cx="5930491" cy="9245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29D2EE-F3F5-4947-BAD3-F992910D4A8A}">
      <dsp:nvSpPr>
        <dsp:cNvPr id="0" name=""/>
        <dsp:cNvSpPr/>
      </dsp:nvSpPr>
      <dsp:spPr>
        <a:xfrm>
          <a:off x="1201999" y="-90213"/>
          <a:ext cx="4280620" cy="4280620"/>
        </a:xfrm>
        <a:prstGeom prst="circularArrow">
          <a:avLst>
            <a:gd name="adj1" fmla="val 4668"/>
            <a:gd name="adj2" fmla="val 272909"/>
            <a:gd name="adj3" fmla="val 12962508"/>
            <a:gd name="adj4" fmla="val 17942077"/>
            <a:gd name="adj5" fmla="val 4847"/>
          </a:avLst>
        </a:prstGeom>
        <a:gradFill rotWithShape="0">
          <a:gsLst>
            <a:gs pos="0">
              <a:schemeClr val="accent2">
                <a:tint val="40000"/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tint val="40000"/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matte">
          <a:bevelT w="14445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3">
          <a:scrgbClr r="0" g="0" b="0"/>
        </a:fillRef>
        <a:effectRef idx="0">
          <a:scrgbClr r="0" g="0" b="0"/>
        </a:effectRef>
        <a:fontRef idx="minor"/>
      </dsp:style>
    </dsp:sp>
    <dsp:sp modelId="{8DE2072A-129D-4ED2-A2EA-4835686120E4}">
      <dsp:nvSpPr>
        <dsp:cNvPr id="0" name=""/>
        <dsp:cNvSpPr/>
      </dsp:nvSpPr>
      <dsp:spPr>
        <a:xfrm>
          <a:off x="1964912" y="0"/>
          <a:ext cx="2754794" cy="137739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Planificar</a:t>
          </a:r>
        </a:p>
      </dsp:txBody>
      <dsp:txXfrm>
        <a:off x="2032151" y="67239"/>
        <a:ext cx="2620316" cy="1242919"/>
      </dsp:txXfrm>
    </dsp:sp>
    <dsp:sp modelId="{44F1A0CC-49C9-4B0C-B459-27C6274EBE93}">
      <dsp:nvSpPr>
        <dsp:cNvPr id="0" name=""/>
        <dsp:cNvSpPr/>
      </dsp:nvSpPr>
      <dsp:spPr>
        <a:xfrm>
          <a:off x="3501939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Hacer</a:t>
          </a:r>
        </a:p>
      </dsp:txBody>
      <dsp:txXfrm>
        <a:off x="3569178" y="1605705"/>
        <a:ext cx="2620316" cy="1242919"/>
      </dsp:txXfrm>
    </dsp:sp>
    <dsp:sp modelId="{058EDF98-D69D-4850-A7EE-7423CED16A92}">
      <dsp:nvSpPr>
        <dsp:cNvPr id="0" name=""/>
        <dsp:cNvSpPr/>
      </dsp:nvSpPr>
      <dsp:spPr>
        <a:xfrm>
          <a:off x="1964912" y="3075493"/>
          <a:ext cx="2754794" cy="1377397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Monitorizar</a:t>
          </a:r>
        </a:p>
      </dsp:txBody>
      <dsp:txXfrm>
        <a:off x="2032151" y="3142732"/>
        <a:ext cx="2620316" cy="1242919"/>
      </dsp:txXfrm>
    </dsp:sp>
    <dsp:sp modelId="{38068B84-2D50-4738-AAA8-AE29F2F9B2DC}">
      <dsp:nvSpPr>
        <dsp:cNvPr id="0" name=""/>
        <dsp:cNvSpPr/>
      </dsp:nvSpPr>
      <dsp:spPr>
        <a:xfrm>
          <a:off x="427885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Actuar</a:t>
          </a:r>
        </a:p>
      </dsp:txBody>
      <dsp:txXfrm>
        <a:off x="495124" y="1605705"/>
        <a:ext cx="2620316" cy="124291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F4AE34A5-FED9-664C-9CA9-61368CA3A7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ED74FDE-7D61-0448-99C3-1C2510A4DC2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6A847-B2BB-5A4F-AA22-ADD924C5DC37}" type="datetimeFigureOut">
              <a:rPr lang="es-ES" smtClean="0"/>
              <a:t>18/11/2018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B538993-078D-4446-97A5-F286C787E0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11C8AC5-611A-DB4D-AF97-9339B8C3E1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C5F80-6C64-1B4D-B2B7-2AED68CAF8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72138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706AB-1D76-3248-9524-C7A1782978BE}" type="datetimeFigureOut">
              <a:rPr lang="es-ES" smtClean="0"/>
              <a:t>18/11/2018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37864-CDD0-ED46-84C3-11742EF3F2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30025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CF658B0C-03D2-4EC9-ADB2-F61D2A7F1A7F}" type="datetime1">
              <a:rPr lang="es-ES" smtClean="0"/>
              <a:t>18/11/2018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533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36A0F-4E3B-4A47-BBFC-C7A596A9AFBF}" type="datetime1">
              <a:rPr lang="es-ES" smtClean="0"/>
              <a:t>18/11/2018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2250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D23FFCC6-FF5E-4D54-9F73-DBED3D409C44}" type="datetime1">
              <a:rPr lang="es-ES" smtClean="0"/>
              <a:t>18/11/2018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919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789B3-7CF1-4F25-BD37-C1474D9B93A1}" type="datetime1">
              <a:rPr lang="es-ES" smtClean="0"/>
              <a:t>18/11/2018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081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370B3-F095-4B61-A454-9A89B25CA30F}" type="datetime1">
              <a:rPr lang="es-ES" smtClean="0"/>
              <a:t>18/11/2018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632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9B04D-B0B4-45F4-9FDC-7D0C3BE59D6C}" type="datetime1">
              <a:rPr lang="es-ES" smtClean="0"/>
              <a:t>18/11/2018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74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DFE21-064F-4B68-BD90-552980F678E9}" type="datetime1">
              <a:rPr lang="es-ES" smtClean="0"/>
              <a:t>18/11/2018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77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39170A-DE66-4D4D-9A06-42FA2FF1162A}" type="datetime1">
              <a:rPr lang="es-ES" smtClean="0"/>
              <a:t>18/11/2018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8288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1A4C5-BE6E-4CA1-B7CF-FDE03C66D740}" type="datetime1">
              <a:rPr lang="es-ES" smtClean="0"/>
              <a:t>18/11/2018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233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8205B-5211-4617-B936-077F7A45C629}" type="datetime1">
              <a:rPr lang="es-ES" smtClean="0"/>
              <a:t>18/11/2018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5475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2ABF6-4A24-42D0-A0D8-95D48568D00D}" type="datetime1">
              <a:rPr lang="es-ES" smtClean="0"/>
              <a:t>18/11/2018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6453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56EF0696-E95C-4C6C-B4F7-A0B39809F383}" type="datetime1">
              <a:rPr lang="es-ES" smtClean="0"/>
              <a:t>18/11/2018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3214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01181D-D759-4CF4-9542-EE19DD447B1F}" type="datetime1">
              <a:rPr lang="es-ES" smtClean="0"/>
              <a:t>18/11/2018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830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4FC33-F8D1-4220-849E-47704510CABD}" type="datetime1">
              <a:rPr lang="es-ES" smtClean="0"/>
              <a:t>18/11/2018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1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0B1F3-867C-4F14-9ECE-424A23A426E7}" type="datetime1">
              <a:rPr lang="es-ES" smtClean="0"/>
              <a:t>18/11/2018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5964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FC77-3596-48F1-83BD-FB747996FF0F}" type="datetime1">
              <a:rPr lang="es-ES" smtClean="0"/>
              <a:t>18/11/2018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385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AFD6FD5-B225-410F-BB04-627CB54EE5A8}" type="datetime1">
              <a:rPr lang="es-ES" smtClean="0"/>
              <a:t>18/11/2018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435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62C60B-B728-4AE6-B6E3-C50BDD89DA8C}" type="datetime1">
              <a:rPr lang="es-ES" smtClean="0"/>
              <a:t>18/11/2018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611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781D2D-F690-3E49-8B9D-858086DD5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2683" y="1806424"/>
            <a:ext cx="6132990" cy="1825096"/>
          </a:xfrm>
        </p:spPr>
        <p:txBody>
          <a:bodyPr>
            <a:normAutofit/>
          </a:bodyPr>
          <a:lstStyle/>
          <a:p>
            <a:r>
              <a:rPr lang="es-ES" dirty="0"/>
              <a:t>Proyecto </a:t>
            </a:r>
            <a:r>
              <a:rPr lang="es-ES" dirty="0" err="1"/>
              <a:t>MeCuida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C73646-C78E-504E-9BE0-410E35A3D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2683" y="3617797"/>
            <a:ext cx="6132990" cy="685800"/>
          </a:xfrm>
        </p:spPr>
        <p:txBody>
          <a:bodyPr>
            <a:normAutofit/>
          </a:bodyPr>
          <a:lstStyle/>
          <a:p>
            <a:r>
              <a:rPr lang="es-ES" dirty="0"/>
              <a:t>Gestión de Proyectos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F19F3D8-20CA-FB40-94B1-52940FAC9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45" y="1902941"/>
            <a:ext cx="5391668" cy="231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380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3104496"/>
              </p:ext>
            </p:extLst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A72CA66-3062-4C85-AB3F-209F5F6EE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9099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254784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180" y="746027"/>
            <a:ext cx="8610600" cy="1293028"/>
          </a:xfrm>
        </p:spPr>
        <p:txBody>
          <a:bodyPr/>
          <a:lstStyle/>
          <a:p>
            <a:r>
              <a:rPr lang="es-ES" dirty="0"/>
              <a:t>PLANIFICACIÓN de la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80C420F0-3ABC-433B-BCAD-D42AD77746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8552867"/>
              </p:ext>
            </p:extLst>
          </p:nvPr>
        </p:nvGraphicFramePr>
        <p:xfrm>
          <a:off x="2411827" y="1360754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E75299D-9C59-4AAE-8565-97AA0AA38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87580" y="624431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2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186895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3E2C8F5-B35B-4728-AFAB-5111275C6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Planificación de la calidad</a:t>
            </a:r>
          </a:p>
        </p:txBody>
      </p:sp>
      <p:sp>
        <p:nvSpPr>
          <p:cNvPr id="22" name="CuadroTexto 3">
            <a:extLst>
              <a:ext uri="{FF2B5EF4-FFF2-40B4-BE49-F238E27FC236}">
                <a16:creationId xmlns:a16="http://schemas.microsoft.com/office/drawing/2014/main" id="{9EB63B36-517C-426A-B2B8-D7B64059A69B}"/>
              </a:ext>
            </a:extLst>
          </p:cNvPr>
          <p:cNvSpPr txBox="1"/>
          <p:nvPr/>
        </p:nvSpPr>
        <p:spPr>
          <a:xfrm>
            <a:off x="677333" y="2194560"/>
            <a:ext cx="58166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Documentación previa: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Plan de dirección del proyecto 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Registro de interesados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Factor ambientales de la empresa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s-ES" sz="20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Herramientas: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Análisis de costo-beneficio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Diagramas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Estudios comparativos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Reuniones (Calidad y Control)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7772695-2D21-4EA9-A74C-92096292B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137" y="2501159"/>
            <a:ext cx="3410926" cy="3410926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2D147FA0-BD23-4B05-9291-2460D1B39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C985BF-B420-4424-875E-D6E0AA5E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732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3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4552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GESTIÓN DE CALIDAD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96867E1-7085-4615-919C-C6B7FD69E92B}"/>
              </a:ext>
            </a:extLst>
          </p:cNvPr>
          <p:cNvSpPr txBox="1"/>
          <p:nvPr/>
        </p:nvSpPr>
        <p:spPr>
          <a:xfrm>
            <a:off x="1069145" y="2254349"/>
            <a:ext cx="99458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b="1" i="1" dirty="0"/>
              <a:t>¿Se realizan las actividades correctamente?</a:t>
            </a:r>
          </a:p>
          <a:p>
            <a:endParaRPr lang="es-ES_tradnl" sz="2000" dirty="0"/>
          </a:p>
          <a:p>
            <a:r>
              <a:rPr lang="es-ES_tradnl" sz="2000" b="1" i="1" dirty="0"/>
              <a:t>					¿Cómo comprobar que se ejecutan correctamente?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Valorar si se están cumpliendo los estándares de calidad establecidos por SAMBA </a:t>
            </a:r>
            <a:r>
              <a:rPr lang="es-ES" sz="2000" dirty="0" err="1"/>
              <a:t>Solutions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000" dirty="0"/>
          </a:p>
          <a:p>
            <a:pPr lvl="6"/>
            <a:r>
              <a:rPr lang="es-ES" sz="2000" dirty="0"/>
              <a:t>                   Listas de verificación</a:t>
            </a: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7BCFBB9F-720F-4D8F-BDBE-92AD19C16D0A}"/>
              </a:ext>
            </a:extLst>
          </p:cNvPr>
          <p:cNvSpPr/>
          <p:nvPr/>
        </p:nvSpPr>
        <p:spPr>
          <a:xfrm>
            <a:off x="3784210" y="5090745"/>
            <a:ext cx="1195754" cy="221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7653232-98D1-4CF1-92BC-50C4D0532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7361879-26CD-421E-9D92-0709EF522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4799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4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462003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DF30AEDC-40B4-407D-8A02-5B21195BD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8428" y="4480588"/>
            <a:ext cx="2242625" cy="224262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29FE0E-53B6-4508-980A-178A27638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MÉTRICAS DE CALIDAD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38DEE96-13B5-422F-83DB-00FFFAAC9BBA}"/>
              </a:ext>
            </a:extLst>
          </p:cNvPr>
          <p:cNvSpPr/>
          <p:nvPr/>
        </p:nvSpPr>
        <p:spPr>
          <a:xfrm>
            <a:off x="909711" y="3084845"/>
            <a:ext cx="1059648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coste, CPI: Una medida de la eficiencia en costos de los recursos presupuestados expresada como la razón entre el valor ganado y el costo real.</a:t>
            </a:r>
          </a:p>
          <a:p>
            <a:pPr lvl="1" algn="just"/>
            <a:endParaRPr lang="es-ES" dirty="0"/>
          </a:p>
          <a:p>
            <a:pPr lvl="1" algn="just"/>
            <a:endParaRPr lang="es-E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cronograma, SPI: Una medida de la eficiencia del </a:t>
            </a:r>
            <a:r>
              <a:rPr lang="es-ES_tradnl" dirty="0"/>
              <a:t>cronograma que se expresa como la </a:t>
            </a:r>
            <a:r>
              <a:rPr lang="es-ES" dirty="0"/>
              <a:t>razón entre el valor ganado y el valor </a:t>
            </a:r>
            <a:r>
              <a:rPr lang="es-ES_tradnl" dirty="0"/>
              <a:t>planificado.</a:t>
            </a:r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5125A33-061C-4A23-94FA-EB02F7207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751" y="1355556"/>
            <a:ext cx="1665849" cy="166584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C348F992-5967-454B-9D4A-AEA745C00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C544C9C-E5D5-4031-8ACB-0CA60F382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5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737435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4EE94F-A38C-4B45-948E-9FF46419E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LISTAS DE VERIFICACIÓN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EE78A2C-C144-4727-B113-A7578EA69782}"/>
              </a:ext>
            </a:extLst>
          </p:cNvPr>
          <p:cNvSpPr txBox="1"/>
          <p:nvPr/>
        </p:nvSpPr>
        <p:spPr>
          <a:xfrm>
            <a:off x="1069051" y="2405840"/>
            <a:ext cx="100538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Una lista de verificación es una herramienta estructurada, por lo general específica de cada componente, que se utiliza para verificar que se hayan llevado a cabo una serie de pasos necesarios. </a:t>
            </a:r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B5019D5-658F-406F-A497-1A08E2CBC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00" y="3309330"/>
            <a:ext cx="2743200" cy="27432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4EC8E9AC-3DCA-402E-B550-CCA60EB98925}"/>
              </a:ext>
            </a:extLst>
          </p:cNvPr>
          <p:cNvSpPr txBox="1"/>
          <p:nvPr/>
        </p:nvSpPr>
        <p:spPr>
          <a:xfrm>
            <a:off x="1702191" y="3548521"/>
            <a:ext cx="5689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/>
          </a:p>
          <a:p>
            <a:r>
              <a:rPr lang="es-ES" b="1">
                <a:solidFill>
                  <a:srgbClr val="00B050"/>
                </a:solidFill>
                <a:highlight>
                  <a:srgbClr val="000000"/>
                </a:highlight>
              </a:rPr>
              <a:t>1</a:t>
            </a:r>
            <a:r>
              <a:rPr lang="es-ES"/>
              <a:t> – Se cumplen los requisitos de calidad</a:t>
            </a:r>
          </a:p>
          <a:p>
            <a:r>
              <a:rPr lang="es-ES" b="1">
                <a:solidFill>
                  <a:srgbClr val="FFFF00"/>
                </a:solidFill>
                <a:highlight>
                  <a:srgbClr val="000000"/>
                </a:highlight>
              </a:rPr>
              <a:t>2</a:t>
            </a:r>
            <a:r>
              <a:rPr lang="es-ES"/>
              <a:t> – Se cumplen los requisitos de forma parcial</a:t>
            </a:r>
          </a:p>
          <a:p>
            <a:r>
              <a:rPr lang="es-ES" b="1">
                <a:solidFill>
                  <a:srgbClr val="FF0000"/>
                </a:solidFill>
                <a:highlight>
                  <a:srgbClr val="000000"/>
                </a:highlight>
              </a:rPr>
              <a:t>3</a:t>
            </a:r>
            <a:r>
              <a:rPr lang="es-ES"/>
              <a:t> – No cumplen los requisitos.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6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0562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25AF8F-1CFD-4104-8BA0-5F76EA31A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MEJORAS DEL PROYECTO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86826A-DFE5-453C-B4F0-ADD9C9E89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3B353250-C3A7-4307-B308-7C318B7047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0115597"/>
              </p:ext>
            </p:extLst>
          </p:nvPr>
        </p:nvGraphicFramePr>
        <p:xfrm>
          <a:off x="2895600" y="2073682"/>
          <a:ext cx="7083865" cy="43447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7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4048372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3580759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9112664" y="3506159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B643AA6-4253-4588-8E1D-DEFF8D381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75541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8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663886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62773"/>
            <a:ext cx="8610600" cy="1293028"/>
          </a:xfrm>
        </p:spPr>
        <p:txBody>
          <a:bodyPr/>
          <a:lstStyle/>
          <a:p>
            <a:r>
              <a:rPr lang="es-ES" dirty="0"/>
              <a:t>Aseguramiento de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70378FE7-520F-4186-8B76-F377761FDC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826693"/>
              </p:ext>
            </p:extLst>
          </p:nvPr>
        </p:nvGraphicFramePr>
        <p:xfrm>
          <a:off x="2753690" y="1923458"/>
          <a:ext cx="6684620" cy="44543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BA9B30E-B40B-4D70-9B7F-000EB32CE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8083" y="618169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9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176874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805B96-6DF3-4094-A77A-3537BB357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AUDITORÍAS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AD02EB5-F3F2-4BE5-A19C-872724315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830" y="4742981"/>
            <a:ext cx="2704258" cy="1043147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901217" y="2876148"/>
            <a:ext cx="96354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internas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externas: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 de renovación ISO 9001:2015 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B37E193-93C4-40A8-8222-6CE4CF638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4D688C7-D2FF-4529-8D1E-6CBA09C69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10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977995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3538555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6636751" y="4110257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3538555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D61384F9-6F46-4C08-B00D-C269C0E9E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8083" y="6261931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11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80743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62BD8C-44A4-40D7-8FD4-2A2693CB8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SOLICITUD DE CAMBIO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1EB616A-080B-4796-AA27-1C993B187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7DA92EC-5877-455D-BE16-9F6A7C6C0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1978946"/>
            <a:ext cx="6397811" cy="341651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BDB56AF-3955-4AF2-AB32-3B499FA21B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103" y="2306623"/>
            <a:ext cx="5152894" cy="3048571"/>
          </a:xfrm>
          <a:prstGeom prst="rect">
            <a:avLst/>
          </a:prstGeom>
        </p:spPr>
      </p:pic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3A942CA8-570F-4B04-8F1E-78F0B0C75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34919" y="6080732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12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737811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C5F481D-DFD0-4D05-A7B9-D12DF1C86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749431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0">
            <a:extLst>
              <a:ext uri="{FF2B5EF4-FFF2-40B4-BE49-F238E27FC236}">
                <a16:creationId xmlns:a16="http://schemas.microsoft.com/office/drawing/2014/main" id="{5E71BCA0-2CC4-4511-8ACE-FEABFF195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 useBgFill="1">
        <p:nvSpPr>
          <p:cNvPr id="20" name="Rectangle 12">
            <a:extLst>
              <a:ext uri="{FF2B5EF4-FFF2-40B4-BE49-F238E27FC236}">
                <a16:creationId xmlns:a16="http://schemas.microsoft.com/office/drawing/2014/main" id="{A3A93F36-A3CE-448B-BA00-FC0300AA8E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11">
            <a:extLst>
              <a:ext uri="{FF2B5EF4-FFF2-40B4-BE49-F238E27FC236}">
                <a16:creationId xmlns:a16="http://schemas.microsoft.com/office/drawing/2014/main" id="{A8DF542A-AECF-4920-B91A-4605B62A4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03" y="643464"/>
            <a:ext cx="10905195" cy="5571072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 w="3175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2B775D-6E9C-4F60-892F-E88AEF7D9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37" y="1584419"/>
            <a:ext cx="3689160" cy="3689160"/>
          </a:xfrm>
          <a:prstGeom prst="rect">
            <a:avLst/>
          </a:prstGeom>
          <a:ln w="31750" cap="sq">
            <a:noFill/>
            <a:miter lim="800000"/>
          </a:ln>
        </p:spPr>
      </p:pic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id="{70C70F52-156C-4880-991F-296A9628F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06892" y="1333850"/>
            <a:ext cx="0" cy="412738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4">
            <a:extLst>
              <a:ext uri="{FF2B5EF4-FFF2-40B4-BE49-F238E27FC236}">
                <a16:creationId xmlns:a16="http://schemas.microsoft.com/office/drawing/2014/main" id="{282E0993-4F0D-4BD0-B5B2-2CDA92FE2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032" y="2089534"/>
            <a:ext cx="6250832" cy="2678928"/>
          </a:xfrm>
          <a:prstGeom prst="rect">
            <a:avLst/>
          </a:prstGeom>
          <a:ln w="31750" cap="sq">
            <a:noFill/>
            <a:miter lim="800000"/>
          </a:ln>
        </p:spPr>
      </p:pic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1476AA9E-7E7A-40C1-85F2-AFC09E3AE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03751957"/>
      </p:ext>
    </p:extLst>
  </p:cSld>
  <p:clrMapOvr>
    <a:masterClrMapping/>
  </p:clrMapOvr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FE1EB5C7-81A8-4CBA-AE6E-B3BF73DC389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</TotalTime>
  <Words>387</Words>
  <Application>Microsoft Office PowerPoint</Application>
  <PresentationFormat>Panorámica</PresentationFormat>
  <Paragraphs>109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Calibri</vt:lpstr>
      <vt:lpstr>Century Gothic</vt:lpstr>
      <vt:lpstr>Estela de condensación</vt:lpstr>
      <vt:lpstr>Proyecto MeCuida</vt:lpstr>
      <vt:lpstr>Índice</vt:lpstr>
      <vt:lpstr>PLANIFICACIÓN de la calidad</vt:lpstr>
      <vt:lpstr>Planificación de la calidad</vt:lpstr>
      <vt:lpstr>PLAN DE GESTIÓN DE CALIDAD</vt:lpstr>
      <vt:lpstr>MÉTRICAS DE CALIDAD</vt:lpstr>
      <vt:lpstr>LISTAS DE VERIFICACIÓN</vt:lpstr>
      <vt:lpstr>PLAN DE MEJORAS DEL PROYECTO</vt:lpstr>
      <vt:lpstr>Índice</vt:lpstr>
      <vt:lpstr>Aseguramiento de calidad</vt:lpstr>
      <vt:lpstr>AUDITORÍAS</vt:lpstr>
      <vt:lpstr>Índice</vt:lpstr>
      <vt:lpstr>SOLICITUD DE CAMBIO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MeCuida</dc:title>
  <dc:creator>Gallego Sánchez Adrián</dc:creator>
  <cp:lastModifiedBy>Benito Ortiz María de Cortes</cp:lastModifiedBy>
  <cp:revision>50</cp:revision>
  <dcterms:created xsi:type="dcterms:W3CDTF">2018-11-10T15:50:50Z</dcterms:created>
  <dcterms:modified xsi:type="dcterms:W3CDTF">2018-11-18T18:05:12Z</dcterms:modified>
</cp:coreProperties>
</file>