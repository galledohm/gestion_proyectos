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9" r:id="rId4"/>
    <p:sldId id="287" r:id="rId5"/>
    <p:sldId id="295" r:id="rId6"/>
    <p:sldId id="288" r:id="rId7"/>
    <p:sldId id="289" r:id="rId8"/>
    <p:sldId id="296" r:id="rId9"/>
    <p:sldId id="290" r:id="rId10"/>
    <p:sldId id="258" r:id="rId11"/>
    <p:sldId id="291" r:id="rId12"/>
    <p:sldId id="297" r:id="rId13"/>
    <p:sldId id="294" r:id="rId14"/>
    <p:sldId id="292" r:id="rId15"/>
    <p:sldId id="293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28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74"/>
  </p:normalViewPr>
  <p:slideViewPr>
    <p:cSldViewPr snapToGrid="0" snapToObjects="1">
      <p:cViewPr varScale="1">
        <p:scale>
          <a:sx n="49" d="100"/>
          <a:sy n="49" d="100"/>
        </p:scale>
        <p:origin x="-90" y="-100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4324E71C-51E4-4FFA-9638-472734009553}" type="pres">
      <dgm:prSet presAssocID="{D1D10F65-8C36-4800-AD9D-4A75930380A4}" presName="thickLine" presStyleLbl="alignNode1" presStyleIdx="0" presStyleCnt="2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2" custLinFactNeighborX="329" custLinFactNeighborY="-123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9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es-ES"/>
        </a:p>
      </dgm:t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  <dgm:t>
        <a:bodyPr/>
        <a:lstStyle/>
        <a:p>
          <a:endParaRPr lang="es-ES"/>
        </a:p>
      </dgm:t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729D2EE-F3F5-4947-BAD3-F992910D4A8A}" type="pres">
      <dgm:prSet presAssocID="{FFEA7316-2CA0-472C-9B2F-C313AAC60F85}" presName="sibTransFirstNode" presStyleLbl="bgShp" presStyleIdx="0" presStyleCnt="1"/>
      <dgm:spPr/>
      <dgm:t>
        <a:bodyPr/>
        <a:lstStyle/>
        <a:p>
          <a:endParaRPr lang="es-ES"/>
        </a:p>
      </dgm:t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54774183-7033-4884-A5A2-B3EED97F66E8}" type="presOf" srcId="{D1D10F65-8C36-4800-AD9D-4A75930380A4}" destId="{792A15AE-68CB-4B5E-A488-D8B2430819E0}" srcOrd="0" destOrd="0" presId="urn:microsoft.com/office/officeart/2008/layout/LinedList"/>
    <dgm:cxn modelId="{F698FDC0-50A2-40D9-A278-246D45E8398B}" type="presOf" srcId="{5B536FDF-F2F3-4D05-AF9A-89E79C92380B}" destId="{EDBBCE88-88E0-4C06-BA01-B4EFB6C685E1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D1C3EBB-ED02-4FF3-A257-B047B3B5527C}" type="presOf" srcId="{4D7DCE72-F1C7-3648-B096-B3BF2FA1BA56}" destId="{F1E3A902-B27E-4D1E-9D62-838DBF77570E}" srcOrd="0" destOrd="0" presId="urn:microsoft.com/office/officeart/2008/layout/LinedList"/>
    <dgm:cxn modelId="{F3EBA52D-1C70-4515-81E9-F2E13F9C4CB1}" type="presOf" srcId="{9C0C5B6B-88B0-0644-95CC-DA013289C236}" destId="{520D1D2C-1114-41BF-8F7E-61F71B01A78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16A4DD6D-223F-4B47-A6BA-EF82CE65C24A}" type="presOf" srcId="{EA05A323-1CD6-E844-BD1C-19A2225C0340}" destId="{821592CB-BF1E-40A4-88FF-532C668728A8}" srcOrd="0" destOrd="0" presId="urn:microsoft.com/office/officeart/2008/layout/LinedList"/>
    <dgm:cxn modelId="{769E0732-4EE6-4988-BA3C-B737D563CC6F}" type="presOf" srcId="{3440283F-7B94-41E1-A678-109BA5967928}" destId="{1AB85A7C-0FFD-4546-B83C-987E91EDF1C9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8AD53AA6-4C9E-48B9-A241-73C1C3CAE37F}" type="presOf" srcId="{C3CE8D9A-2F5F-E04C-AF81-B61DA3187B58}" destId="{A4615577-DB07-0E46-BAD9-752076C1E8EB}" srcOrd="0" destOrd="0" presId="urn:microsoft.com/office/officeart/2008/layout/LinedList"/>
    <dgm:cxn modelId="{7E83A669-0FF7-4DC4-BA2D-B19FDDBA3FB3}" type="presOf" srcId="{2D50EED0-437B-1441-8B3B-81295EA238A9}" destId="{0FAAA673-A6AE-2E48-9396-AEC5BB305A0E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3A570045-19E0-4233-8B8E-844AFA553120}" type="presOf" srcId="{C067AB59-C7C5-C74B-8B60-2FA743781E39}" destId="{CECABC1D-D0D2-4346-AB17-5BDF3AE0B320}" srcOrd="0" destOrd="0" presId="urn:microsoft.com/office/officeart/2008/layout/LinedList"/>
    <dgm:cxn modelId="{0FE7A901-5D8A-421D-A8BE-18EF32D40C64}" type="presOf" srcId="{D206AD7D-6FCF-BA4A-A881-D49C0A782FC3}" destId="{70B24025-E2C6-417F-99E1-3AE2064C772D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1B739A5-7441-41F6-A1B4-D19CA47C4C92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8FEAC8B1-0F1C-4FD8-B4FD-15B97DEBE1BE}" type="presParOf" srcId="{A4615577-DB07-0E46-BAD9-752076C1E8EB}" destId="{A70494F9-BBC6-9B4D-ABE0-28B7062A7EEA}" srcOrd="0" destOrd="0" presId="urn:microsoft.com/office/officeart/2008/layout/LinedList"/>
    <dgm:cxn modelId="{20FC585C-9D02-49D0-8D09-0A41B8A29BBA}" type="presParOf" srcId="{A4615577-DB07-0E46-BAD9-752076C1E8EB}" destId="{4DE94855-2BF1-EB40-B090-FE0F9B4B301E}" srcOrd="1" destOrd="0" presId="urn:microsoft.com/office/officeart/2008/layout/LinedList"/>
    <dgm:cxn modelId="{FEAF79B3-72B0-4756-8EB2-4FCD1A57C257}" type="presParOf" srcId="{4DE94855-2BF1-EB40-B090-FE0F9B4B301E}" destId="{0FAAA673-A6AE-2E48-9396-AEC5BB305A0E}" srcOrd="0" destOrd="0" presId="urn:microsoft.com/office/officeart/2008/layout/LinedList"/>
    <dgm:cxn modelId="{A9E0F522-EBC8-4DF9-AC84-04D6C20D7015}" type="presParOf" srcId="{4DE94855-2BF1-EB40-B090-FE0F9B4B301E}" destId="{4D92E349-5F1C-414C-955E-416A7CFBF9E9}" srcOrd="1" destOrd="0" presId="urn:microsoft.com/office/officeart/2008/layout/LinedList"/>
    <dgm:cxn modelId="{D33401A7-5E43-417D-9A6A-8CD49234FAED}" type="presParOf" srcId="{A4615577-DB07-0E46-BAD9-752076C1E8EB}" destId="{4324E71C-51E4-4FFA-9638-472734009553}" srcOrd="2" destOrd="0" presId="urn:microsoft.com/office/officeart/2008/layout/LinedList"/>
    <dgm:cxn modelId="{6CA0A119-8D7E-40C1-B97A-BC593504E7D6}" type="presParOf" srcId="{A4615577-DB07-0E46-BAD9-752076C1E8EB}" destId="{35D4AF3C-4879-491B-8004-F3B88F6D9FB5}" srcOrd="3" destOrd="0" presId="urn:microsoft.com/office/officeart/2008/layout/LinedList"/>
    <dgm:cxn modelId="{341B12C0-225A-49B8-9A87-FF5F59116E2E}" type="presParOf" srcId="{35D4AF3C-4879-491B-8004-F3B88F6D9FB5}" destId="{792A15AE-68CB-4B5E-A488-D8B2430819E0}" srcOrd="0" destOrd="0" presId="urn:microsoft.com/office/officeart/2008/layout/LinedList"/>
    <dgm:cxn modelId="{FBF412C2-6B51-44AA-ACCE-DFB256E024E8}" type="presParOf" srcId="{35D4AF3C-4879-491B-8004-F3B88F6D9FB5}" destId="{162AB6D4-F395-4B55-9519-21B610CC0382}" srcOrd="1" destOrd="0" presId="urn:microsoft.com/office/officeart/2008/layout/LinedList"/>
    <dgm:cxn modelId="{54272453-5DBF-4A64-AABC-742555C50FCA}" type="presParOf" srcId="{162AB6D4-F395-4B55-9519-21B610CC0382}" destId="{412C8F4B-57E8-4EE2-95F4-7EAB16DF68B6}" srcOrd="0" destOrd="0" presId="urn:microsoft.com/office/officeart/2008/layout/LinedList"/>
    <dgm:cxn modelId="{6626ECA0-AD56-40ED-A1FE-D8263AE027D7}" type="presParOf" srcId="{162AB6D4-F395-4B55-9519-21B610CC0382}" destId="{706ACAA7-2B5D-4D39-81AB-5DAABC04EC1D}" srcOrd="1" destOrd="0" presId="urn:microsoft.com/office/officeart/2008/layout/LinedList"/>
    <dgm:cxn modelId="{F4CD9239-079F-4D27-A7B1-ED8F8A852FEC}" type="presParOf" srcId="{706ACAA7-2B5D-4D39-81AB-5DAABC04EC1D}" destId="{3456CDB8-701B-42F1-87C2-C295CD1E48EE}" srcOrd="0" destOrd="0" presId="urn:microsoft.com/office/officeart/2008/layout/LinedList"/>
    <dgm:cxn modelId="{050E544F-A039-46A3-833A-3BC007476B75}" type="presParOf" srcId="{706ACAA7-2B5D-4D39-81AB-5DAABC04EC1D}" destId="{520D1D2C-1114-41BF-8F7E-61F71B01A781}" srcOrd="1" destOrd="0" presId="urn:microsoft.com/office/officeart/2008/layout/LinedList"/>
    <dgm:cxn modelId="{C3BB895B-C2DF-451F-AB23-A80A3381E3A2}" type="presParOf" srcId="{706ACAA7-2B5D-4D39-81AB-5DAABC04EC1D}" destId="{D6DDDC7E-F1A5-4153-9143-0972F5C1698F}" srcOrd="2" destOrd="0" presId="urn:microsoft.com/office/officeart/2008/layout/LinedList"/>
    <dgm:cxn modelId="{16000FF0-FD9C-4BE8-B15C-030A5D5DB40E}" type="presParOf" srcId="{162AB6D4-F395-4B55-9519-21B610CC0382}" destId="{0A0EB41C-54BD-4DBD-AE20-1F9966450DC3}" srcOrd="2" destOrd="0" presId="urn:microsoft.com/office/officeart/2008/layout/LinedList"/>
    <dgm:cxn modelId="{F386BB07-5503-44DA-B0AB-72E808C1E6F0}" type="presParOf" srcId="{162AB6D4-F395-4B55-9519-21B610CC0382}" destId="{BD1DC2FA-97F1-47D7-B64D-204FB692D739}" srcOrd="3" destOrd="0" presId="urn:microsoft.com/office/officeart/2008/layout/LinedList"/>
    <dgm:cxn modelId="{D767C352-7029-44AF-9317-D6F699B33614}" type="presParOf" srcId="{162AB6D4-F395-4B55-9519-21B610CC0382}" destId="{AA817BFD-CFD8-4863-BA21-FE68B817CC3C}" srcOrd="4" destOrd="0" presId="urn:microsoft.com/office/officeart/2008/layout/LinedList"/>
    <dgm:cxn modelId="{46617927-464C-468F-BE95-42E9C5736A0D}" type="presParOf" srcId="{AA817BFD-CFD8-4863-BA21-FE68B817CC3C}" destId="{BD57D683-A942-4221-A2F2-BB0CF711AC57}" srcOrd="0" destOrd="0" presId="urn:microsoft.com/office/officeart/2008/layout/LinedList"/>
    <dgm:cxn modelId="{DB412C6C-57C3-49AD-A825-A18F9CE8C1E3}" type="presParOf" srcId="{AA817BFD-CFD8-4863-BA21-FE68B817CC3C}" destId="{F1E3A902-B27E-4D1E-9D62-838DBF77570E}" srcOrd="1" destOrd="0" presId="urn:microsoft.com/office/officeart/2008/layout/LinedList"/>
    <dgm:cxn modelId="{1F2A0CDF-9EEB-438A-8BE3-7423E4452F58}" type="presParOf" srcId="{AA817BFD-CFD8-4863-BA21-FE68B817CC3C}" destId="{4F138E20-5633-4DCC-BBC2-20DFBFC7868F}" srcOrd="2" destOrd="0" presId="urn:microsoft.com/office/officeart/2008/layout/LinedList"/>
    <dgm:cxn modelId="{B267FF9B-B987-48AA-8A17-98518C848DBA}" type="presParOf" srcId="{162AB6D4-F395-4B55-9519-21B610CC0382}" destId="{2B79C5B5-7045-4C8A-A0D3-ED34D320DACE}" srcOrd="5" destOrd="0" presId="urn:microsoft.com/office/officeart/2008/layout/LinedList"/>
    <dgm:cxn modelId="{6E5E1147-7A5E-44DB-BB8B-472919F57569}" type="presParOf" srcId="{162AB6D4-F395-4B55-9519-21B610CC0382}" destId="{8C3B0260-807F-409D-975C-EBFF816514C3}" srcOrd="6" destOrd="0" presId="urn:microsoft.com/office/officeart/2008/layout/LinedList"/>
    <dgm:cxn modelId="{962D2CDF-E28D-4A87-BA89-F06041F4F688}" type="presParOf" srcId="{162AB6D4-F395-4B55-9519-21B610CC0382}" destId="{DCC37064-A6D2-4A55-A252-3829429045E5}" srcOrd="7" destOrd="0" presId="urn:microsoft.com/office/officeart/2008/layout/LinedList"/>
    <dgm:cxn modelId="{5BF47370-915D-41BD-B60D-5DBAC8DA486F}" type="presParOf" srcId="{DCC37064-A6D2-4A55-A252-3829429045E5}" destId="{AF620EF4-9246-40B0-95DD-0F97FD557889}" srcOrd="0" destOrd="0" presId="urn:microsoft.com/office/officeart/2008/layout/LinedList"/>
    <dgm:cxn modelId="{9B36E881-B655-4283-A677-37454BA6066B}" type="presParOf" srcId="{DCC37064-A6D2-4A55-A252-3829429045E5}" destId="{821592CB-BF1E-40A4-88FF-532C668728A8}" srcOrd="1" destOrd="0" presId="urn:microsoft.com/office/officeart/2008/layout/LinedList"/>
    <dgm:cxn modelId="{34BBE105-F96A-429E-8963-E0CCF969545B}" type="presParOf" srcId="{DCC37064-A6D2-4A55-A252-3829429045E5}" destId="{4A2BC687-FFD6-4EBF-9A58-5F5A5936D128}" srcOrd="2" destOrd="0" presId="urn:microsoft.com/office/officeart/2008/layout/LinedList"/>
    <dgm:cxn modelId="{3E288EF3-51B9-4879-AA2B-C745E4BA2D7C}" type="presParOf" srcId="{162AB6D4-F395-4B55-9519-21B610CC0382}" destId="{AFB2C275-AEA0-46EA-8FAC-DEEB17253C42}" srcOrd="8" destOrd="0" presId="urn:microsoft.com/office/officeart/2008/layout/LinedList"/>
    <dgm:cxn modelId="{EDFE0D5E-F423-44E6-9464-199FB9956045}" type="presParOf" srcId="{162AB6D4-F395-4B55-9519-21B610CC0382}" destId="{B63F60B4-89E7-4E26-9559-C63693EDEACE}" srcOrd="9" destOrd="0" presId="urn:microsoft.com/office/officeart/2008/layout/LinedList"/>
    <dgm:cxn modelId="{0F685D77-8728-4416-A723-34C72DF86725}" type="presParOf" srcId="{A4615577-DB07-0E46-BAD9-752076C1E8EB}" destId="{B2F277F3-7CF1-994E-B28A-0B3155C31199}" srcOrd="4" destOrd="0" presId="urn:microsoft.com/office/officeart/2008/layout/LinedList"/>
    <dgm:cxn modelId="{C0E3F01C-E9C9-4783-88F6-881A5C23B753}" type="presParOf" srcId="{A4615577-DB07-0E46-BAD9-752076C1E8EB}" destId="{0C40495D-3188-9E48-A89E-F64BB2F461F5}" srcOrd="5" destOrd="0" presId="urn:microsoft.com/office/officeart/2008/layout/LinedList"/>
    <dgm:cxn modelId="{23B82B1D-864B-40E5-B6CB-774AD50F9AD0}" type="presParOf" srcId="{0C40495D-3188-9E48-A89E-F64BB2F461F5}" destId="{9891002C-403A-A043-B663-E6FEB51C2557}" srcOrd="0" destOrd="0" presId="urn:microsoft.com/office/officeart/2008/layout/LinedList"/>
    <dgm:cxn modelId="{CA65D32F-4882-41C6-9746-D341B1A31E88}" type="presParOf" srcId="{0C40495D-3188-9E48-A89E-F64BB2F461F5}" destId="{84783DB1-8E64-8549-92F0-B23833CEE8B0}" srcOrd="1" destOrd="0" presId="urn:microsoft.com/office/officeart/2008/layout/LinedList"/>
    <dgm:cxn modelId="{5F19102D-2BB7-4C97-B506-99F43CF362D2}" type="presParOf" srcId="{84783DB1-8E64-8549-92F0-B23833CEE8B0}" destId="{7639A2F8-0310-4BED-B4BD-EAB6A5C40B77}" srcOrd="0" destOrd="0" presId="urn:microsoft.com/office/officeart/2008/layout/LinedList"/>
    <dgm:cxn modelId="{091E402C-C95A-46AD-BF4B-5FCEAF6EE2DA}" type="presParOf" srcId="{84783DB1-8E64-8549-92F0-B23833CEE8B0}" destId="{6A69390F-9BF9-4ABA-8159-EAF93506C37D}" srcOrd="1" destOrd="0" presId="urn:microsoft.com/office/officeart/2008/layout/LinedList"/>
    <dgm:cxn modelId="{F217A30A-2EEE-4E39-9886-905BF75E1DB7}" type="presParOf" srcId="{6A69390F-9BF9-4ABA-8159-EAF93506C37D}" destId="{80389192-84FD-488B-A175-87A5FB0572BA}" srcOrd="0" destOrd="0" presId="urn:microsoft.com/office/officeart/2008/layout/LinedList"/>
    <dgm:cxn modelId="{0E413EB0-8344-41D7-9E86-50C586C13627}" type="presParOf" srcId="{6A69390F-9BF9-4ABA-8159-EAF93506C37D}" destId="{CECABC1D-D0D2-4346-AB17-5BDF3AE0B320}" srcOrd="1" destOrd="0" presId="urn:microsoft.com/office/officeart/2008/layout/LinedList"/>
    <dgm:cxn modelId="{9FF79A06-4A69-4F81-9C87-2913468ED184}" type="presParOf" srcId="{6A69390F-9BF9-4ABA-8159-EAF93506C37D}" destId="{C56FE37B-F98C-4D15-95CF-6DC56554B5B4}" srcOrd="2" destOrd="0" presId="urn:microsoft.com/office/officeart/2008/layout/LinedList"/>
    <dgm:cxn modelId="{2044B52A-0B49-4864-9775-5523F19660AC}" type="presParOf" srcId="{84783DB1-8E64-8549-92F0-B23833CEE8B0}" destId="{5D84D3DB-F553-4712-A813-E34BD39795E9}" srcOrd="2" destOrd="0" presId="urn:microsoft.com/office/officeart/2008/layout/LinedList"/>
    <dgm:cxn modelId="{EC26E8F5-8200-4A1F-AEF4-0B62C56A25CE}" type="presParOf" srcId="{84783DB1-8E64-8549-92F0-B23833CEE8B0}" destId="{2128B8DA-3804-468D-B525-5F0093F85BA2}" srcOrd="3" destOrd="0" presId="urn:microsoft.com/office/officeart/2008/layout/LinedList"/>
    <dgm:cxn modelId="{C4BD1D17-8AD5-4F44-B344-64E94B624530}" type="presParOf" srcId="{84783DB1-8E64-8549-92F0-B23833CEE8B0}" destId="{4F42B568-F39A-4181-8658-EC1C2143BBA0}" srcOrd="4" destOrd="0" presId="urn:microsoft.com/office/officeart/2008/layout/LinedList"/>
    <dgm:cxn modelId="{9709EF5D-E0BD-4578-930F-6CE1BAF9A91B}" type="presParOf" srcId="{4F42B568-F39A-4181-8658-EC1C2143BBA0}" destId="{4F8359BF-8C47-4A90-A343-AF5BDC5F9DE8}" srcOrd="0" destOrd="0" presId="urn:microsoft.com/office/officeart/2008/layout/LinedList"/>
    <dgm:cxn modelId="{706B513B-67AD-4C89-A130-9E6689E49E05}" type="presParOf" srcId="{4F42B568-F39A-4181-8658-EC1C2143BBA0}" destId="{70B24025-E2C6-417F-99E1-3AE2064C772D}" srcOrd="1" destOrd="0" presId="urn:microsoft.com/office/officeart/2008/layout/LinedList"/>
    <dgm:cxn modelId="{0F604893-535B-42BA-AEA8-F7C1448AFD15}" type="presParOf" srcId="{4F42B568-F39A-4181-8658-EC1C2143BBA0}" destId="{7CEB9B09-60D8-4882-A2D8-38EF68D5C19F}" srcOrd="2" destOrd="0" presId="urn:microsoft.com/office/officeart/2008/layout/LinedList"/>
    <dgm:cxn modelId="{33FD5693-95A1-4B6F-95C3-A97324DF953A}" type="presParOf" srcId="{84783DB1-8E64-8549-92F0-B23833CEE8B0}" destId="{5E350EE4-2D6A-4A16-A0FE-9FACA9074727}" srcOrd="5" destOrd="0" presId="urn:microsoft.com/office/officeart/2008/layout/LinedList"/>
    <dgm:cxn modelId="{9AF1DBB9-DE47-44F6-A5FD-80A03BB6E56F}" type="presParOf" srcId="{84783DB1-8E64-8549-92F0-B23833CEE8B0}" destId="{9BB5AFB5-07F7-4132-85A2-44E6D0516C88}" srcOrd="6" destOrd="0" presId="urn:microsoft.com/office/officeart/2008/layout/LinedList"/>
    <dgm:cxn modelId="{4F12117A-C4A1-43CE-9821-AF71756E7275}" type="presParOf" srcId="{84783DB1-8E64-8549-92F0-B23833CEE8B0}" destId="{CFD8E1A3-90D3-46A8-AE85-EB36E0237BB5}" srcOrd="7" destOrd="0" presId="urn:microsoft.com/office/officeart/2008/layout/LinedList"/>
    <dgm:cxn modelId="{CE6ABE50-169B-41D4-A620-1DDAF699912D}" type="presParOf" srcId="{CFD8E1A3-90D3-46A8-AE85-EB36E0237BB5}" destId="{274EF02C-7D1A-409B-A859-EE71E535A688}" srcOrd="0" destOrd="0" presId="urn:microsoft.com/office/officeart/2008/layout/LinedList"/>
    <dgm:cxn modelId="{7C438035-68E0-420F-AD5C-D54182FBE8B7}" type="presParOf" srcId="{CFD8E1A3-90D3-46A8-AE85-EB36E0237BB5}" destId="{1AB85A7C-0FFD-4546-B83C-987E91EDF1C9}" srcOrd="1" destOrd="0" presId="urn:microsoft.com/office/officeart/2008/layout/LinedList"/>
    <dgm:cxn modelId="{86950971-6A4C-4E38-BB6E-714F40012105}" type="presParOf" srcId="{CFD8E1A3-90D3-46A8-AE85-EB36E0237BB5}" destId="{6F7BAE7F-F22E-4343-8455-8D1D04AE6291}" srcOrd="2" destOrd="0" presId="urn:microsoft.com/office/officeart/2008/layout/LinedList"/>
    <dgm:cxn modelId="{260D4D96-037F-4DF8-B621-7735F4350C0B}" type="presParOf" srcId="{84783DB1-8E64-8549-92F0-B23833CEE8B0}" destId="{DF72560F-E95F-423D-A8FF-AAE8DAA00A74}" srcOrd="8" destOrd="0" presId="urn:microsoft.com/office/officeart/2008/layout/LinedList"/>
    <dgm:cxn modelId="{F461925A-9240-4F25-BEF0-CDE8A6E915FB}" type="presParOf" srcId="{84783DB1-8E64-8549-92F0-B23833CEE8B0}" destId="{D8D1CF1A-EF09-4022-8D03-FD002D4FE754}" srcOrd="9" destOrd="0" presId="urn:microsoft.com/office/officeart/2008/layout/LinedList"/>
    <dgm:cxn modelId="{2DC512E0-790F-490F-B6DD-A306D528F3C4}" type="presParOf" srcId="{84783DB1-8E64-8549-92F0-B23833CEE8B0}" destId="{00451E5C-D19E-4AC4-8C6F-60950BA475F2}" srcOrd="10" destOrd="0" presId="urn:microsoft.com/office/officeart/2008/layout/LinedList"/>
    <dgm:cxn modelId="{15B8E10E-24CA-4F4B-90B7-8946B5BF81C8}" type="presParOf" srcId="{00451E5C-D19E-4AC4-8C6F-60950BA475F2}" destId="{3C367370-E70B-40CC-9DCF-3FC0C33EDE1B}" srcOrd="0" destOrd="0" presId="urn:microsoft.com/office/officeart/2008/layout/LinedList"/>
    <dgm:cxn modelId="{028E3629-DB19-4B6D-B80F-174637387A70}" type="presParOf" srcId="{00451E5C-D19E-4AC4-8C6F-60950BA475F2}" destId="{EDBBCE88-88E0-4C06-BA01-B4EFB6C685E1}" srcOrd="1" destOrd="0" presId="urn:microsoft.com/office/officeart/2008/layout/LinedList"/>
    <dgm:cxn modelId="{8EE26B65-B98D-4971-8AAB-7E484850F343}" type="presParOf" srcId="{00451E5C-D19E-4AC4-8C6F-60950BA475F2}" destId="{5EA7847F-7A65-4DE6-AFB0-0784772E4EA1}" srcOrd="2" destOrd="0" presId="urn:microsoft.com/office/officeart/2008/layout/LinedList"/>
    <dgm:cxn modelId="{A5DF7EDA-4FD6-4D0E-9F99-47378461AB4A}" type="presParOf" srcId="{84783DB1-8E64-8549-92F0-B23833CEE8B0}" destId="{22FFB06E-FF71-449B-9AA1-BDA4A6D85DF8}" srcOrd="11" destOrd="0" presId="urn:microsoft.com/office/officeart/2008/layout/LinedList"/>
    <dgm:cxn modelId="{0E13E68B-74BC-42A9-9F93-66707FEE96BF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E436E9A7-973B-4FC0-96CF-82E546BED93E}" type="presOf" srcId="{9C0C5B6B-88B0-0644-95CC-DA013289C236}" destId="{520D1D2C-1114-41BF-8F7E-61F71B01A781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60C5A727-F219-496E-ACC5-DB8D9B7BBCED}" type="presOf" srcId="{3440283F-7B94-41E1-A678-109BA5967928}" destId="{1AB85A7C-0FFD-4546-B83C-987E91EDF1C9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C9CC343-107C-4804-9D8F-B5D0540FFFAA}" type="presOf" srcId="{4D7DCE72-F1C7-3648-B096-B3BF2FA1BA56}" destId="{F1E3A902-B27E-4D1E-9D62-838DBF77570E}" srcOrd="0" destOrd="0" presId="urn:microsoft.com/office/officeart/2008/layout/LinedList"/>
    <dgm:cxn modelId="{9EE02064-77E3-4F72-8A20-23689829541C}" type="presOf" srcId="{C3CE8D9A-2F5F-E04C-AF81-B61DA3187B58}" destId="{A4615577-DB07-0E46-BAD9-752076C1E8EB}" srcOrd="0" destOrd="0" presId="urn:microsoft.com/office/officeart/2008/layout/LinedList"/>
    <dgm:cxn modelId="{792EAECE-6EEA-47EE-9B30-26A64FA82789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58238FE5-6185-478E-B92B-68ED83C9BE79}" type="presOf" srcId="{EA05A323-1CD6-E844-BD1C-19A2225C0340}" destId="{821592CB-BF1E-40A4-88FF-532C668728A8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D3258047-BF4A-431F-9E8E-02E46334FE69}" type="presOf" srcId="{D206AD7D-6FCF-BA4A-A881-D49C0A782FC3}" destId="{70B24025-E2C6-417F-99E1-3AE2064C772D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1360BD6B-84CF-44AF-ACB4-46862837FF48}" type="presOf" srcId="{C067AB59-C7C5-C74B-8B60-2FA743781E39}" destId="{CECABC1D-D0D2-4346-AB17-5BDF3AE0B320}" srcOrd="0" destOrd="0" presId="urn:microsoft.com/office/officeart/2008/layout/LinedList"/>
    <dgm:cxn modelId="{08876FF2-F446-4D5C-B964-A38C42A5983F}" type="presOf" srcId="{D1D10F65-8C36-4800-AD9D-4A75930380A4}" destId="{792A15AE-68CB-4B5E-A488-D8B2430819E0}" srcOrd="0" destOrd="0" presId="urn:microsoft.com/office/officeart/2008/layout/LinedList"/>
    <dgm:cxn modelId="{08D5C2C0-1E17-4006-B55E-C768CF7F7541}" type="presOf" srcId="{A00DC1EC-B999-A640-8654-4E50ABDDE020}" destId="{9891002C-403A-A043-B663-E6FEB51C2557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A6EE176F-1BEE-41D6-84B2-D71F8FED12A4}" type="presOf" srcId="{2D50EED0-437B-1441-8B3B-81295EA238A9}" destId="{0FAAA673-A6AE-2E48-9396-AEC5BB305A0E}" srcOrd="0" destOrd="0" presId="urn:microsoft.com/office/officeart/2008/layout/LinedList"/>
    <dgm:cxn modelId="{4DB57527-B961-4BB7-B05A-E7E77CB175B6}" type="presParOf" srcId="{A4615577-DB07-0E46-BAD9-752076C1E8EB}" destId="{A70494F9-BBC6-9B4D-ABE0-28B7062A7EEA}" srcOrd="0" destOrd="0" presId="urn:microsoft.com/office/officeart/2008/layout/LinedList"/>
    <dgm:cxn modelId="{F666D7DF-C7C0-4A05-AF8B-6199273FA4C1}" type="presParOf" srcId="{A4615577-DB07-0E46-BAD9-752076C1E8EB}" destId="{4DE94855-2BF1-EB40-B090-FE0F9B4B301E}" srcOrd="1" destOrd="0" presId="urn:microsoft.com/office/officeart/2008/layout/LinedList"/>
    <dgm:cxn modelId="{46F62157-B726-460A-B43B-536BF26AB652}" type="presParOf" srcId="{4DE94855-2BF1-EB40-B090-FE0F9B4B301E}" destId="{0FAAA673-A6AE-2E48-9396-AEC5BB305A0E}" srcOrd="0" destOrd="0" presId="urn:microsoft.com/office/officeart/2008/layout/LinedList"/>
    <dgm:cxn modelId="{5A6BC18C-B6CA-4BC5-B19E-FF78B241C92D}" type="presParOf" srcId="{4DE94855-2BF1-EB40-B090-FE0F9B4B301E}" destId="{4D92E349-5F1C-414C-955E-416A7CFBF9E9}" srcOrd="1" destOrd="0" presId="urn:microsoft.com/office/officeart/2008/layout/LinedList"/>
    <dgm:cxn modelId="{7D6D1DB5-1890-4ABA-98CA-1E961BCE698D}" type="presParOf" srcId="{A4615577-DB07-0E46-BAD9-752076C1E8EB}" destId="{4324E71C-51E4-4FFA-9638-472734009553}" srcOrd="2" destOrd="0" presId="urn:microsoft.com/office/officeart/2008/layout/LinedList"/>
    <dgm:cxn modelId="{AFFD1ED9-3134-4C62-90EC-B2E50D8A084D}" type="presParOf" srcId="{A4615577-DB07-0E46-BAD9-752076C1E8EB}" destId="{35D4AF3C-4879-491B-8004-F3B88F6D9FB5}" srcOrd="3" destOrd="0" presId="urn:microsoft.com/office/officeart/2008/layout/LinedList"/>
    <dgm:cxn modelId="{87618A36-8D79-4D18-A4BA-60767C62DC68}" type="presParOf" srcId="{35D4AF3C-4879-491B-8004-F3B88F6D9FB5}" destId="{792A15AE-68CB-4B5E-A488-D8B2430819E0}" srcOrd="0" destOrd="0" presId="urn:microsoft.com/office/officeart/2008/layout/LinedList"/>
    <dgm:cxn modelId="{09777748-E690-4B7C-9850-121DBD96CDEA}" type="presParOf" srcId="{35D4AF3C-4879-491B-8004-F3B88F6D9FB5}" destId="{162AB6D4-F395-4B55-9519-21B610CC0382}" srcOrd="1" destOrd="0" presId="urn:microsoft.com/office/officeart/2008/layout/LinedList"/>
    <dgm:cxn modelId="{E02BE218-1DFF-4CCB-A7B0-343D85B9D3F2}" type="presParOf" srcId="{162AB6D4-F395-4B55-9519-21B610CC0382}" destId="{412C8F4B-57E8-4EE2-95F4-7EAB16DF68B6}" srcOrd="0" destOrd="0" presId="urn:microsoft.com/office/officeart/2008/layout/LinedList"/>
    <dgm:cxn modelId="{A970B872-92A0-4C0F-BE15-8740F5D65873}" type="presParOf" srcId="{162AB6D4-F395-4B55-9519-21B610CC0382}" destId="{706ACAA7-2B5D-4D39-81AB-5DAABC04EC1D}" srcOrd="1" destOrd="0" presId="urn:microsoft.com/office/officeart/2008/layout/LinedList"/>
    <dgm:cxn modelId="{167405EB-BC21-478B-B0E3-5FF190B5BDC6}" type="presParOf" srcId="{706ACAA7-2B5D-4D39-81AB-5DAABC04EC1D}" destId="{3456CDB8-701B-42F1-87C2-C295CD1E48EE}" srcOrd="0" destOrd="0" presId="urn:microsoft.com/office/officeart/2008/layout/LinedList"/>
    <dgm:cxn modelId="{8FC6475C-17CD-4401-B3DC-D3801C98F023}" type="presParOf" srcId="{706ACAA7-2B5D-4D39-81AB-5DAABC04EC1D}" destId="{520D1D2C-1114-41BF-8F7E-61F71B01A781}" srcOrd="1" destOrd="0" presId="urn:microsoft.com/office/officeart/2008/layout/LinedList"/>
    <dgm:cxn modelId="{95F2BF3B-56DD-4AC4-920E-8427572BBC1F}" type="presParOf" srcId="{706ACAA7-2B5D-4D39-81AB-5DAABC04EC1D}" destId="{D6DDDC7E-F1A5-4153-9143-0972F5C1698F}" srcOrd="2" destOrd="0" presId="urn:microsoft.com/office/officeart/2008/layout/LinedList"/>
    <dgm:cxn modelId="{2ADA1265-C6B2-4652-91C2-B3A7A2693B07}" type="presParOf" srcId="{162AB6D4-F395-4B55-9519-21B610CC0382}" destId="{0A0EB41C-54BD-4DBD-AE20-1F9966450DC3}" srcOrd="2" destOrd="0" presId="urn:microsoft.com/office/officeart/2008/layout/LinedList"/>
    <dgm:cxn modelId="{EE53EC65-5992-494D-B94A-0C36F2EAB160}" type="presParOf" srcId="{162AB6D4-F395-4B55-9519-21B610CC0382}" destId="{BD1DC2FA-97F1-47D7-B64D-204FB692D739}" srcOrd="3" destOrd="0" presId="urn:microsoft.com/office/officeart/2008/layout/LinedList"/>
    <dgm:cxn modelId="{15ED61B9-03EC-4BED-96C9-66D109C39F86}" type="presParOf" srcId="{162AB6D4-F395-4B55-9519-21B610CC0382}" destId="{AA817BFD-CFD8-4863-BA21-FE68B817CC3C}" srcOrd="4" destOrd="0" presId="urn:microsoft.com/office/officeart/2008/layout/LinedList"/>
    <dgm:cxn modelId="{DAF86170-C3F1-4189-8108-33D876D563DE}" type="presParOf" srcId="{AA817BFD-CFD8-4863-BA21-FE68B817CC3C}" destId="{BD57D683-A942-4221-A2F2-BB0CF711AC57}" srcOrd="0" destOrd="0" presId="urn:microsoft.com/office/officeart/2008/layout/LinedList"/>
    <dgm:cxn modelId="{F236B1D7-70ED-4344-B24A-F96D8031ED49}" type="presParOf" srcId="{AA817BFD-CFD8-4863-BA21-FE68B817CC3C}" destId="{F1E3A902-B27E-4D1E-9D62-838DBF77570E}" srcOrd="1" destOrd="0" presId="urn:microsoft.com/office/officeart/2008/layout/LinedList"/>
    <dgm:cxn modelId="{5FD26224-79B9-4A9A-A681-5B8DDA4FF0D9}" type="presParOf" srcId="{AA817BFD-CFD8-4863-BA21-FE68B817CC3C}" destId="{4F138E20-5633-4DCC-BBC2-20DFBFC7868F}" srcOrd="2" destOrd="0" presId="urn:microsoft.com/office/officeart/2008/layout/LinedList"/>
    <dgm:cxn modelId="{2C38C6AF-300D-4702-98B7-8375A19FAB21}" type="presParOf" srcId="{162AB6D4-F395-4B55-9519-21B610CC0382}" destId="{2B79C5B5-7045-4C8A-A0D3-ED34D320DACE}" srcOrd="5" destOrd="0" presId="urn:microsoft.com/office/officeart/2008/layout/LinedList"/>
    <dgm:cxn modelId="{B909234C-DCBF-4404-8FD7-37A65EE87489}" type="presParOf" srcId="{162AB6D4-F395-4B55-9519-21B610CC0382}" destId="{8C3B0260-807F-409D-975C-EBFF816514C3}" srcOrd="6" destOrd="0" presId="urn:microsoft.com/office/officeart/2008/layout/LinedList"/>
    <dgm:cxn modelId="{934B8E26-E29F-418D-A74B-23518CDD3001}" type="presParOf" srcId="{162AB6D4-F395-4B55-9519-21B610CC0382}" destId="{DCC37064-A6D2-4A55-A252-3829429045E5}" srcOrd="7" destOrd="0" presId="urn:microsoft.com/office/officeart/2008/layout/LinedList"/>
    <dgm:cxn modelId="{5170F1B2-3F7C-4A34-8BB1-E123EB83F21F}" type="presParOf" srcId="{DCC37064-A6D2-4A55-A252-3829429045E5}" destId="{AF620EF4-9246-40B0-95DD-0F97FD557889}" srcOrd="0" destOrd="0" presId="urn:microsoft.com/office/officeart/2008/layout/LinedList"/>
    <dgm:cxn modelId="{3E64ACAB-007A-4CE2-856A-D7AAFF1C446E}" type="presParOf" srcId="{DCC37064-A6D2-4A55-A252-3829429045E5}" destId="{821592CB-BF1E-40A4-88FF-532C668728A8}" srcOrd="1" destOrd="0" presId="urn:microsoft.com/office/officeart/2008/layout/LinedList"/>
    <dgm:cxn modelId="{963CEB0B-FDAD-4475-8245-6F0579F322C5}" type="presParOf" srcId="{DCC37064-A6D2-4A55-A252-3829429045E5}" destId="{4A2BC687-FFD6-4EBF-9A58-5F5A5936D128}" srcOrd="2" destOrd="0" presId="urn:microsoft.com/office/officeart/2008/layout/LinedList"/>
    <dgm:cxn modelId="{FA03E9BF-1AD9-4AAD-9772-544250FA3069}" type="presParOf" srcId="{162AB6D4-F395-4B55-9519-21B610CC0382}" destId="{AFB2C275-AEA0-46EA-8FAC-DEEB17253C42}" srcOrd="8" destOrd="0" presId="urn:microsoft.com/office/officeart/2008/layout/LinedList"/>
    <dgm:cxn modelId="{0FBE7399-13DE-4218-8BB3-5D3B24E015B1}" type="presParOf" srcId="{162AB6D4-F395-4B55-9519-21B610CC0382}" destId="{B63F60B4-89E7-4E26-9559-C63693EDEACE}" srcOrd="9" destOrd="0" presId="urn:microsoft.com/office/officeart/2008/layout/LinedList"/>
    <dgm:cxn modelId="{48EACA2E-DC4B-4806-BDAE-C0401A9A63B3}" type="presParOf" srcId="{A4615577-DB07-0E46-BAD9-752076C1E8EB}" destId="{B2F277F3-7CF1-994E-B28A-0B3155C31199}" srcOrd="4" destOrd="0" presId="urn:microsoft.com/office/officeart/2008/layout/LinedList"/>
    <dgm:cxn modelId="{B4B58A7B-760C-47D5-87E5-D9CE30521122}" type="presParOf" srcId="{A4615577-DB07-0E46-BAD9-752076C1E8EB}" destId="{0C40495D-3188-9E48-A89E-F64BB2F461F5}" srcOrd="5" destOrd="0" presId="urn:microsoft.com/office/officeart/2008/layout/LinedList"/>
    <dgm:cxn modelId="{4EC56F18-A658-41E5-BF7D-AAA9B1BED821}" type="presParOf" srcId="{0C40495D-3188-9E48-A89E-F64BB2F461F5}" destId="{9891002C-403A-A043-B663-E6FEB51C2557}" srcOrd="0" destOrd="0" presId="urn:microsoft.com/office/officeart/2008/layout/LinedList"/>
    <dgm:cxn modelId="{15650DA9-C485-4E63-8120-230C47596049}" type="presParOf" srcId="{0C40495D-3188-9E48-A89E-F64BB2F461F5}" destId="{84783DB1-8E64-8549-92F0-B23833CEE8B0}" srcOrd="1" destOrd="0" presId="urn:microsoft.com/office/officeart/2008/layout/LinedList"/>
    <dgm:cxn modelId="{C80D861D-AA4A-41C8-AA9E-B9A79F75050A}" type="presParOf" srcId="{84783DB1-8E64-8549-92F0-B23833CEE8B0}" destId="{7639A2F8-0310-4BED-B4BD-EAB6A5C40B77}" srcOrd="0" destOrd="0" presId="urn:microsoft.com/office/officeart/2008/layout/LinedList"/>
    <dgm:cxn modelId="{315BA425-81FC-45A6-B6E2-2B3A5DB2EDAB}" type="presParOf" srcId="{84783DB1-8E64-8549-92F0-B23833CEE8B0}" destId="{6A69390F-9BF9-4ABA-8159-EAF93506C37D}" srcOrd="1" destOrd="0" presId="urn:microsoft.com/office/officeart/2008/layout/LinedList"/>
    <dgm:cxn modelId="{A08376A4-097A-4AA4-8570-848B8C2E50D9}" type="presParOf" srcId="{6A69390F-9BF9-4ABA-8159-EAF93506C37D}" destId="{80389192-84FD-488B-A175-87A5FB0572BA}" srcOrd="0" destOrd="0" presId="urn:microsoft.com/office/officeart/2008/layout/LinedList"/>
    <dgm:cxn modelId="{6CF2B955-907F-4677-A898-A97573F28A36}" type="presParOf" srcId="{6A69390F-9BF9-4ABA-8159-EAF93506C37D}" destId="{CECABC1D-D0D2-4346-AB17-5BDF3AE0B320}" srcOrd="1" destOrd="0" presId="urn:microsoft.com/office/officeart/2008/layout/LinedList"/>
    <dgm:cxn modelId="{8B8BEDEB-F9A0-492E-9979-3688EB5A42F0}" type="presParOf" srcId="{6A69390F-9BF9-4ABA-8159-EAF93506C37D}" destId="{C56FE37B-F98C-4D15-95CF-6DC56554B5B4}" srcOrd="2" destOrd="0" presId="urn:microsoft.com/office/officeart/2008/layout/LinedList"/>
    <dgm:cxn modelId="{EDB67162-EBF7-425D-AC39-B7AED75FC3AD}" type="presParOf" srcId="{84783DB1-8E64-8549-92F0-B23833CEE8B0}" destId="{5D84D3DB-F553-4712-A813-E34BD39795E9}" srcOrd="2" destOrd="0" presId="urn:microsoft.com/office/officeart/2008/layout/LinedList"/>
    <dgm:cxn modelId="{96760391-EF11-4B52-B15D-CB785296FA56}" type="presParOf" srcId="{84783DB1-8E64-8549-92F0-B23833CEE8B0}" destId="{2128B8DA-3804-468D-B525-5F0093F85BA2}" srcOrd="3" destOrd="0" presId="urn:microsoft.com/office/officeart/2008/layout/LinedList"/>
    <dgm:cxn modelId="{86590DEA-F914-45D9-9009-547BAB1CE9B2}" type="presParOf" srcId="{84783DB1-8E64-8549-92F0-B23833CEE8B0}" destId="{4F42B568-F39A-4181-8658-EC1C2143BBA0}" srcOrd="4" destOrd="0" presId="urn:microsoft.com/office/officeart/2008/layout/LinedList"/>
    <dgm:cxn modelId="{6ED325A9-9401-46F6-8F0C-630163381144}" type="presParOf" srcId="{4F42B568-F39A-4181-8658-EC1C2143BBA0}" destId="{4F8359BF-8C47-4A90-A343-AF5BDC5F9DE8}" srcOrd="0" destOrd="0" presId="urn:microsoft.com/office/officeart/2008/layout/LinedList"/>
    <dgm:cxn modelId="{03472C21-ED26-436E-9D1D-B2BFBF331CA6}" type="presParOf" srcId="{4F42B568-F39A-4181-8658-EC1C2143BBA0}" destId="{70B24025-E2C6-417F-99E1-3AE2064C772D}" srcOrd="1" destOrd="0" presId="urn:microsoft.com/office/officeart/2008/layout/LinedList"/>
    <dgm:cxn modelId="{20830F2D-7A04-4CF3-91E7-AFBDC50B026F}" type="presParOf" srcId="{4F42B568-F39A-4181-8658-EC1C2143BBA0}" destId="{7CEB9B09-60D8-4882-A2D8-38EF68D5C19F}" srcOrd="2" destOrd="0" presId="urn:microsoft.com/office/officeart/2008/layout/LinedList"/>
    <dgm:cxn modelId="{9900B053-E9BE-4D44-841C-4693E359B600}" type="presParOf" srcId="{84783DB1-8E64-8549-92F0-B23833CEE8B0}" destId="{5E350EE4-2D6A-4A16-A0FE-9FACA9074727}" srcOrd="5" destOrd="0" presId="urn:microsoft.com/office/officeart/2008/layout/LinedList"/>
    <dgm:cxn modelId="{D5476FDB-0127-476C-B9BB-AE892BCAC976}" type="presParOf" srcId="{84783DB1-8E64-8549-92F0-B23833CEE8B0}" destId="{9BB5AFB5-07F7-4132-85A2-44E6D0516C88}" srcOrd="6" destOrd="0" presId="urn:microsoft.com/office/officeart/2008/layout/LinedList"/>
    <dgm:cxn modelId="{B2786CF7-33A4-4BA8-9337-97E85679705D}" type="presParOf" srcId="{84783DB1-8E64-8549-92F0-B23833CEE8B0}" destId="{CFD8E1A3-90D3-46A8-AE85-EB36E0237BB5}" srcOrd="7" destOrd="0" presId="urn:microsoft.com/office/officeart/2008/layout/LinedList"/>
    <dgm:cxn modelId="{6A1F911F-D83C-41E4-9A0D-E13E3056B994}" type="presParOf" srcId="{CFD8E1A3-90D3-46A8-AE85-EB36E0237BB5}" destId="{274EF02C-7D1A-409B-A859-EE71E535A688}" srcOrd="0" destOrd="0" presId="urn:microsoft.com/office/officeart/2008/layout/LinedList"/>
    <dgm:cxn modelId="{771248B8-D338-40AE-A68B-154198B4F94C}" type="presParOf" srcId="{CFD8E1A3-90D3-46A8-AE85-EB36E0237BB5}" destId="{1AB85A7C-0FFD-4546-B83C-987E91EDF1C9}" srcOrd="1" destOrd="0" presId="urn:microsoft.com/office/officeart/2008/layout/LinedList"/>
    <dgm:cxn modelId="{C9B8D161-0199-4DC8-825D-342C35B7FCED}" type="presParOf" srcId="{CFD8E1A3-90D3-46A8-AE85-EB36E0237BB5}" destId="{6F7BAE7F-F22E-4343-8455-8D1D04AE6291}" srcOrd="2" destOrd="0" presId="urn:microsoft.com/office/officeart/2008/layout/LinedList"/>
    <dgm:cxn modelId="{4E702F27-C665-49A0-994C-B18F3544DB28}" type="presParOf" srcId="{84783DB1-8E64-8549-92F0-B23833CEE8B0}" destId="{DF72560F-E95F-423D-A8FF-AAE8DAA00A74}" srcOrd="8" destOrd="0" presId="urn:microsoft.com/office/officeart/2008/layout/LinedList"/>
    <dgm:cxn modelId="{78276A78-FE0E-4D2C-88C0-E1562F16E6DD}" type="presParOf" srcId="{84783DB1-8E64-8549-92F0-B23833CEE8B0}" destId="{D8D1CF1A-EF09-4022-8D03-FD002D4FE754}" srcOrd="9" destOrd="0" presId="urn:microsoft.com/office/officeart/2008/layout/LinedList"/>
    <dgm:cxn modelId="{32D6669D-A20D-4F8E-8617-242B99A8672A}" type="presParOf" srcId="{84783DB1-8E64-8549-92F0-B23833CEE8B0}" destId="{00451E5C-D19E-4AC4-8C6F-60950BA475F2}" srcOrd="10" destOrd="0" presId="urn:microsoft.com/office/officeart/2008/layout/LinedList"/>
    <dgm:cxn modelId="{83812EF3-8220-4616-86D7-C99B857F1BDA}" type="presParOf" srcId="{00451E5C-D19E-4AC4-8C6F-60950BA475F2}" destId="{3C367370-E70B-40CC-9DCF-3FC0C33EDE1B}" srcOrd="0" destOrd="0" presId="urn:microsoft.com/office/officeart/2008/layout/LinedList"/>
    <dgm:cxn modelId="{EDAAF381-9734-4FF8-B5E0-A699EBE87A92}" type="presParOf" srcId="{00451E5C-D19E-4AC4-8C6F-60950BA475F2}" destId="{EDBBCE88-88E0-4C06-BA01-B4EFB6C685E1}" srcOrd="1" destOrd="0" presId="urn:microsoft.com/office/officeart/2008/layout/LinedList"/>
    <dgm:cxn modelId="{88115758-31B3-49CD-8459-31A8D83BC0AA}" type="presParOf" srcId="{00451E5C-D19E-4AC4-8C6F-60950BA475F2}" destId="{5EA7847F-7A65-4DE6-AFB0-0784772E4EA1}" srcOrd="2" destOrd="0" presId="urn:microsoft.com/office/officeart/2008/layout/LinedList"/>
    <dgm:cxn modelId="{5B5900D1-75B8-4E25-A855-8E6E6B1734BA}" type="presParOf" srcId="{84783DB1-8E64-8549-92F0-B23833CEE8B0}" destId="{22FFB06E-FF71-449B-9AA1-BDA4A6D85DF8}" srcOrd="11" destOrd="0" presId="urn:microsoft.com/office/officeart/2008/layout/LinedList"/>
    <dgm:cxn modelId="{DB54B577-C90C-4FCC-8482-93C02786ADB2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21BE84F8-E867-4F12-8ADD-B59FAB25CA6D}" type="presOf" srcId="{C3CE8D9A-2F5F-E04C-AF81-B61DA3187B58}" destId="{A4615577-DB07-0E46-BAD9-752076C1E8EB}" srcOrd="0" destOrd="0" presId="urn:microsoft.com/office/officeart/2008/layout/LinedList"/>
    <dgm:cxn modelId="{B1EE8A3F-24FE-40AA-83B0-11ED636B6D35}" type="presOf" srcId="{D1D10F65-8C36-4800-AD9D-4A75930380A4}" destId="{792A15AE-68CB-4B5E-A488-D8B2430819E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2598225C-4823-4820-9B6D-22E6D9F5058D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31934BA9-5EB5-48EA-8000-E591725C0D1A}" type="presOf" srcId="{A00DC1EC-B999-A640-8654-4E50ABDDE020}" destId="{9891002C-403A-A043-B663-E6FEB51C2557}" srcOrd="0" destOrd="0" presId="urn:microsoft.com/office/officeart/2008/layout/LinedList"/>
    <dgm:cxn modelId="{F9CBC016-366A-4824-9443-C58994F9AF10}" type="presOf" srcId="{9C0C5B6B-88B0-0644-95CC-DA013289C236}" destId="{520D1D2C-1114-41BF-8F7E-61F71B01A781}" srcOrd="0" destOrd="0" presId="urn:microsoft.com/office/officeart/2008/layout/LinedList"/>
    <dgm:cxn modelId="{E8E2C219-A315-4522-827F-DC0EC63467A1}" type="presOf" srcId="{D206AD7D-6FCF-BA4A-A881-D49C0A782FC3}" destId="{70B24025-E2C6-417F-99E1-3AE2064C772D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FE4A15DC-2092-42D3-BC72-D4AEC38D0D2E}" type="presOf" srcId="{3440283F-7B94-41E1-A678-109BA5967928}" destId="{1AB85A7C-0FFD-4546-B83C-987E91EDF1C9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54C431CB-2FC0-4A70-A3E7-4FE902B72242}" type="presOf" srcId="{C067AB59-C7C5-C74B-8B60-2FA743781E39}" destId="{CECABC1D-D0D2-4346-AB17-5BDF3AE0B320}" srcOrd="0" destOrd="0" presId="urn:microsoft.com/office/officeart/2008/layout/LinedList"/>
    <dgm:cxn modelId="{AD7017FA-E8CC-4123-9FB4-72E93BAD1034}" type="presOf" srcId="{5B536FDF-F2F3-4D05-AF9A-89E79C92380B}" destId="{EDBBCE88-88E0-4C06-BA01-B4EFB6C685E1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8FCBE46B-23F7-43E3-B121-74DC4C04F1C4}" type="presOf" srcId="{4D7DCE72-F1C7-3648-B096-B3BF2FA1BA56}" destId="{F1E3A902-B27E-4D1E-9D62-838DBF77570E}" srcOrd="0" destOrd="0" presId="urn:microsoft.com/office/officeart/2008/layout/LinedList"/>
    <dgm:cxn modelId="{FB13BDF9-3733-4387-AD88-FA20ADA4F69C}" type="presOf" srcId="{2D50EED0-437B-1441-8B3B-81295EA238A9}" destId="{0FAAA673-A6AE-2E48-9396-AEC5BB305A0E}" srcOrd="0" destOrd="0" presId="urn:microsoft.com/office/officeart/2008/layout/LinedList"/>
    <dgm:cxn modelId="{20BCF1E5-25DA-4217-A46E-371B57884191}" type="presParOf" srcId="{A4615577-DB07-0E46-BAD9-752076C1E8EB}" destId="{A70494F9-BBC6-9B4D-ABE0-28B7062A7EEA}" srcOrd="0" destOrd="0" presId="urn:microsoft.com/office/officeart/2008/layout/LinedList"/>
    <dgm:cxn modelId="{4AD648F1-2AD8-4E91-8F6F-E8A7796CC0F2}" type="presParOf" srcId="{A4615577-DB07-0E46-BAD9-752076C1E8EB}" destId="{4DE94855-2BF1-EB40-B090-FE0F9B4B301E}" srcOrd="1" destOrd="0" presId="urn:microsoft.com/office/officeart/2008/layout/LinedList"/>
    <dgm:cxn modelId="{C7F15115-C3B5-4BF0-9C82-6BD8062BE3AE}" type="presParOf" srcId="{4DE94855-2BF1-EB40-B090-FE0F9B4B301E}" destId="{0FAAA673-A6AE-2E48-9396-AEC5BB305A0E}" srcOrd="0" destOrd="0" presId="urn:microsoft.com/office/officeart/2008/layout/LinedList"/>
    <dgm:cxn modelId="{2C10EF2B-5A08-47E8-84AE-05188D4121E6}" type="presParOf" srcId="{4DE94855-2BF1-EB40-B090-FE0F9B4B301E}" destId="{4D92E349-5F1C-414C-955E-416A7CFBF9E9}" srcOrd="1" destOrd="0" presId="urn:microsoft.com/office/officeart/2008/layout/LinedList"/>
    <dgm:cxn modelId="{807434AE-A25B-44BE-B43F-D3A890EBD2B3}" type="presParOf" srcId="{A4615577-DB07-0E46-BAD9-752076C1E8EB}" destId="{4324E71C-51E4-4FFA-9638-472734009553}" srcOrd="2" destOrd="0" presId="urn:microsoft.com/office/officeart/2008/layout/LinedList"/>
    <dgm:cxn modelId="{45C74B55-30A8-46F3-B29B-61D81CD7938A}" type="presParOf" srcId="{A4615577-DB07-0E46-BAD9-752076C1E8EB}" destId="{35D4AF3C-4879-491B-8004-F3B88F6D9FB5}" srcOrd="3" destOrd="0" presId="urn:microsoft.com/office/officeart/2008/layout/LinedList"/>
    <dgm:cxn modelId="{B1421920-D7A9-4B53-B48B-A93D9F186570}" type="presParOf" srcId="{35D4AF3C-4879-491B-8004-F3B88F6D9FB5}" destId="{792A15AE-68CB-4B5E-A488-D8B2430819E0}" srcOrd="0" destOrd="0" presId="urn:microsoft.com/office/officeart/2008/layout/LinedList"/>
    <dgm:cxn modelId="{6A18174F-E8BB-496C-A070-FDA84E5C2CE3}" type="presParOf" srcId="{35D4AF3C-4879-491B-8004-F3B88F6D9FB5}" destId="{162AB6D4-F395-4B55-9519-21B610CC0382}" srcOrd="1" destOrd="0" presId="urn:microsoft.com/office/officeart/2008/layout/LinedList"/>
    <dgm:cxn modelId="{BFEF4A4F-97A5-4AFA-9529-987B62EBFE21}" type="presParOf" srcId="{162AB6D4-F395-4B55-9519-21B610CC0382}" destId="{412C8F4B-57E8-4EE2-95F4-7EAB16DF68B6}" srcOrd="0" destOrd="0" presId="urn:microsoft.com/office/officeart/2008/layout/LinedList"/>
    <dgm:cxn modelId="{3E81EFAB-628E-4F43-8085-602CFB7022CA}" type="presParOf" srcId="{162AB6D4-F395-4B55-9519-21B610CC0382}" destId="{706ACAA7-2B5D-4D39-81AB-5DAABC04EC1D}" srcOrd="1" destOrd="0" presId="urn:microsoft.com/office/officeart/2008/layout/LinedList"/>
    <dgm:cxn modelId="{431E6781-EB56-4161-A1AA-74B7BEE4DCDA}" type="presParOf" srcId="{706ACAA7-2B5D-4D39-81AB-5DAABC04EC1D}" destId="{3456CDB8-701B-42F1-87C2-C295CD1E48EE}" srcOrd="0" destOrd="0" presId="urn:microsoft.com/office/officeart/2008/layout/LinedList"/>
    <dgm:cxn modelId="{252D85FA-1A80-49F6-B467-BC7B158004FA}" type="presParOf" srcId="{706ACAA7-2B5D-4D39-81AB-5DAABC04EC1D}" destId="{520D1D2C-1114-41BF-8F7E-61F71B01A781}" srcOrd="1" destOrd="0" presId="urn:microsoft.com/office/officeart/2008/layout/LinedList"/>
    <dgm:cxn modelId="{F458E520-CF91-413D-9DCF-624E0B454A46}" type="presParOf" srcId="{706ACAA7-2B5D-4D39-81AB-5DAABC04EC1D}" destId="{D6DDDC7E-F1A5-4153-9143-0972F5C1698F}" srcOrd="2" destOrd="0" presId="urn:microsoft.com/office/officeart/2008/layout/LinedList"/>
    <dgm:cxn modelId="{0BE982FF-F6ED-438E-93E6-2D0971EF1466}" type="presParOf" srcId="{162AB6D4-F395-4B55-9519-21B610CC0382}" destId="{0A0EB41C-54BD-4DBD-AE20-1F9966450DC3}" srcOrd="2" destOrd="0" presId="urn:microsoft.com/office/officeart/2008/layout/LinedList"/>
    <dgm:cxn modelId="{FFD80203-3A18-4864-8577-85556ED8A076}" type="presParOf" srcId="{162AB6D4-F395-4B55-9519-21B610CC0382}" destId="{BD1DC2FA-97F1-47D7-B64D-204FB692D739}" srcOrd="3" destOrd="0" presId="urn:microsoft.com/office/officeart/2008/layout/LinedList"/>
    <dgm:cxn modelId="{78C8B18F-70B4-4A55-953C-D85EE26902AA}" type="presParOf" srcId="{162AB6D4-F395-4B55-9519-21B610CC0382}" destId="{AA817BFD-CFD8-4863-BA21-FE68B817CC3C}" srcOrd="4" destOrd="0" presId="urn:microsoft.com/office/officeart/2008/layout/LinedList"/>
    <dgm:cxn modelId="{33231637-6E71-4EDA-A143-8ADB6AD2C8B8}" type="presParOf" srcId="{AA817BFD-CFD8-4863-BA21-FE68B817CC3C}" destId="{BD57D683-A942-4221-A2F2-BB0CF711AC57}" srcOrd="0" destOrd="0" presId="urn:microsoft.com/office/officeart/2008/layout/LinedList"/>
    <dgm:cxn modelId="{644A7E7A-37BA-46C1-AB9A-390A0AB0B770}" type="presParOf" srcId="{AA817BFD-CFD8-4863-BA21-FE68B817CC3C}" destId="{F1E3A902-B27E-4D1E-9D62-838DBF77570E}" srcOrd="1" destOrd="0" presId="urn:microsoft.com/office/officeart/2008/layout/LinedList"/>
    <dgm:cxn modelId="{A6E2BDA0-6FF1-445D-8E54-356DF2B124ED}" type="presParOf" srcId="{AA817BFD-CFD8-4863-BA21-FE68B817CC3C}" destId="{4F138E20-5633-4DCC-BBC2-20DFBFC7868F}" srcOrd="2" destOrd="0" presId="urn:microsoft.com/office/officeart/2008/layout/LinedList"/>
    <dgm:cxn modelId="{7B65A77A-5EC9-49B1-B639-2219D70A82BE}" type="presParOf" srcId="{162AB6D4-F395-4B55-9519-21B610CC0382}" destId="{2B79C5B5-7045-4C8A-A0D3-ED34D320DACE}" srcOrd="5" destOrd="0" presId="urn:microsoft.com/office/officeart/2008/layout/LinedList"/>
    <dgm:cxn modelId="{E2181534-8379-4C29-BD70-E2828158D9C3}" type="presParOf" srcId="{162AB6D4-F395-4B55-9519-21B610CC0382}" destId="{8C3B0260-807F-409D-975C-EBFF816514C3}" srcOrd="6" destOrd="0" presId="urn:microsoft.com/office/officeart/2008/layout/LinedList"/>
    <dgm:cxn modelId="{A4413410-C2C8-4A86-8BF6-C67CBA6E5BBA}" type="presParOf" srcId="{162AB6D4-F395-4B55-9519-21B610CC0382}" destId="{DCC37064-A6D2-4A55-A252-3829429045E5}" srcOrd="7" destOrd="0" presId="urn:microsoft.com/office/officeart/2008/layout/LinedList"/>
    <dgm:cxn modelId="{A5372A30-B66D-4F47-834C-4BFF2194CB31}" type="presParOf" srcId="{DCC37064-A6D2-4A55-A252-3829429045E5}" destId="{AF620EF4-9246-40B0-95DD-0F97FD557889}" srcOrd="0" destOrd="0" presId="urn:microsoft.com/office/officeart/2008/layout/LinedList"/>
    <dgm:cxn modelId="{6B5F36E0-4780-4059-83CE-E68C77933CAC}" type="presParOf" srcId="{DCC37064-A6D2-4A55-A252-3829429045E5}" destId="{821592CB-BF1E-40A4-88FF-532C668728A8}" srcOrd="1" destOrd="0" presId="urn:microsoft.com/office/officeart/2008/layout/LinedList"/>
    <dgm:cxn modelId="{8556643C-6635-4BD2-817E-ADC1000FD828}" type="presParOf" srcId="{DCC37064-A6D2-4A55-A252-3829429045E5}" destId="{4A2BC687-FFD6-4EBF-9A58-5F5A5936D128}" srcOrd="2" destOrd="0" presId="urn:microsoft.com/office/officeart/2008/layout/LinedList"/>
    <dgm:cxn modelId="{7481F0AC-842A-485F-8DE3-F3A2267D1EC5}" type="presParOf" srcId="{162AB6D4-F395-4B55-9519-21B610CC0382}" destId="{AFB2C275-AEA0-46EA-8FAC-DEEB17253C42}" srcOrd="8" destOrd="0" presId="urn:microsoft.com/office/officeart/2008/layout/LinedList"/>
    <dgm:cxn modelId="{3227F9FB-38F9-4FDB-B227-8F024E556D17}" type="presParOf" srcId="{162AB6D4-F395-4B55-9519-21B610CC0382}" destId="{B63F60B4-89E7-4E26-9559-C63693EDEACE}" srcOrd="9" destOrd="0" presId="urn:microsoft.com/office/officeart/2008/layout/LinedList"/>
    <dgm:cxn modelId="{291E9B8B-2190-496A-8E75-7927D5B1FED5}" type="presParOf" srcId="{A4615577-DB07-0E46-BAD9-752076C1E8EB}" destId="{B2F277F3-7CF1-994E-B28A-0B3155C31199}" srcOrd="4" destOrd="0" presId="urn:microsoft.com/office/officeart/2008/layout/LinedList"/>
    <dgm:cxn modelId="{662A5D38-B356-41BA-914D-1D376569C79A}" type="presParOf" srcId="{A4615577-DB07-0E46-BAD9-752076C1E8EB}" destId="{0C40495D-3188-9E48-A89E-F64BB2F461F5}" srcOrd="5" destOrd="0" presId="urn:microsoft.com/office/officeart/2008/layout/LinedList"/>
    <dgm:cxn modelId="{083BC0DD-8BFF-42E7-BFF1-674041187BBF}" type="presParOf" srcId="{0C40495D-3188-9E48-A89E-F64BB2F461F5}" destId="{9891002C-403A-A043-B663-E6FEB51C2557}" srcOrd="0" destOrd="0" presId="urn:microsoft.com/office/officeart/2008/layout/LinedList"/>
    <dgm:cxn modelId="{6857B2D0-9573-43C1-BF4A-7F426D73BDFE}" type="presParOf" srcId="{0C40495D-3188-9E48-A89E-F64BB2F461F5}" destId="{84783DB1-8E64-8549-92F0-B23833CEE8B0}" srcOrd="1" destOrd="0" presId="urn:microsoft.com/office/officeart/2008/layout/LinedList"/>
    <dgm:cxn modelId="{2FF95499-1ADC-4FC5-A2DC-EE82868786E1}" type="presParOf" srcId="{84783DB1-8E64-8549-92F0-B23833CEE8B0}" destId="{7639A2F8-0310-4BED-B4BD-EAB6A5C40B77}" srcOrd="0" destOrd="0" presId="urn:microsoft.com/office/officeart/2008/layout/LinedList"/>
    <dgm:cxn modelId="{B5800B99-0FCD-497D-8FE4-6751D8FEB1A4}" type="presParOf" srcId="{84783DB1-8E64-8549-92F0-B23833CEE8B0}" destId="{6A69390F-9BF9-4ABA-8159-EAF93506C37D}" srcOrd="1" destOrd="0" presId="urn:microsoft.com/office/officeart/2008/layout/LinedList"/>
    <dgm:cxn modelId="{008CC6F2-3233-41DE-B752-0EB868CED67E}" type="presParOf" srcId="{6A69390F-9BF9-4ABA-8159-EAF93506C37D}" destId="{80389192-84FD-488B-A175-87A5FB0572BA}" srcOrd="0" destOrd="0" presId="urn:microsoft.com/office/officeart/2008/layout/LinedList"/>
    <dgm:cxn modelId="{3EE28E5E-B4B3-4A89-8FF3-5B6DFD5EAC64}" type="presParOf" srcId="{6A69390F-9BF9-4ABA-8159-EAF93506C37D}" destId="{CECABC1D-D0D2-4346-AB17-5BDF3AE0B320}" srcOrd="1" destOrd="0" presId="urn:microsoft.com/office/officeart/2008/layout/LinedList"/>
    <dgm:cxn modelId="{A56E52EB-CC82-488A-A588-E01E02934375}" type="presParOf" srcId="{6A69390F-9BF9-4ABA-8159-EAF93506C37D}" destId="{C56FE37B-F98C-4D15-95CF-6DC56554B5B4}" srcOrd="2" destOrd="0" presId="urn:microsoft.com/office/officeart/2008/layout/LinedList"/>
    <dgm:cxn modelId="{983BF197-AF4B-4AD5-96E2-5CB41EE49088}" type="presParOf" srcId="{84783DB1-8E64-8549-92F0-B23833CEE8B0}" destId="{5D84D3DB-F553-4712-A813-E34BD39795E9}" srcOrd="2" destOrd="0" presId="urn:microsoft.com/office/officeart/2008/layout/LinedList"/>
    <dgm:cxn modelId="{9BCD091F-3D9C-4D6F-872D-E4D28C560194}" type="presParOf" srcId="{84783DB1-8E64-8549-92F0-B23833CEE8B0}" destId="{2128B8DA-3804-468D-B525-5F0093F85BA2}" srcOrd="3" destOrd="0" presId="urn:microsoft.com/office/officeart/2008/layout/LinedList"/>
    <dgm:cxn modelId="{88E98C99-D935-41C2-9912-0B843345C62F}" type="presParOf" srcId="{84783DB1-8E64-8549-92F0-B23833CEE8B0}" destId="{4F42B568-F39A-4181-8658-EC1C2143BBA0}" srcOrd="4" destOrd="0" presId="urn:microsoft.com/office/officeart/2008/layout/LinedList"/>
    <dgm:cxn modelId="{4A11380A-9379-4265-AB2D-B29C9C795B56}" type="presParOf" srcId="{4F42B568-F39A-4181-8658-EC1C2143BBA0}" destId="{4F8359BF-8C47-4A90-A343-AF5BDC5F9DE8}" srcOrd="0" destOrd="0" presId="urn:microsoft.com/office/officeart/2008/layout/LinedList"/>
    <dgm:cxn modelId="{36C580A7-7D1B-44EC-A547-5D31BE4F8697}" type="presParOf" srcId="{4F42B568-F39A-4181-8658-EC1C2143BBA0}" destId="{70B24025-E2C6-417F-99E1-3AE2064C772D}" srcOrd="1" destOrd="0" presId="urn:microsoft.com/office/officeart/2008/layout/LinedList"/>
    <dgm:cxn modelId="{57477495-FFA1-48F9-9CF6-49505CA75B81}" type="presParOf" srcId="{4F42B568-F39A-4181-8658-EC1C2143BBA0}" destId="{7CEB9B09-60D8-4882-A2D8-38EF68D5C19F}" srcOrd="2" destOrd="0" presId="urn:microsoft.com/office/officeart/2008/layout/LinedList"/>
    <dgm:cxn modelId="{43264BB4-D93C-491B-B991-BEED16286712}" type="presParOf" srcId="{84783DB1-8E64-8549-92F0-B23833CEE8B0}" destId="{5E350EE4-2D6A-4A16-A0FE-9FACA9074727}" srcOrd="5" destOrd="0" presId="urn:microsoft.com/office/officeart/2008/layout/LinedList"/>
    <dgm:cxn modelId="{2754188C-7518-4024-85F8-720B6363CDE6}" type="presParOf" srcId="{84783DB1-8E64-8549-92F0-B23833CEE8B0}" destId="{9BB5AFB5-07F7-4132-85A2-44E6D0516C88}" srcOrd="6" destOrd="0" presId="urn:microsoft.com/office/officeart/2008/layout/LinedList"/>
    <dgm:cxn modelId="{77FF04A9-08F1-4108-B19F-AABB93EA0B1B}" type="presParOf" srcId="{84783DB1-8E64-8549-92F0-B23833CEE8B0}" destId="{CFD8E1A3-90D3-46A8-AE85-EB36E0237BB5}" srcOrd="7" destOrd="0" presId="urn:microsoft.com/office/officeart/2008/layout/LinedList"/>
    <dgm:cxn modelId="{07795EED-A199-453B-8D52-EFFA1258493A}" type="presParOf" srcId="{CFD8E1A3-90D3-46A8-AE85-EB36E0237BB5}" destId="{274EF02C-7D1A-409B-A859-EE71E535A688}" srcOrd="0" destOrd="0" presId="urn:microsoft.com/office/officeart/2008/layout/LinedList"/>
    <dgm:cxn modelId="{F5DCC471-C47E-4226-94A4-18960FFA8D1F}" type="presParOf" srcId="{CFD8E1A3-90D3-46A8-AE85-EB36E0237BB5}" destId="{1AB85A7C-0FFD-4546-B83C-987E91EDF1C9}" srcOrd="1" destOrd="0" presId="urn:microsoft.com/office/officeart/2008/layout/LinedList"/>
    <dgm:cxn modelId="{19472C1D-C057-488F-B1D6-7A1DEFB76723}" type="presParOf" srcId="{CFD8E1A3-90D3-46A8-AE85-EB36E0237BB5}" destId="{6F7BAE7F-F22E-4343-8455-8D1D04AE6291}" srcOrd="2" destOrd="0" presId="urn:microsoft.com/office/officeart/2008/layout/LinedList"/>
    <dgm:cxn modelId="{D9310E60-5CC5-462A-ADFF-B5C6A005BDC5}" type="presParOf" srcId="{84783DB1-8E64-8549-92F0-B23833CEE8B0}" destId="{DF72560F-E95F-423D-A8FF-AAE8DAA00A74}" srcOrd="8" destOrd="0" presId="urn:microsoft.com/office/officeart/2008/layout/LinedList"/>
    <dgm:cxn modelId="{0A616B0D-B025-4607-9B0B-9DB2B4DDB50A}" type="presParOf" srcId="{84783DB1-8E64-8549-92F0-B23833CEE8B0}" destId="{D8D1CF1A-EF09-4022-8D03-FD002D4FE754}" srcOrd="9" destOrd="0" presId="urn:microsoft.com/office/officeart/2008/layout/LinedList"/>
    <dgm:cxn modelId="{94D0D04D-EA56-49E2-8F63-C47240A6EB5E}" type="presParOf" srcId="{84783DB1-8E64-8549-92F0-B23833CEE8B0}" destId="{00451E5C-D19E-4AC4-8C6F-60950BA475F2}" srcOrd="10" destOrd="0" presId="urn:microsoft.com/office/officeart/2008/layout/LinedList"/>
    <dgm:cxn modelId="{21DE8DB9-5C2A-4BEB-91ED-6553CE6B9921}" type="presParOf" srcId="{00451E5C-D19E-4AC4-8C6F-60950BA475F2}" destId="{3C367370-E70B-40CC-9DCF-3FC0C33EDE1B}" srcOrd="0" destOrd="0" presId="urn:microsoft.com/office/officeart/2008/layout/LinedList"/>
    <dgm:cxn modelId="{AF8835A9-3CFB-4B55-BF6D-91D4195F4938}" type="presParOf" srcId="{00451E5C-D19E-4AC4-8C6F-60950BA475F2}" destId="{EDBBCE88-88E0-4C06-BA01-B4EFB6C685E1}" srcOrd="1" destOrd="0" presId="urn:microsoft.com/office/officeart/2008/layout/LinedList"/>
    <dgm:cxn modelId="{8D1D3A04-F237-4E4B-805F-D56D049D2E4D}" type="presParOf" srcId="{00451E5C-D19E-4AC4-8C6F-60950BA475F2}" destId="{5EA7847F-7A65-4DE6-AFB0-0784772E4EA1}" srcOrd="2" destOrd="0" presId="urn:microsoft.com/office/officeart/2008/layout/LinedList"/>
    <dgm:cxn modelId="{95A5A9A9-A13F-404E-BFF7-CD02BE5A8684}" type="presParOf" srcId="{84783DB1-8E64-8549-92F0-B23833CEE8B0}" destId="{22FFB06E-FF71-449B-9AA1-BDA4A6D85DF8}" srcOrd="11" destOrd="0" presId="urn:microsoft.com/office/officeart/2008/layout/LinedList"/>
    <dgm:cxn modelId="{8E27BAFB-D184-4DFC-8D03-B7B51BE12A57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A08A0B7-0527-4A45-A21A-081B01B01D2D}" type="presOf" srcId="{3440283F-7B94-41E1-A678-109BA5967928}" destId="{1AB85A7C-0FFD-4546-B83C-987E91EDF1C9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10A7DF69-3BAD-4F62-840C-094F4483B416}" type="presOf" srcId="{D1D10F65-8C36-4800-AD9D-4A75930380A4}" destId="{792A15AE-68CB-4B5E-A488-D8B2430819E0}" srcOrd="0" destOrd="0" presId="urn:microsoft.com/office/officeart/2008/layout/LinedList"/>
    <dgm:cxn modelId="{1FAE4B40-77C2-49D3-965E-CDC7823ADD8C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8DE3BB0-374F-4A49-883C-CE4C4A52EC60}" type="presOf" srcId="{2D50EED0-437B-1441-8B3B-81295EA238A9}" destId="{0FAAA673-A6AE-2E48-9396-AEC5BB305A0E}" srcOrd="0" destOrd="0" presId="urn:microsoft.com/office/officeart/2008/layout/LinedList"/>
    <dgm:cxn modelId="{E29529DB-3AC2-4779-ABAD-59F9F3FF39E5}" type="presOf" srcId="{D206AD7D-6FCF-BA4A-A881-D49C0A782FC3}" destId="{70B24025-E2C6-417F-99E1-3AE2064C772D}" srcOrd="0" destOrd="0" presId="urn:microsoft.com/office/officeart/2008/layout/LinedList"/>
    <dgm:cxn modelId="{A217C3EA-51C7-4F55-9F3C-0C66000221C9}" type="presOf" srcId="{C067AB59-C7C5-C74B-8B60-2FA743781E39}" destId="{CECABC1D-D0D2-4346-AB17-5BDF3AE0B320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671F5EEE-2414-482B-8167-1A88CD5811C0}" type="presOf" srcId="{C3CE8D9A-2F5F-E04C-AF81-B61DA3187B58}" destId="{A4615577-DB07-0E46-BAD9-752076C1E8EB}" srcOrd="0" destOrd="0" presId="urn:microsoft.com/office/officeart/2008/layout/LinedList"/>
    <dgm:cxn modelId="{1FF91465-C0D3-4D06-9607-FBE0E52B160C}" type="presOf" srcId="{A00DC1EC-B999-A640-8654-4E50ABDDE020}" destId="{9891002C-403A-A043-B663-E6FEB51C2557}" srcOrd="0" destOrd="0" presId="urn:microsoft.com/office/officeart/2008/layout/LinedList"/>
    <dgm:cxn modelId="{78C4ACA1-BB45-4D43-BBF2-3C0E81230E65}" type="presOf" srcId="{9C0C5B6B-88B0-0644-95CC-DA013289C236}" destId="{520D1D2C-1114-41BF-8F7E-61F71B01A781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43B93602-7EA0-400E-8347-E393FAF47717}" type="presOf" srcId="{5B536FDF-F2F3-4D05-AF9A-89E79C92380B}" destId="{EDBBCE88-88E0-4C06-BA01-B4EFB6C685E1}" srcOrd="0" destOrd="0" presId="urn:microsoft.com/office/officeart/2008/layout/LinedList"/>
    <dgm:cxn modelId="{012922D9-A78D-4DBB-BCFA-4911ADD294B2}" type="presOf" srcId="{4D7DCE72-F1C7-3648-B096-B3BF2FA1BA56}" destId="{F1E3A902-B27E-4D1E-9D62-838DBF7757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7EB32B49-DDA3-420C-BE8D-E62EAA760FFD}" type="presParOf" srcId="{A4615577-DB07-0E46-BAD9-752076C1E8EB}" destId="{A70494F9-BBC6-9B4D-ABE0-28B7062A7EEA}" srcOrd="0" destOrd="0" presId="urn:microsoft.com/office/officeart/2008/layout/LinedList"/>
    <dgm:cxn modelId="{D80B574E-9C51-471B-A95A-77985D78F65F}" type="presParOf" srcId="{A4615577-DB07-0E46-BAD9-752076C1E8EB}" destId="{4DE94855-2BF1-EB40-B090-FE0F9B4B301E}" srcOrd="1" destOrd="0" presId="urn:microsoft.com/office/officeart/2008/layout/LinedList"/>
    <dgm:cxn modelId="{4B0B05F2-3AB4-4603-A9BF-F332D83D0406}" type="presParOf" srcId="{4DE94855-2BF1-EB40-B090-FE0F9B4B301E}" destId="{0FAAA673-A6AE-2E48-9396-AEC5BB305A0E}" srcOrd="0" destOrd="0" presId="urn:microsoft.com/office/officeart/2008/layout/LinedList"/>
    <dgm:cxn modelId="{811FD64C-CE33-4110-B500-3D2DC123964D}" type="presParOf" srcId="{4DE94855-2BF1-EB40-B090-FE0F9B4B301E}" destId="{4D92E349-5F1C-414C-955E-416A7CFBF9E9}" srcOrd="1" destOrd="0" presId="urn:microsoft.com/office/officeart/2008/layout/LinedList"/>
    <dgm:cxn modelId="{4C54F4B9-5C93-4ED5-B5C0-4E6964A807EE}" type="presParOf" srcId="{A4615577-DB07-0E46-BAD9-752076C1E8EB}" destId="{4324E71C-51E4-4FFA-9638-472734009553}" srcOrd="2" destOrd="0" presId="urn:microsoft.com/office/officeart/2008/layout/LinedList"/>
    <dgm:cxn modelId="{DF1EDA14-F121-4771-B5E0-E1AF35AA8CAD}" type="presParOf" srcId="{A4615577-DB07-0E46-BAD9-752076C1E8EB}" destId="{35D4AF3C-4879-491B-8004-F3B88F6D9FB5}" srcOrd="3" destOrd="0" presId="urn:microsoft.com/office/officeart/2008/layout/LinedList"/>
    <dgm:cxn modelId="{A77853C4-3269-43D8-8031-3F13F222E9B8}" type="presParOf" srcId="{35D4AF3C-4879-491B-8004-F3B88F6D9FB5}" destId="{792A15AE-68CB-4B5E-A488-D8B2430819E0}" srcOrd="0" destOrd="0" presId="urn:microsoft.com/office/officeart/2008/layout/LinedList"/>
    <dgm:cxn modelId="{5EF965D0-F441-47D8-AAC7-86986E65B8A9}" type="presParOf" srcId="{35D4AF3C-4879-491B-8004-F3B88F6D9FB5}" destId="{162AB6D4-F395-4B55-9519-21B610CC0382}" srcOrd="1" destOrd="0" presId="urn:microsoft.com/office/officeart/2008/layout/LinedList"/>
    <dgm:cxn modelId="{7D84A943-0EA6-465A-89A2-C48F7F7A6EF7}" type="presParOf" srcId="{162AB6D4-F395-4B55-9519-21B610CC0382}" destId="{412C8F4B-57E8-4EE2-95F4-7EAB16DF68B6}" srcOrd="0" destOrd="0" presId="urn:microsoft.com/office/officeart/2008/layout/LinedList"/>
    <dgm:cxn modelId="{B0C4A561-1A0B-4F84-BC27-00531E42BD0E}" type="presParOf" srcId="{162AB6D4-F395-4B55-9519-21B610CC0382}" destId="{706ACAA7-2B5D-4D39-81AB-5DAABC04EC1D}" srcOrd="1" destOrd="0" presId="urn:microsoft.com/office/officeart/2008/layout/LinedList"/>
    <dgm:cxn modelId="{2C051429-FFD3-472A-A1E2-AE089B1A6540}" type="presParOf" srcId="{706ACAA7-2B5D-4D39-81AB-5DAABC04EC1D}" destId="{3456CDB8-701B-42F1-87C2-C295CD1E48EE}" srcOrd="0" destOrd="0" presId="urn:microsoft.com/office/officeart/2008/layout/LinedList"/>
    <dgm:cxn modelId="{E5ECD6D1-F9B0-4A60-BA8E-759F703208F1}" type="presParOf" srcId="{706ACAA7-2B5D-4D39-81AB-5DAABC04EC1D}" destId="{520D1D2C-1114-41BF-8F7E-61F71B01A781}" srcOrd="1" destOrd="0" presId="urn:microsoft.com/office/officeart/2008/layout/LinedList"/>
    <dgm:cxn modelId="{EBBC9614-AB39-47F9-9B66-DA17A9DFDB91}" type="presParOf" srcId="{706ACAA7-2B5D-4D39-81AB-5DAABC04EC1D}" destId="{D6DDDC7E-F1A5-4153-9143-0972F5C1698F}" srcOrd="2" destOrd="0" presId="urn:microsoft.com/office/officeart/2008/layout/LinedList"/>
    <dgm:cxn modelId="{A04E78F0-561F-4E5C-8004-43380DE9B6E2}" type="presParOf" srcId="{162AB6D4-F395-4B55-9519-21B610CC0382}" destId="{0A0EB41C-54BD-4DBD-AE20-1F9966450DC3}" srcOrd="2" destOrd="0" presId="urn:microsoft.com/office/officeart/2008/layout/LinedList"/>
    <dgm:cxn modelId="{363203BE-E14B-4A2C-AC19-2DB004BA9B8C}" type="presParOf" srcId="{162AB6D4-F395-4B55-9519-21B610CC0382}" destId="{BD1DC2FA-97F1-47D7-B64D-204FB692D739}" srcOrd="3" destOrd="0" presId="urn:microsoft.com/office/officeart/2008/layout/LinedList"/>
    <dgm:cxn modelId="{F0310E85-C14D-4A81-AECE-5DDAF8500249}" type="presParOf" srcId="{162AB6D4-F395-4B55-9519-21B610CC0382}" destId="{AA817BFD-CFD8-4863-BA21-FE68B817CC3C}" srcOrd="4" destOrd="0" presId="urn:microsoft.com/office/officeart/2008/layout/LinedList"/>
    <dgm:cxn modelId="{5776383F-5DE9-4FCA-B81E-05333A13A67F}" type="presParOf" srcId="{AA817BFD-CFD8-4863-BA21-FE68B817CC3C}" destId="{BD57D683-A942-4221-A2F2-BB0CF711AC57}" srcOrd="0" destOrd="0" presId="urn:microsoft.com/office/officeart/2008/layout/LinedList"/>
    <dgm:cxn modelId="{2C5290D6-0490-4CE5-B4BB-8E5F96A60AEF}" type="presParOf" srcId="{AA817BFD-CFD8-4863-BA21-FE68B817CC3C}" destId="{F1E3A902-B27E-4D1E-9D62-838DBF77570E}" srcOrd="1" destOrd="0" presId="urn:microsoft.com/office/officeart/2008/layout/LinedList"/>
    <dgm:cxn modelId="{63E070EB-5D14-41B3-B706-A22EF9170F7C}" type="presParOf" srcId="{AA817BFD-CFD8-4863-BA21-FE68B817CC3C}" destId="{4F138E20-5633-4DCC-BBC2-20DFBFC7868F}" srcOrd="2" destOrd="0" presId="urn:microsoft.com/office/officeart/2008/layout/LinedList"/>
    <dgm:cxn modelId="{DAD5FD26-4561-471C-BFE4-C1D0DD1A4BB2}" type="presParOf" srcId="{162AB6D4-F395-4B55-9519-21B610CC0382}" destId="{2B79C5B5-7045-4C8A-A0D3-ED34D320DACE}" srcOrd="5" destOrd="0" presId="urn:microsoft.com/office/officeart/2008/layout/LinedList"/>
    <dgm:cxn modelId="{D0827B34-1EC0-4E2A-9305-B46FB10D7B4C}" type="presParOf" srcId="{162AB6D4-F395-4B55-9519-21B610CC0382}" destId="{8C3B0260-807F-409D-975C-EBFF816514C3}" srcOrd="6" destOrd="0" presId="urn:microsoft.com/office/officeart/2008/layout/LinedList"/>
    <dgm:cxn modelId="{2BA4EAF7-B079-42CF-BB5A-98621A68D2DF}" type="presParOf" srcId="{162AB6D4-F395-4B55-9519-21B610CC0382}" destId="{DCC37064-A6D2-4A55-A252-3829429045E5}" srcOrd="7" destOrd="0" presId="urn:microsoft.com/office/officeart/2008/layout/LinedList"/>
    <dgm:cxn modelId="{4DA6244D-9C9A-48B2-9F07-4B464364A205}" type="presParOf" srcId="{DCC37064-A6D2-4A55-A252-3829429045E5}" destId="{AF620EF4-9246-40B0-95DD-0F97FD557889}" srcOrd="0" destOrd="0" presId="urn:microsoft.com/office/officeart/2008/layout/LinedList"/>
    <dgm:cxn modelId="{CF9CC4DA-DACE-4682-8BE6-85E01C5E4CF6}" type="presParOf" srcId="{DCC37064-A6D2-4A55-A252-3829429045E5}" destId="{821592CB-BF1E-40A4-88FF-532C668728A8}" srcOrd="1" destOrd="0" presId="urn:microsoft.com/office/officeart/2008/layout/LinedList"/>
    <dgm:cxn modelId="{938562BC-3B16-49A7-AA1E-0FBB2E117A82}" type="presParOf" srcId="{DCC37064-A6D2-4A55-A252-3829429045E5}" destId="{4A2BC687-FFD6-4EBF-9A58-5F5A5936D128}" srcOrd="2" destOrd="0" presId="urn:microsoft.com/office/officeart/2008/layout/LinedList"/>
    <dgm:cxn modelId="{1256FEE1-C81C-4C5C-A745-7952703D226E}" type="presParOf" srcId="{162AB6D4-F395-4B55-9519-21B610CC0382}" destId="{AFB2C275-AEA0-46EA-8FAC-DEEB17253C42}" srcOrd="8" destOrd="0" presId="urn:microsoft.com/office/officeart/2008/layout/LinedList"/>
    <dgm:cxn modelId="{E8467DF2-011D-4C24-912C-8843C569BB17}" type="presParOf" srcId="{162AB6D4-F395-4B55-9519-21B610CC0382}" destId="{B63F60B4-89E7-4E26-9559-C63693EDEACE}" srcOrd="9" destOrd="0" presId="urn:microsoft.com/office/officeart/2008/layout/LinedList"/>
    <dgm:cxn modelId="{61FA345F-E13C-4EF9-B5E2-82472A0212A1}" type="presParOf" srcId="{A4615577-DB07-0E46-BAD9-752076C1E8EB}" destId="{B2F277F3-7CF1-994E-B28A-0B3155C31199}" srcOrd="4" destOrd="0" presId="urn:microsoft.com/office/officeart/2008/layout/LinedList"/>
    <dgm:cxn modelId="{BFAA8F85-3631-4D66-970E-BA50481ED010}" type="presParOf" srcId="{A4615577-DB07-0E46-BAD9-752076C1E8EB}" destId="{0C40495D-3188-9E48-A89E-F64BB2F461F5}" srcOrd="5" destOrd="0" presId="urn:microsoft.com/office/officeart/2008/layout/LinedList"/>
    <dgm:cxn modelId="{47A4D55E-3980-4994-B8CA-C6C931C61898}" type="presParOf" srcId="{0C40495D-3188-9E48-A89E-F64BB2F461F5}" destId="{9891002C-403A-A043-B663-E6FEB51C2557}" srcOrd="0" destOrd="0" presId="urn:microsoft.com/office/officeart/2008/layout/LinedList"/>
    <dgm:cxn modelId="{480AB819-F5C5-49C2-B098-E45BE7AAD2CB}" type="presParOf" srcId="{0C40495D-3188-9E48-A89E-F64BB2F461F5}" destId="{84783DB1-8E64-8549-92F0-B23833CEE8B0}" srcOrd="1" destOrd="0" presId="urn:microsoft.com/office/officeart/2008/layout/LinedList"/>
    <dgm:cxn modelId="{25F4969E-E0C3-4EE9-A247-3262A06F282F}" type="presParOf" srcId="{84783DB1-8E64-8549-92F0-B23833CEE8B0}" destId="{7639A2F8-0310-4BED-B4BD-EAB6A5C40B77}" srcOrd="0" destOrd="0" presId="urn:microsoft.com/office/officeart/2008/layout/LinedList"/>
    <dgm:cxn modelId="{F3A91ABA-4647-41A0-BA6B-335E581B6A88}" type="presParOf" srcId="{84783DB1-8E64-8549-92F0-B23833CEE8B0}" destId="{6A69390F-9BF9-4ABA-8159-EAF93506C37D}" srcOrd="1" destOrd="0" presId="urn:microsoft.com/office/officeart/2008/layout/LinedList"/>
    <dgm:cxn modelId="{6B1354E0-496B-4D6D-9FE7-B4DE59B5928F}" type="presParOf" srcId="{6A69390F-9BF9-4ABA-8159-EAF93506C37D}" destId="{80389192-84FD-488B-A175-87A5FB0572BA}" srcOrd="0" destOrd="0" presId="urn:microsoft.com/office/officeart/2008/layout/LinedList"/>
    <dgm:cxn modelId="{0BC61A15-7C7E-4043-9E38-1B2A78689E66}" type="presParOf" srcId="{6A69390F-9BF9-4ABA-8159-EAF93506C37D}" destId="{CECABC1D-D0D2-4346-AB17-5BDF3AE0B320}" srcOrd="1" destOrd="0" presId="urn:microsoft.com/office/officeart/2008/layout/LinedList"/>
    <dgm:cxn modelId="{F7C19932-2EBC-4715-9C4A-33CAEBEDD93C}" type="presParOf" srcId="{6A69390F-9BF9-4ABA-8159-EAF93506C37D}" destId="{C56FE37B-F98C-4D15-95CF-6DC56554B5B4}" srcOrd="2" destOrd="0" presId="urn:microsoft.com/office/officeart/2008/layout/LinedList"/>
    <dgm:cxn modelId="{14039D2E-3EA7-4B3F-AF06-6EEA9869D07F}" type="presParOf" srcId="{84783DB1-8E64-8549-92F0-B23833CEE8B0}" destId="{5D84D3DB-F553-4712-A813-E34BD39795E9}" srcOrd="2" destOrd="0" presId="urn:microsoft.com/office/officeart/2008/layout/LinedList"/>
    <dgm:cxn modelId="{B1BA9C6C-6D6C-4E88-A130-D6F2D78ED251}" type="presParOf" srcId="{84783DB1-8E64-8549-92F0-B23833CEE8B0}" destId="{2128B8DA-3804-468D-B525-5F0093F85BA2}" srcOrd="3" destOrd="0" presId="urn:microsoft.com/office/officeart/2008/layout/LinedList"/>
    <dgm:cxn modelId="{C19C19EB-998C-4155-990A-A490286D9A1B}" type="presParOf" srcId="{84783DB1-8E64-8549-92F0-B23833CEE8B0}" destId="{4F42B568-F39A-4181-8658-EC1C2143BBA0}" srcOrd="4" destOrd="0" presId="urn:microsoft.com/office/officeart/2008/layout/LinedList"/>
    <dgm:cxn modelId="{BA46CBD3-A3E4-4F26-B2D2-B5B974EBFB6B}" type="presParOf" srcId="{4F42B568-F39A-4181-8658-EC1C2143BBA0}" destId="{4F8359BF-8C47-4A90-A343-AF5BDC5F9DE8}" srcOrd="0" destOrd="0" presId="urn:microsoft.com/office/officeart/2008/layout/LinedList"/>
    <dgm:cxn modelId="{14192B98-1EA0-4EF8-ABFB-9680C2824251}" type="presParOf" srcId="{4F42B568-F39A-4181-8658-EC1C2143BBA0}" destId="{70B24025-E2C6-417F-99E1-3AE2064C772D}" srcOrd="1" destOrd="0" presId="urn:microsoft.com/office/officeart/2008/layout/LinedList"/>
    <dgm:cxn modelId="{15CA1F53-1F12-458E-A19F-D1EBEFDA10FB}" type="presParOf" srcId="{4F42B568-F39A-4181-8658-EC1C2143BBA0}" destId="{7CEB9B09-60D8-4882-A2D8-38EF68D5C19F}" srcOrd="2" destOrd="0" presId="urn:microsoft.com/office/officeart/2008/layout/LinedList"/>
    <dgm:cxn modelId="{8DA352D6-BCF8-4394-9BE3-D23A36F0E404}" type="presParOf" srcId="{84783DB1-8E64-8549-92F0-B23833CEE8B0}" destId="{5E350EE4-2D6A-4A16-A0FE-9FACA9074727}" srcOrd="5" destOrd="0" presId="urn:microsoft.com/office/officeart/2008/layout/LinedList"/>
    <dgm:cxn modelId="{34FAD5E6-CBD1-4FC7-8CCA-EDFD74561BEA}" type="presParOf" srcId="{84783DB1-8E64-8549-92F0-B23833CEE8B0}" destId="{9BB5AFB5-07F7-4132-85A2-44E6D0516C88}" srcOrd="6" destOrd="0" presId="urn:microsoft.com/office/officeart/2008/layout/LinedList"/>
    <dgm:cxn modelId="{7E0B6222-61A4-4915-AB31-0D3D196461E5}" type="presParOf" srcId="{84783DB1-8E64-8549-92F0-B23833CEE8B0}" destId="{CFD8E1A3-90D3-46A8-AE85-EB36E0237BB5}" srcOrd="7" destOrd="0" presId="urn:microsoft.com/office/officeart/2008/layout/LinedList"/>
    <dgm:cxn modelId="{5A57B4C5-CC8D-4E6C-9EB6-35D99833046F}" type="presParOf" srcId="{CFD8E1A3-90D3-46A8-AE85-EB36E0237BB5}" destId="{274EF02C-7D1A-409B-A859-EE71E535A688}" srcOrd="0" destOrd="0" presId="urn:microsoft.com/office/officeart/2008/layout/LinedList"/>
    <dgm:cxn modelId="{A19F2F52-0C8E-4AD5-B474-52640323750A}" type="presParOf" srcId="{CFD8E1A3-90D3-46A8-AE85-EB36E0237BB5}" destId="{1AB85A7C-0FFD-4546-B83C-987E91EDF1C9}" srcOrd="1" destOrd="0" presId="urn:microsoft.com/office/officeart/2008/layout/LinedList"/>
    <dgm:cxn modelId="{1A9F1E64-8EF5-4FF6-A56C-1BAF6E3D4302}" type="presParOf" srcId="{CFD8E1A3-90D3-46A8-AE85-EB36E0237BB5}" destId="{6F7BAE7F-F22E-4343-8455-8D1D04AE6291}" srcOrd="2" destOrd="0" presId="urn:microsoft.com/office/officeart/2008/layout/LinedList"/>
    <dgm:cxn modelId="{FC92170D-D825-43B0-85F2-46F7404614C5}" type="presParOf" srcId="{84783DB1-8E64-8549-92F0-B23833CEE8B0}" destId="{DF72560F-E95F-423D-A8FF-AAE8DAA00A74}" srcOrd="8" destOrd="0" presId="urn:microsoft.com/office/officeart/2008/layout/LinedList"/>
    <dgm:cxn modelId="{E30DA09B-5B76-4B9B-98E4-BB9B4062D8C9}" type="presParOf" srcId="{84783DB1-8E64-8549-92F0-B23833CEE8B0}" destId="{D8D1CF1A-EF09-4022-8D03-FD002D4FE754}" srcOrd="9" destOrd="0" presId="urn:microsoft.com/office/officeart/2008/layout/LinedList"/>
    <dgm:cxn modelId="{910C8369-8523-4563-BA1F-9E28F64DCB99}" type="presParOf" srcId="{84783DB1-8E64-8549-92F0-B23833CEE8B0}" destId="{00451E5C-D19E-4AC4-8C6F-60950BA475F2}" srcOrd="10" destOrd="0" presId="urn:microsoft.com/office/officeart/2008/layout/LinedList"/>
    <dgm:cxn modelId="{B3D602A4-3A61-4451-85E6-6A49CCFC01C2}" type="presParOf" srcId="{00451E5C-D19E-4AC4-8C6F-60950BA475F2}" destId="{3C367370-E70B-40CC-9DCF-3FC0C33EDE1B}" srcOrd="0" destOrd="0" presId="urn:microsoft.com/office/officeart/2008/layout/LinedList"/>
    <dgm:cxn modelId="{1D27B38D-5B9E-48F2-94ED-B61C0CECF034}" type="presParOf" srcId="{00451E5C-D19E-4AC4-8C6F-60950BA475F2}" destId="{EDBBCE88-88E0-4C06-BA01-B4EFB6C685E1}" srcOrd="1" destOrd="0" presId="urn:microsoft.com/office/officeart/2008/layout/LinedList"/>
    <dgm:cxn modelId="{52C9E1C6-F23C-4D5B-9136-2E5F49FAE582}" type="presParOf" srcId="{00451E5C-D19E-4AC4-8C6F-60950BA475F2}" destId="{5EA7847F-7A65-4DE6-AFB0-0784772E4EA1}" srcOrd="2" destOrd="0" presId="urn:microsoft.com/office/officeart/2008/layout/LinedList"/>
    <dgm:cxn modelId="{0EEE086F-1701-4B90-A2E2-557F9795E695}" type="presParOf" srcId="{84783DB1-8E64-8549-92F0-B23833CEE8B0}" destId="{22FFB06E-FF71-449B-9AA1-BDA4A6D85DF8}" srcOrd="11" destOrd="0" presId="urn:microsoft.com/office/officeart/2008/layout/LinedList"/>
    <dgm:cxn modelId="{BE74AD3F-FE29-42BA-BA68-545E401D24DC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0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200" kern="1200" dirty="0"/>
            <a:t>Calidad</a:t>
          </a:r>
        </a:p>
      </dsp:txBody>
      <dsp:txXfrm>
        <a:off x="0" y="0"/>
        <a:ext cx="1497367" cy="2282151"/>
      </dsp:txXfrm>
    </dsp:sp>
    <dsp:sp modelId="{520D1D2C-1114-41BF-8F7E-61F71B01A781}">
      <dsp:nvSpPr>
        <dsp:cNvPr id="0" name=""/>
        <dsp:cNvSpPr/>
      </dsp:nvSpPr>
      <dsp:spPr>
        <a:xfrm>
          <a:off x="1609669" y="35658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Planificación de la calidad</a:t>
          </a:r>
        </a:p>
      </dsp:txBody>
      <dsp:txXfrm>
        <a:off x="1609669" y="35658"/>
        <a:ext cx="5877165" cy="713172"/>
      </dsp:txXfrm>
    </dsp:sp>
    <dsp:sp modelId="{0A0EB41C-54BD-4DBD-AE20-1F9966450DC3}">
      <dsp:nvSpPr>
        <dsp:cNvPr id="0" name=""/>
        <dsp:cNvSpPr/>
      </dsp:nvSpPr>
      <dsp:spPr>
        <a:xfrm>
          <a:off x="1497367" y="748830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784489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Realizar el aseguramiento</a:t>
          </a:r>
          <a:r>
            <a:rPr lang="es-ES" sz="2400" kern="1200" baseline="0" dirty="0"/>
            <a:t> de calidad</a:t>
          </a:r>
          <a:endParaRPr lang="es-ES" sz="2400" kern="1200" dirty="0"/>
        </a:p>
      </dsp:txBody>
      <dsp:txXfrm>
        <a:off x="1609669" y="784489"/>
        <a:ext cx="5877165" cy="713172"/>
      </dsp:txXfrm>
    </dsp:sp>
    <dsp:sp modelId="{2B79C5B5-7045-4C8A-A0D3-ED34D320DACE}">
      <dsp:nvSpPr>
        <dsp:cNvPr id="0" name=""/>
        <dsp:cNvSpPr/>
      </dsp:nvSpPr>
      <dsp:spPr>
        <a:xfrm>
          <a:off x="1497367" y="14976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533320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Controlar</a:t>
          </a:r>
          <a:r>
            <a:rPr lang="es-ES" sz="2400" kern="1200" baseline="0" dirty="0"/>
            <a:t> la calidad</a:t>
          </a:r>
          <a:endParaRPr lang="es-ES" sz="2400" kern="1200" dirty="0"/>
        </a:p>
      </dsp:txBody>
      <dsp:txXfrm>
        <a:off x="1609669" y="1533320"/>
        <a:ext cx="5877165" cy="713172"/>
      </dsp:txXfrm>
    </dsp:sp>
    <dsp:sp modelId="{AFB2C275-AEA0-46EA-8FAC-DEEB17253C42}">
      <dsp:nvSpPr>
        <dsp:cNvPr id="0" name=""/>
        <dsp:cNvSpPr/>
      </dsp:nvSpPr>
      <dsp:spPr>
        <a:xfrm>
          <a:off x="1497367" y="224649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254012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82151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200" kern="1200" dirty="0"/>
            <a:t>Recursos Humanos</a:t>
          </a:r>
        </a:p>
      </dsp:txBody>
      <dsp:txXfrm>
        <a:off x="0" y="2282151"/>
        <a:ext cx="1497367" cy="2282151"/>
      </dsp:txXfrm>
    </dsp:sp>
    <dsp:sp modelId="{CECABC1D-D0D2-4346-AB17-5BDF3AE0B320}">
      <dsp:nvSpPr>
        <dsp:cNvPr id="0" name=""/>
        <dsp:cNvSpPr/>
      </dsp:nvSpPr>
      <dsp:spPr>
        <a:xfrm>
          <a:off x="1609669" y="2308978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Planificación de los RRHH</a:t>
          </a:r>
        </a:p>
      </dsp:txBody>
      <dsp:txXfrm>
        <a:off x="1609669" y="2308978"/>
        <a:ext cx="5877165" cy="536550"/>
      </dsp:txXfrm>
    </dsp:sp>
    <dsp:sp modelId="{5D84D3DB-F553-4712-A813-E34BD39795E9}">
      <dsp:nvSpPr>
        <dsp:cNvPr id="0" name=""/>
        <dsp:cNvSpPr/>
      </dsp:nvSpPr>
      <dsp:spPr>
        <a:xfrm>
          <a:off x="1497367" y="2845529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2872356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Adquirir el equipo de trabajo</a:t>
          </a:r>
        </a:p>
      </dsp:txBody>
      <dsp:txXfrm>
        <a:off x="1609669" y="2872356"/>
        <a:ext cx="5877165" cy="536550"/>
      </dsp:txXfrm>
    </dsp:sp>
    <dsp:sp modelId="{5E350EE4-2D6A-4A16-A0FE-9FACA9074727}">
      <dsp:nvSpPr>
        <dsp:cNvPr id="0" name=""/>
        <dsp:cNvSpPr/>
      </dsp:nvSpPr>
      <dsp:spPr>
        <a:xfrm>
          <a:off x="1497367" y="340890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435734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Desarrollar el equipo del proyecto</a:t>
          </a:r>
        </a:p>
      </dsp:txBody>
      <dsp:txXfrm>
        <a:off x="1609669" y="3435734"/>
        <a:ext cx="5877165" cy="536550"/>
      </dsp:txXfrm>
    </dsp:sp>
    <dsp:sp modelId="{DF72560F-E95F-423D-A8FF-AAE8DAA00A74}">
      <dsp:nvSpPr>
        <dsp:cNvPr id="0" name=""/>
        <dsp:cNvSpPr/>
      </dsp:nvSpPr>
      <dsp:spPr>
        <a:xfrm>
          <a:off x="1497367" y="397228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3999113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Dirigir el equipo del proyecto</a:t>
          </a:r>
        </a:p>
      </dsp:txBody>
      <dsp:txXfrm>
        <a:off x="1609669" y="3999113"/>
        <a:ext cx="5877165" cy="536550"/>
      </dsp:txXfrm>
    </dsp:sp>
    <dsp:sp modelId="{22FFB06E-FF71-449B-9AA1-BDA4A6D85DF8}">
      <dsp:nvSpPr>
        <dsp:cNvPr id="0" name=""/>
        <dsp:cNvSpPr/>
      </dsp:nvSpPr>
      <dsp:spPr>
        <a:xfrm>
          <a:off x="1497367" y="4535663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xmlns="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xmlns="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20/11/2018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xmlns="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20/11/2018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20/11/2018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20/11/2018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10" y="1902942"/>
            <a:ext cx="4473918" cy="191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10449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xmlns="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93E2C8F5-B35B-4728-AFAB-5111275C6C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:a16="http://schemas.microsoft.com/office/drawing/2014/main" xmlns="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xmlns="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xmlns="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xmlns="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xmlns="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xmlns="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xmlns="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xmlns="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xmlns="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3580759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xmlns="" id="{9B643AA6-4253-4588-8E1D-DEFF8D38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5541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xmlns="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A477BDDA-7F5C-4BF4-A74E-D5B9514C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572850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xmlns="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3538555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3538555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xmlns="" id="{D61384F9-6F46-4C08-B00D-C269C0E9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261931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xmlns="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5C5F481D-DFD0-4D05-A7B9-D12DF1C86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49431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15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239429" y="473371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083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Planificación de los recursos humanos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6" name="5 Elipse"/>
          <p:cNvSpPr/>
          <p:nvPr/>
        </p:nvSpPr>
        <p:spPr>
          <a:xfrm>
            <a:off x="4918972" y="2062753"/>
            <a:ext cx="2140528" cy="967054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Elipse"/>
          <p:cNvSpPr/>
          <p:nvPr/>
        </p:nvSpPr>
        <p:spPr>
          <a:xfrm>
            <a:off x="3726860" y="348521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Elipse"/>
          <p:cNvSpPr/>
          <p:nvPr/>
        </p:nvSpPr>
        <p:spPr>
          <a:xfrm>
            <a:off x="1323074" y="3471359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Elipse"/>
          <p:cNvSpPr/>
          <p:nvPr/>
        </p:nvSpPr>
        <p:spPr>
          <a:xfrm>
            <a:off x="8505810" y="3485211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Elipse"/>
          <p:cNvSpPr/>
          <p:nvPr/>
        </p:nvSpPr>
        <p:spPr>
          <a:xfrm>
            <a:off x="6102024" y="347135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Elipse"/>
          <p:cNvSpPr/>
          <p:nvPr/>
        </p:nvSpPr>
        <p:spPr>
          <a:xfrm>
            <a:off x="5009404" y="4708974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2615144" y="4695118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3 Elipse"/>
          <p:cNvSpPr/>
          <p:nvPr/>
        </p:nvSpPr>
        <p:spPr>
          <a:xfrm>
            <a:off x="9793117" y="4723259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Elipse"/>
          <p:cNvSpPr/>
          <p:nvPr/>
        </p:nvSpPr>
        <p:spPr>
          <a:xfrm>
            <a:off x="7379805" y="4709403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15 Rectángulo"/>
          <p:cNvSpPr/>
          <p:nvPr/>
        </p:nvSpPr>
        <p:spPr>
          <a:xfrm>
            <a:off x="2617181" y="5500017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5008011" y="5520425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7390002" y="5510899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18 Rectángulo"/>
          <p:cNvSpPr/>
          <p:nvPr/>
        </p:nvSpPr>
        <p:spPr>
          <a:xfrm>
            <a:off x="9804647" y="5521781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1" name="20 Conector recto"/>
          <p:cNvCxnSpPr/>
          <p:nvPr/>
        </p:nvCxnSpPr>
        <p:spPr>
          <a:xfrm>
            <a:off x="2393338" y="3254833"/>
            <a:ext cx="71827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>
            <a:stCxn id="8" idx="4"/>
          </p:cNvCxnSpPr>
          <p:nvPr/>
        </p:nvCxnSpPr>
        <p:spPr>
          <a:xfrm>
            <a:off x="2393338" y="4438413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>
            <a:off x="4789111" y="3259580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7164066" y="325917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>
            <a:off x="9578891" y="3263926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>
            <a:off x="5992352" y="3032923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rot="5400000">
            <a:off x="2502888" y="483091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rot="5400000">
            <a:off x="2502872" y="560250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"/>
          <p:cNvCxnSpPr/>
          <p:nvPr/>
        </p:nvCxnSpPr>
        <p:spPr>
          <a:xfrm>
            <a:off x="2394625" y="325482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4791677" y="4456867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"/>
          <p:cNvCxnSpPr/>
          <p:nvPr/>
        </p:nvCxnSpPr>
        <p:spPr>
          <a:xfrm rot="5400000">
            <a:off x="4901227" y="484936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>
            <a:off x="4901211" y="562095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7164066" y="4452104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>
            <a:off x="7273616" y="484460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 rot="5400000">
            <a:off x="7273600" y="561619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9578891" y="4466490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5400000">
            <a:off x="9688441" y="485898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 rot="5400000">
            <a:off x="9688425" y="563057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5053269" y="2161708"/>
            <a:ext cx="1878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 smtClean="0"/>
              <a:t>CEO</a:t>
            </a:r>
          </a:p>
          <a:p>
            <a:pPr algn="ctr"/>
            <a:r>
              <a:rPr lang="es-ES" dirty="0" err="1" smtClean="0"/>
              <a:t>Boby</a:t>
            </a:r>
            <a:r>
              <a:rPr lang="es-ES" dirty="0" smtClean="0"/>
              <a:t> </a:t>
            </a:r>
            <a:r>
              <a:rPr lang="es-ES" dirty="0" err="1" smtClean="0"/>
              <a:t>Nicusor</a:t>
            </a:r>
            <a:endParaRPr lang="es-ES" dirty="0"/>
          </a:p>
        </p:txBody>
      </p:sp>
      <p:sp>
        <p:nvSpPr>
          <p:cNvPr id="43" name="42 CuadroTexto"/>
          <p:cNvSpPr txBox="1"/>
          <p:nvPr/>
        </p:nvSpPr>
        <p:spPr>
          <a:xfrm>
            <a:off x="1386841" y="3645576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Calidad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3792244" y="3645575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RRHH</a:t>
            </a:r>
          </a:p>
        </p:txBody>
      </p:sp>
      <p:sp>
        <p:nvSpPr>
          <p:cNvPr id="48" name="47 CuadroTexto"/>
          <p:cNvSpPr txBox="1"/>
          <p:nvPr/>
        </p:nvSpPr>
        <p:spPr>
          <a:xfrm>
            <a:off x="6110048" y="3645575"/>
            <a:ext cx="2176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Marketing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8579207" y="3645575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Finanzas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2320291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51" name="50 CuadroTexto"/>
          <p:cNvSpPr txBox="1"/>
          <p:nvPr/>
        </p:nvSpPr>
        <p:spPr>
          <a:xfrm>
            <a:off x="2320291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52" name="51 CuadroTexto"/>
          <p:cNvSpPr txBox="1"/>
          <p:nvPr/>
        </p:nvSpPr>
        <p:spPr>
          <a:xfrm>
            <a:off x="4692016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53" name="52 CuadroTexto"/>
          <p:cNvSpPr txBox="1"/>
          <p:nvPr/>
        </p:nvSpPr>
        <p:spPr>
          <a:xfrm>
            <a:off x="4692016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66" name="65 CuadroTexto"/>
          <p:cNvSpPr txBox="1"/>
          <p:nvPr/>
        </p:nvSpPr>
        <p:spPr>
          <a:xfrm>
            <a:off x="7111366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67" name="66 CuadroTexto"/>
          <p:cNvSpPr txBox="1"/>
          <p:nvPr/>
        </p:nvSpPr>
        <p:spPr>
          <a:xfrm>
            <a:off x="7111366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68" name="67 CuadroTexto"/>
          <p:cNvSpPr txBox="1"/>
          <p:nvPr/>
        </p:nvSpPr>
        <p:spPr>
          <a:xfrm>
            <a:off x="9483091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69" name="68 CuadroTexto"/>
          <p:cNvSpPr txBox="1"/>
          <p:nvPr/>
        </p:nvSpPr>
        <p:spPr>
          <a:xfrm>
            <a:off x="9483091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11" name="10 Rectángulo"/>
          <p:cNvSpPr/>
          <p:nvPr/>
        </p:nvSpPr>
        <p:spPr>
          <a:xfrm>
            <a:off x="1174172" y="1943100"/>
            <a:ext cx="9590809" cy="2608117"/>
          </a:xfrm>
          <a:prstGeom prst="rect">
            <a:avLst/>
          </a:prstGeom>
          <a:noFill/>
          <a:ln w="38100">
            <a:solidFill>
              <a:schemeClr val="accent6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527141" y="2107214"/>
            <a:ext cx="4024077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 smtClean="0"/>
              <a:t>Organigrama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Matricial débil</a:t>
            </a:r>
            <a:r>
              <a:rPr lang="es-ES_tradnl" sz="3200" dirty="0" smtClean="0"/>
              <a:t> </a:t>
            </a:r>
            <a:endParaRPr lang="es-ES_tradnl" sz="3200" dirty="0"/>
          </a:p>
        </p:txBody>
      </p:sp>
      <p:sp>
        <p:nvSpPr>
          <p:cNvPr id="22" name="21 Rectángulo"/>
          <p:cNvSpPr/>
          <p:nvPr/>
        </p:nvSpPr>
        <p:spPr>
          <a:xfrm>
            <a:off x="9269819" y="2167743"/>
            <a:ext cx="1778051" cy="923330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PMO</a:t>
            </a:r>
            <a:endParaRPr lang="es-ES" sz="5400" b="1" cap="none" spc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06885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Planificación de los recursos humanos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800" b="1" dirty="0" smtClean="0"/>
              <a:t>Políticas de empresa: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Días laborables: Lunes a Viernes</a:t>
            </a:r>
          </a:p>
          <a:p>
            <a:pPr lvl="1"/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Flexibilidad horaria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Bonificaciones sanitarias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Bonificaciones cheque restaurante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Bonificaciones de transporte e idiomas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62383"/>
          <a:stretch/>
        </p:blipFill>
        <p:spPr bwMode="auto">
          <a:xfrm>
            <a:off x="6712541" y="1981201"/>
            <a:ext cx="3824694" cy="96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329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204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576825" y="2707761"/>
            <a:ext cx="1097844" cy="1092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532" y="3460520"/>
            <a:ext cx="1117009" cy="9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41" y="4076740"/>
            <a:ext cx="1052512" cy="1067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053" y="5020300"/>
            <a:ext cx="1062037" cy="1048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209" y="5020300"/>
            <a:ext cx="1248662" cy="1161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68461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Planificación de los recursos humanos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908" y="2194803"/>
            <a:ext cx="10306818" cy="36667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319322" y="1639618"/>
            <a:ext cx="96354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Matriz de </a:t>
            </a:r>
          </a:p>
          <a:p>
            <a:r>
              <a:rPr lang="es-ES_tradnl" sz="2400" dirty="0" smtClean="0"/>
              <a:t>responsabilidades </a:t>
            </a:r>
            <a:endParaRPr lang="es-ES_tradnl" sz="2400" dirty="0"/>
          </a:p>
        </p:txBody>
      </p:sp>
    </p:spTree>
    <p:extLst>
      <p:ext uri="{BB962C8B-B14F-4D97-AF65-F5344CB8AC3E}">
        <p14:creationId xmlns:p14="http://schemas.microsoft.com/office/powerpoint/2010/main" val="3640545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smtClean="0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19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696633" y="5232485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824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Adquisición del equipo de trabajo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Máximo responsable: CEO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Consenso</a:t>
            </a:r>
            <a:r>
              <a:rPr lang="es-ES_tradnl" sz="2400" dirty="0" smtClean="0"/>
              <a:t> con la PMO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Perfiles Variados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Ingenieros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Economistas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Publicistas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249" y="3700205"/>
            <a:ext cx="2095500" cy="2381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273" y="2606825"/>
            <a:ext cx="1827951" cy="193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0785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Adquisición del equipo de trabajo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No es necesaria ampliación de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Talento + afinidad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06577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smtClean="0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22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8391958" y="56992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9540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Desarrollo del equipo de proyecto</a:t>
            </a:r>
            <a:endParaRPr lang="es-ES" dirty="0"/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Formación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Desarrollo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Tareas grupales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</p:spTree>
    <p:extLst>
      <p:ext uri="{BB962C8B-B14F-4D97-AF65-F5344CB8AC3E}">
        <p14:creationId xmlns:p14="http://schemas.microsoft.com/office/powerpoint/2010/main" val="222490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smtClean="0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24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782358" y="61945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4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8388389" y="57566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280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Dirección del equipo de proyecto</a:t>
            </a:r>
            <a:endParaRPr lang="es-ES" dirty="0"/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Control imputación de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err="1" smtClean="0"/>
              <a:t>Feedback</a:t>
            </a:r>
            <a:r>
              <a:rPr lang="es-ES_tradnl" sz="2400" dirty="0" smtClean="0"/>
              <a:t> al responsable directo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Regla básica: Comunicación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Coordinación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213" y="3157765"/>
            <a:ext cx="5614987" cy="3071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0577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xmlns="" id="{5E71BCA0-2CC4-4511-8ACE-FEABFF1955F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xmlns="" id="{A3A93F36-A3CE-448B-BA00-FC0300AA8ED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xmlns="" id="{A8DF542A-AECF-4920-B91A-4605B62A452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xmlns="" id="{70C70F52-156C-4880-991F-296A9628FFB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xmlns="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xmlns="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699</Words>
  <Application>Microsoft Office PowerPoint</Application>
  <PresentationFormat>Personalizado</PresentationFormat>
  <Paragraphs>235</Paragraphs>
  <Slides>27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28" baseType="lpstr"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Presentación de PowerPoint</vt:lpstr>
      <vt:lpstr>Índice</vt:lpstr>
      <vt:lpstr>Planificación de los recursos humanos</vt:lpstr>
      <vt:lpstr>Planificación de los recursos humanos</vt:lpstr>
      <vt:lpstr>Planificación de los recursos humanos</vt:lpstr>
      <vt:lpstr>Índice</vt:lpstr>
      <vt:lpstr>Adquisición del equipo de trabajo</vt:lpstr>
      <vt:lpstr>Adquisición del equipo de trabajo</vt:lpstr>
      <vt:lpstr>Índice</vt:lpstr>
      <vt:lpstr>Desarrollo del equipo de proyecto</vt:lpstr>
      <vt:lpstr>Índice</vt:lpstr>
      <vt:lpstr>Dirección del equipo de proyecto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Arturo Paniagua</cp:lastModifiedBy>
  <cp:revision>57</cp:revision>
  <dcterms:created xsi:type="dcterms:W3CDTF">2018-11-10T15:50:50Z</dcterms:created>
  <dcterms:modified xsi:type="dcterms:W3CDTF">2018-11-20T10:14:57Z</dcterms:modified>
</cp:coreProperties>
</file>