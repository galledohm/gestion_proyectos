
<file path=[Content_Types].xml><?xml version="1.0" encoding="utf-8"?>
<Types xmlns="http://schemas.openxmlformats.org/package/2006/content-types">
  <Default Extension="png" ContentType="image/png"/>
  <Default Extension="emf" ContentType="image/x-emf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ppt/diagrams/data10.xml" ContentType="application/vnd.openxmlformats-officedocument.drawingml.diagramData+xml"/>
  <Override PartName="/ppt/diagrams/layout10.xml" ContentType="application/vnd.openxmlformats-officedocument.drawingml.diagramLayout+xml"/>
  <Override PartName="/ppt/diagrams/quickStyle10.xml" ContentType="application/vnd.openxmlformats-officedocument.drawingml.diagramStyle+xml"/>
  <Override PartName="/ppt/diagrams/colors10.xml" ContentType="application/vnd.openxmlformats-officedocument.drawingml.diagramColors+xml"/>
  <Override PartName="/ppt/diagrams/drawing10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 autoCompressPictures="0">
  <p:sldMasterIdLst>
    <p:sldMasterId id="2147483678" r:id="rId1"/>
  </p:sldMasterIdLst>
  <p:notesMasterIdLst>
    <p:notesMasterId r:id="rId29"/>
  </p:notesMasterIdLst>
  <p:handoutMasterIdLst>
    <p:handoutMasterId r:id="rId30"/>
  </p:handoutMasterIdLst>
  <p:sldIdLst>
    <p:sldId id="256" r:id="rId2"/>
    <p:sldId id="257" r:id="rId3"/>
    <p:sldId id="259" r:id="rId4"/>
    <p:sldId id="287" r:id="rId5"/>
    <p:sldId id="295" r:id="rId6"/>
    <p:sldId id="288" r:id="rId7"/>
    <p:sldId id="289" r:id="rId8"/>
    <p:sldId id="296" r:id="rId9"/>
    <p:sldId id="290" r:id="rId10"/>
    <p:sldId id="258" r:id="rId11"/>
    <p:sldId id="291" r:id="rId12"/>
    <p:sldId id="297" r:id="rId13"/>
    <p:sldId id="294" r:id="rId14"/>
    <p:sldId id="292" r:id="rId15"/>
    <p:sldId id="293" r:id="rId16"/>
    <p:sldId id="298" r:id="rId17"/>
    <p:sldId id="299" r:id="rId18"/>
    <p:sldId id="303" r:id="rId19"/>
    <p:sldId id="300" r:id="rId20"/>
    <p:sldId id="301" r:id="rId21"/>
    <p:sldId id="305" r:id="rId22"/>
    <p:sldId id="310" r:id="rId23"/>
    <p:sldId id="306" r:id="rId24"/>
    <p:sldId id="308" r:id="rId25"/>
    <p:sldId id="307" r:id="rId26"/>
    <p:sldId id="311" r:id="rId27"/>
    <p:sldId id="280" r:id="rId2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=""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=""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00" autoAdjust="0"/>
    <p:restoredTop sz="94674"/>
  </p:normalViewPr>
  <p:slideViewPr>
    <p:cSldViewPr snapToGrid="0" snapToObjects="1">
      <p:cViewPr>
        <p:scale>
          <a:sx n="100" d="100"/>
          <a:sy n="100" d="100"/>
        </p:scale>
        <p:origin x="-174" y="-7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handoutMaster" Target="handoutMasters/handoutMaster1.xml"/><Relationship Id="rId8" Type="http://schemas.openxmlformats.org/officeDocument/2006/relationships/slide" Target="slides/slide7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4">
  <dgm:title val=""/>
  <dgm:desc val=""/>
  <dgm:catLst>
    <dgm:cat type="colorful" pri="104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4"/>
      <a:schemeClr val="accent5"/>
    </dgm:fillClrLst>
    <dgm:linClrLst>
      <a:schemeClr val="accent4"/>
      <a:schemeClr val="accent5"/>
    </dgm:linClrLst>
    <dgm:effectClrLst/>
    <dgm:txLinClrLst/>
    <dgm:txFillClrLst/>
    <dgm:txEffectClrLst/>
  </dgm:styleLbl>
  <dgm:styleLbl name="ln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4">
        <a:alpha val="50000"/>
      </a:schemeClr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4">
        <a:tint val="50000"/>
      </a:schemeClr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4"/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>
        <a:tint val="9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>
        <a:tint val="5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0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3CE8D9A-2F5F-E04C-AF81-B61DA3187B58}" type="doc">
      <dgm:prSet loTypeId="urn:microsoft.com/office/officeart/2008/layout/LinedList" loCatId="" qsTypeId="urn:microsoft.com/office/officeart/2005/8/quickstyle/simple3" qsCatId="simple" csTypeId="urn:microsoft.com/office/officeart/2005/8/colors/colorful3" csCatId="colorful" phldr="1"/>
      <dgm:spPr/>
      <dgm:t>
        <a:bodyPr/>
        <a:lstStyle/>
        <a:p>
          <a:endParaRPr lang="es-ES"/>
        </a:p>
      </dgm:t>
    </dgm:pt>
    <dgm:pt modelId="{9C0C5B6B-88B0-0644-95CC-DA013289C236}">
      <dgm:prSet phldrT="[Texto]"/>
      <dgm:spPr/>
      <dgm:t>
        <a:bodyPr/>
        <a:lstStyle/>
        <a:p>
          <a:r>
            <a:rPr lang="es-ES" dirty="0"/>
            <a:t>Planificación de la calidad</a:t>
          </a:r>
        </a:p>
      </dgm:t>
    </dgm:pt>
    <dgm:pt modelId="{B8FBE750-BA08-3745-BDB2-8DE244854305}" type="parTrans" cxnId="{B913582A-C51A-7948-8CD7-0EAADAC6E1E7}">
      <dgm:prSet/>
      <dgm:spPr/>
      <dgm:t>
        <a:bodyPr/>
        <a:lstStyle/>
        <a:p>
          <a:endParaRPr lang="es-ES"/>
        </a:p>
      </dgm:t>
    </dgm:pt>
    <dgm:pt modelId="{7720ED4A-2659-4441-8B8A-B12AAECACA03}" type="sibTrans" cxnId="{B913582A-C51A-7948-8CD7-0EAADAC6E1E7}">
      <dgm:prSet/>
      <dgm:spPr/>
      <dgm:t>
        <a:bodyPr/>
        <a:lstStyle/>
        <a:p>
          <a:endParaRPr lang="es-ES"/>
        </a:p>
      </dgm:t>
    </dgm:pt>
    <dgm:pt modelId="{4D7DCE72-F1C7-3648-B096-B3BF2FA1BA56}">
      <dgm:prSet phldrT="[Texto]"/>
      <dgm:spPr/>
      <dgm:t>
        <a:bodyPr/>
        <a:lstStyle/>
        <a:p>
          <a:r>
            <a:rPr lang="es-ES" dirty="0"/>
            <a:t>Realizar el aseguramiento</a:t>
          </a:r>
          <a:r>
            <a:rPr lang="es-ES" baseline="0" dirty="0"/>
            <a:t> de calidad</a:t>
          </a:r>
          <a:endParaRPr lang="es-ES" dirty="0"/>
        </a:p>
      </dgm:t>
    </dgm:pt>
    <dgm:pt modelId="{4130B51B-54F0-CE46-A291-A4358F1F6F5A}" type="parTrans" cxnId="{CEF75630-A106-2C4A-813E-06273EBC269D}">
      <dgm:prSet/>
      <dgm:spPr/>
      <dgm:t>
        <a:bodyPr/>
        <a:lstStyle/>
        <a:p>
          <a:endParaRPr lang="es-ES"/>
        </a:p>
      </dgm:t>
    </dgm:pt>
    <dgm:pt modelId="{44AA0FEF-23B0-9044-91B0-9D01CCB0457B}" type="sibTrans" cxnId="{CEF75630-A106-2C4A-813E-06273EBC269D}">
      <dgm:prSet/>
      <dgm:spPr/>
      <dgm:t>
        <a:bodyPr/>
        <a:lstStyle/>
        <a:p>
          <a:endParaRPr lang="es-ES"/>
        </a:p>
      </dgm:t>
    </dgm:pt>
    <dgm:pt modelId="{EA05A323-1CD6-E844-BD1C-19A2225C0340}">
      <dgm:prSet phldrT="[Texto]"/>
      <dgm:spPr/>
      <dgm:t>
        <a:bodyPr/>
        <a:lstStyle/>
        <a:p>
          <a:r>
            <a:rPr lang="es-ES" dirty="0"/>
            <a:t>Controlar</a:t>
          </a:r>
          <a:r>
            <a:rPr lang="es-ES" baseline="0" dirty="0"/>
            <a:t> la calidad</a:t>
          </a:r>
          <a:endParaRPr lang="es-ES" dirty="0"/>
        </a:p>
      </dgm:t>
    </dgm:pt>
    <dgm:pt modelId="{30E5782B-3D30-E84E-8B09-5F18CE4DBC15}" type="parTrans" cxnId="{170E0A80-D936-D547-94C5-570AC1082D21}">
      <dgm:prSet/>
      <dgm:spPr/>
      <dgm:t>
        <a:bodyPr/>
        <a:lstStyle/>
        <a:p>
          <a:endParaRPr lang="es-ES"/>
        </a:p>
      </dgm:t>
    </dgm:pt>
    <dgm:pt modelId="{A735D71C-2096-F344-B726-857D36F14FEB}" type="sibTrans" cxnId="{170E0A80-D936-D547-94C5-570AC1082D21}">
      <dgm:prSet/>
      <dgm:spPr/>
      <dgm:t>
        <a:bodyPr/>
        <a:lstStyle/>
        <a:p>
          <a:endParaRPr lang="es-ES"/>
        </a:p>
      </dgm:t>
    </dgm:pt>
    <dgm:pt modelId="{A00DC1EC-B999-A640-8654-4E50ABDDE020}">
      <dgm:prSet phldrT="[Texto]"/>
      <dgm:spPr/>
      <dgm:t>
        <a:bodyPr/>
        <a:lstStyle/>
        <a:p>
          <a:r>
            <a:rPr lang="es-ES" dirty="0"/>
            <a:t>Recursos Humanos</a:t>
          </a:r>
        </a:p>
      </dgm:t>
    </dgm:pt>
    <dgm:pt modelId="{C1FC985A-8FE8-944A-89F3-975B9C62D138}" type="parTrans" cxnId="{C36FE991-C046-254D-B645-ED7CD9E49D91}">
      <dgm:prSet/>
      <dgm:spPr/>
      <dgm:t>
        <a:bodyPr/>
        <a:lstStyle/>
        <a:p>
          <a:endParaRPr lang="es-ES"/>
        </a:p>
      </dgm:t>
    </dgm:pt>
    <dgm:pt modelId="{48BA50DD-A1B0-B142-8134-1733EC7E096A}" type="sibTrans" cxnId="{C36FE991-C046-254D-B645-ED7CD9E49D91}">
      <dgm:prSet/>
      <dgm:spPr/>
      <dgm:t>
        <a:bodyPr/>
        <a:lstStyle/>
        <a:p>
          <a:endParaRPr lang="es-ES"/>
        </a:p>
      </dgm:t>
    </dgm:pt>
    <dgm:pt modelId="{C067AB59-C7C5-C74B-8B60-2FA743781E39}">
      <dgm:prSet phldrT="[Texto]"/>
      <dgm:spPr/>
      <dgm:t>
        <a:bodyPr/>
        <a:lstStyle/>
        <a:p>
          <a:r>
            <a:rPr lang="es-ES" dirty="0"/>
            <a:t>Planificación de los RRHH</a:t>
          </a:r>
        </a:p>
      </dgm:t>
    </dgm:pt>
    <dgm:pt modelId="{E4F708B6-A4DC-E54B-965A-6A91932F4F21}" type="parTrans" cxnId="{FA015F84-3A27-6341-B5E5-5AAABF15FCA7}">
      <dgm:prSet/>
      <dgm:spPr/>
      <dgm:t>
        <a:bodyPr/>
        <a:lstStyle/>
        <a:p>
          <a:endParaRPr lang="es-ES"/>
        </a:p>
      </dgm:t>
    </dgm:pt>
    <dgm:pt modelId="{07AED4AD-A571-FA4C-8F60-2811AAEB8399}" type="sibTrans" cxnId="{FA015F84-3A27-6341-B5E5-5AAABF15FCA7}">
      <dgm:prSet/>
      <dgm:spPr/>
      <dgm:t>
        <a:bodyPr/>
        <a:lstStyle/>
        <a:p>
          <a:endParaRPr lang="es-ES"/>
        </a:p>
      </dgm:t>
    </dgm:pt>
    <dgm:pt modelId="{D206AD7D-6FCF-BA4A-A881-D49C0A782FC3}">
      <dgm:prSet phldrT="[Texto]"/>
      <dgm:spPr/>
      <dgm:t>
        <a:bodyPr/>
        <a:lstStyle/>
        <a:p>
          <a:r>
            <a:rPr lang="es-ES" dirty="0"/>
            <a:t>Adquirir el equipo de trabajo</a:t>
          </a:r>
        </a:p>
      </dgm:t>
    </dgm:pt>
    <dgm:pt modelId="{2FAF4929-896A-4142-A9D4-FCF51F2A7AA6}" type="parTrans" cxnId="{DBA51B96-2BDF-C04D-8EE9-74101BC05F2E}">
      <dgm:prSet/>
      <dgm:spPr/>
      <dgm:t>
        <a:bodyPr/>
        <a:lstStyle/>
        <a:p>
          <a:endParaRPr lang="es-ES"/>
        </a:p>
      </dgm:t>
    </dgm:pt>
    <dgm:pt modelId="{948F4234-2DCD-C24A-ABA8-79BDA4601848}" type="sibTrans" cxnId="{DBA51B96-2BDF-C04D-8EE9-74101BC05F2E}">
      <dgm:prSet/>
      <dgm:spPr/>
      <dgm:t>
        <a:bodyPr/>
        <a:lstStyle/>
        <a:p>
          <a:endParaRPr lang="es-ES"/>
        </a:p>
      </dgm:t>
    </dgm:pt>
    <dgm:pt modelId="{D1D10F65-8C36-4800-AD9D-4A75930380A4}">
      <dgm:prSet phldrT="[Texto]"/>
      <dgm:spPr/>
      <dgm:t>
        <a:bodyPr/>
        <a:lstStyle/>
        <a:p>
          <a:r>
            <a:rPr lang="es-ES" dirty="0"/>
            <a:t>Calidad</a:t>
          </a:r>
        </a:p>
      </dgm:t>
    </dgm:pt>
    <dgm:pt modelId="{90F18EEC-639F-4363-B4CF-89223F0F6C38}" type="parTrans" cxnId="{7D1D3080-7900-4CC4-B4C0-BD39D5B7C3EE}">
      <dgm:prSet/>
      <dgm:spPr/>
      <dgm:t>
        <a:bodyPr/>
        <a:lstStyle/>
        <a:p>
          <a:endParaRPr lang="es-ES_tradnl"/>
        </a:p>
      </dgm:t>
    </dgm:pt>
    <dgm:pt modelId="{99324C82-0C51-4B8E-B7FB-AB0EDB6CDB40}" type="sibTrans" cxnId="{7D1D3080-7900-4CC4-B4C0-BD39D5B7C3EE}">
      <dgm:prSet/>
      <dgm:spPr/>
      <dgm:t>
        <a:bodyPr/>
        <a:lstStyle/>
        <a:p>
          <a:endParaRPr lang="es-ES_tradnl"/>
        </a:p>
      </dgm:t>
    </dgm:pt>
    <dgm:pt modelId="{3440283F-7B94-41E1-A678-109BA5967928}">
      <dgm:prSet phldrT="[Texto]"/>
      <dgm:spPr/>
      <dgm:t>
        <a:bodyPr/>
        <a:lstStyle/>
        <a:p>
          <a:r>
            <a:rPr lang="es-ES" dirty="0"/>
            <a:t>Desarrollar el equipo del proyecto</a:t>
          </a:r>
        </a:p>
      </dgm:t>
    </dgm:pt>
    <dgm:pt modelId="{620191C0-423A-4FE9-A4F1-5C5D36C0C76E}" type="parTrans" cxnId="{2B3AB939-F741-4B55-BCEC-AC60F4C0DC14}">
      <dgm:prSet/>
      <dgm:spPr/>
      <dgm:t>
        <a:bodyPr/>
        <a:lstStyle/>
        <a:p>
          <a:endParaRPr lang="es-ES_tradnl"/>
        </a:p>
      </dgm:t>
    </dgm:pt>
    <dgm:pt modelId="{23C99D01-59D4-4C59-997C-A7CC57B9FF58}" type="sibTrans" cxnId="{2B3AB939-F741-4B55-BCEC-AC60F4C0DC14}">
      <dgm:prSet/>
      <dgm:spPr/>
      <dgm:t>
        <a:bodyPr/>
        <a:lstStyle/>
        <a:p>
          <a:endParaRPr lang="es-ES_tradnl"/>
        </a:p>
      </dgm:t>
    </dgm:pt>
    <dgm:pt modelId="{5B536FDF-F2F3-4D05-AF9A-89E79C92380B}">
      <dgm:prSet phldrT="[Texto]"/>
      <dgm:spPr/>
      <dgm:t>
        <a:bodyPr/>
        <a:lstStyle/>
        <a:p>
          <a:r>
            <a:rPr lang="es-ES" dirty="0"/>
            <a:t>Dirigir el equipo del proyecto</a:t>
          </a:r>
        </a:p>
      </dgm:t>
    </dgm:pt>
    <dgm:pt modelId="{56E7C592-F553-41EA-A0F8-EBF440BF702D}" type="parTrans" cxnId="{366F432C-1A26-4011-8836-F1CB5F23632D}">
      <dgm:prSet/>
      <dgm:spPr/>
      <dgm:t>
        <a:bodyPr/>
        <a:lstStyle/>
        <a:p>
          <a:endParaRPr lang="es-ES_tradnl"/>
        </a:p>
      </dgm:t>
    </dgm:pt>
    <dgm:pt modelId="{3DAEA229-1474-4E45-A55F-BA78088D2142}" type="sibTrans" cxnId="{366F432C-1A26-4011-8836-F1CB5F23632D}">
      <dgm:prSet/>
      <dgm:spPr/>
      <dgm:t>
        <a:bodyPr/>
        <a:lstStyle/>
        <a:p>
          <a:endParaRPr lang="es-ES_tradnl"/>
        </a:p>
      </dgm:t>
    </dgm:pt>
    <dgm:pt modelId="{A4615577-DB07-0E46-BAD9-752076C1E8EB}" type="pres">
      <dgm:prSet presAssocID="{C3CE8D9A-2F5F-E04C-AF81-B61DA3187B58}" presName="vert0" presStyleCnt="0">
        <dgm:presLayoutVars>
          <dgm:dir/>
          <dgm:animOne val="branch"/>
          <dgm:animLvl val="lvl"/>
        </dgm:presLayoutVars>
      </dgm:prSet>
      <dgm:spPr/>
      <dgm:t>
        <a:bodyPr/>
        <a:lstStyle/>
        <a:p>
          <a:endParaRPr lang="es-ES"/>
        </a:p>
      </dgm:t>
    </dgm:pt>
    <dgm:pt modelId="{4324E71C-51E4-4FFA-9638-472734009553}" type="pres">
      <dgm:prSet presAssocID="{D1D10F65-8C36-4800-AD9D-4A75930380A4}" presName="thickLine" presStyleLbl="alignNode1" presStyleIdx="0" presStyleCnt="2" custLinFactNeighborY="-59234"/>
      <dgm:spPr/>
    </dgm:pt>
    <dgm:pt modelId="{35D4AF3C-4879-491B-8004-F3B88F6D9FB5}" type="pres">
      <dgm:prSet presAssocID="{D1D10F65-8C36-4800-AD9D-4A75930380A4}" presName="horz1" presStyleCnt="0"/>
      <dgm:spPr/>
    </dgm:pt>
    <dgm:pt modelId="{792A15AE-68CB-4B5E-A488-D8B2430819E0}" type="pres">
      <dgm:prSet presAssocID="{D1D10F65-8C36-4800-AD9D-4A75930380A4}" presName="tx1" presStyleLbl="revTx" presStyleIdx="0" presStyleCnt="9"/>
      <dgm:spPr/>
      <dgm:t>
        <a:bodyPr/>
        <a:lstStyle/>
        <a:p>
          <a:endParaRPr lang="es-ES"/>
        </a:p>
      </dgm:t>
    </dgm:pt>
    <dgm:pt modelId="{162AB6D4-F395-4B55-9519-21B610CC0382}" type="pres">
      <dgm:prSet presAssocID="{D1D10F65-8C36-4800-AD9D-4A75930380A4}" presName="vert1" presStyleCnt="0"/>
      <dgm:spPr/>
    </dgm:pt>
    <dgm:pt modelId="{412C8F4B-57E8-4EE2-95F4-7EAB16DF68B6}" type="pres">
      <dgm:prSet presAssocID="{9C0C5B6B-88B0-0644-95CC-DA013289C236}" presName="vertSpace2a" presStyleCnt="0"/>
      <dgm:spPr/>
    </dgm:pt>
    <dgm:pt modelId="{706ACAA7-2B5D-4D39-81AB-5DAABC04EC1D}" type="pres">
      <dgm:prSet presAssocID="{9C0C5B6B-88B0-0644-95CC-DA013289C236}" presName="horz2" presStyleCnt="0"/>
      <dgm:spPr/>
    </dgm:pt>
    <dgm:pt modelId="{3456CDB8-701B-42F1-87C2-C295CD1E48EE}" type="pres">
      <dgm:prSet presAssocID="{9C0C5B6B-88B0-0644-95CC-DA013289C236}" presName="horzSpace2" presStyleCnt="0"/>
      <dgm:spPr/>
    </dgm:pt>
    <dgm:pt modelId="{520D1D2C-1114-41BF-8F7E-61F71B01A781}" type="pres">
      <dgm:prSet presAssocID="{9C0C5B6B-88B0-0644-95CC-DA013289C236}" presName="tx2" presStyleLbl="revTx" presStyleIdx="1" presStyleCnt="9"/>
      <dgm:spPr/>
      <dgm:t>
        <a:bodyPr/>
        <a:lstStyle/>
        <a:p>
          <a:endParaRPr lang="es-ES"/>
        </a:p>
      </dgm:t>
    </dgm:pt>
    <dgm:pt modelId="{D6DDDC7E-F1A5-4153-9143-0972F5C1698F}" type="pres">
      <dgm:prSet presAssocID="{9C0C5B6B-88B0-0644-95CC-DA013289C236}" presName="vert2" presStyleCnt="0"/>
      <dgm:spPr/>
    </dgm:pt>
    <dgm:pt modelId="{0A0EB41C-54BD-4DBD-AE20-1F9966450DC3}" type="pres">
      <dgm:prSet presAssocID="{9C0C5B6B-88B0-0644-95CC-DA013289C236}" presName="thinLine2b" presStyleLbl="callout" presStyleIdx="0" presStyleCnt="7"/>
      <dgm:spPr/>
    </dgm:pt>
    <dgm:pt modelId="{BD1DC2FA-97F1-47D7-B64D-204FB692D739}" type="pres">
      <dgm:prSet presAssocID="{9C0C5B6B-88B0-0644-95CC-DA013289C236}" presName="vertSpace2b" presStyleCnt="0"/>
      <dgm:spPr/>
    </dgm:pt>
    <dgm:pt modelId="{AA817BFD-CFD8-4863-BA21-FE68B817CC3C}" type="pres">
      <dgm:prSet presAssocID="{4D7DCE72-F1C7-3648-B096-B3BF2FA1BA56}" presName="horz2" presStyleCnt="0"/>
      <dgm:spPr/>
    </dgm:pt>
    <dgm:pt modelId="{BD57D683-A942-4221-A2F2-BB0CF711AC57}" type="pres">
      <dgm:prSet presAssocID="{4D7DCE72-F1C7-3648-B096-B3BF2FA1BA56}" presName="horzSpace2" presStyleCnt="0"/>
      <dgm:spPr/>
    </dgm:pt>
    <dgm:pt modelId="{F1E3A902-B27E-4D1E-9D62-838DBF77570E}" type="pres">
      <dgm:prSet presAssocID="{4D7DCE72-F1C7-3648-B096-B3BF2FA1BA56}" presName="tx2" presStyleLbl="revTx" presStyleIdx="2" presStyleCnt="9"/>
      <dgm:spPr/>
      <dgm:t>
        <a:bodyPr/>
        <a:lstStyle/>
        <a:p>
          <a:endParaRPr lang="es-ES"/>
        </a:p>
      </dgm:t>
    </dgm:pt>
    <dgm:pt modelId="{4F138E20-5633-4DCC-BBC2-20DFBFC7868F}" type="pres">
      <dgm:prSet presAssocID="{4D7DCE72-F1C7-3648-B096-B3BF2FA1BA56}" presName="vert2" presStyleCnt="0"/>
      <dgm:spPr/>
    </dgm:pt>
    <dgm:pt modelId="{2B79C5B5-7045-4C8A-A0D3-ED34D320DACE}" type="pres">
      <dgm:prSet presAssocID="{4D7DCE72-F1C7-3648-B096-B3BF2FA1BA56}" presName="thinLine2b" presStyleLbl="callout" presStyleIdx="1" presStyleCnt="7"/>
      <dgm:spPr/>
    </dgm:pt>
    <dgm:pt modelId="{8C3B0260-807F-409D-975C-EBFF816514C3}" type="pres">
      <dgm:prSet presAssocID="{4D7DCE72-F1C7-3648-B096-B3BF2FA1BA56}" presName="vertSpace2b" presStyleCnt="0"/>
      <dgm:spPr/>
    </dgm:pt>
    <dgm:pt modelId="{DCC37064-A6D2-4A55-A252-3829429045E5}" type="pres">
      <dgm:prSet presAssocID="{EA05A323-1CD6-E844-BD1C-19A2225C0340}" presName="horz2" presStyleCnt="0"/>
      <dgm:spPr/>
    </dgm:pt>
    <dgm:pt modelId="{AF620EF4-9246-40B0-95DD-0F97FD557889}" type="pres">
      <dgm:prSet presAssocID="{EA05A323-1CD6-E844-BD1C-19A2225C0340}" presName="horzSpace2" presStyleCnt="0"/>
      <dgm:spPr/>
    </dgm:pt>
    <dgm:pt modelId="{821592CB-BF1E-40A4-88FF-532C668728A8}" type="pres">
      <dgm:prSet presAssocID="{EA05A323-1CD6-E844-BD1C-19A2225C0340}" presName="tx2" presStyleLbl="revTx" presStyleIdx="3" presStyleCnt="9"/>
      <dgm:spPr/>
      <dgm:t>
        <a:bodyPr/>
        <a:lstStyle/>
        <a:p>
          <a:endParaRPr lang="es-ES"/>
        </a:p>
      </dgm:t>
    </dgm:pt>
    <dgm:pt modelId="{4A2BC687-FFD6-4EBF-9A58-5F5A5936D128}" type="pres">
      <dgm:prSet presAssocID="{EA05A323-1CD6-E844-BD1C-19A2225C0340}" presName="vert2" presStyleCnt="0"/>
      <dgm:spPr/>
    </dgm:pt>
    <dgm:pt modelId="{AFB2C275-AEA0-46EA-8FAC-DEEB17253C42}" type="pres">
      <dgm:prSet presAssocID="{EA05A323-1CD6-E844-BD1C-19A2225C0340}" presName="thinLine2b" presStyleLbl="callout" presStyleIdx="2" presStyleCnt="7"/>
      <dgm:spPr/>
    </dgm:pt>
    <dgm:pt modelId="{B63F60B4-89E7-4E26-9559-C63693EDEACE}" type="pres">
      <dgm:prSet presAssocID="{EA05A323-1CD6-E844-BD1C-19A2225C0340}" presName="vertSpace2b" presStyleCnt="0"/>
      <dgm:spPr/>
    </dgm:pt>
    <dgm:pt modelId="{B2F277F3-7CF1-994E-B28A-0B3155C31199}" type="pres">
      <dgm:prSet presAssocID="{A00DC1EC-B999-A640-8654-4E50ABDDE020}" presName="thickLine" presStyleLbl="alignNode1" presStyleIdx="1" presStyleCnt="2" custLinFactNeighborX="329" custLinFactNeighborY="-1233"/>
      <dgm:spPr/>
    </dgm:pt>
    <dgm:pt modelId="{0C40495D-3188-9E48-A89E-F64BB2F461F5}" type="pres">
      <dgm:prSet presAssocID="{A00DC1EC-B999-A640-8654-4E50ABDDE020}" presName="horz1" presStyleCnt="0"/>
      <dgm:spPr/>
    </dgm:pt>
    <dgm:pt modelId="{9891002C-403A-A043-B663-E6FEB51C2557}" type="pres">
      <dgm:prSet presAssocID="{A00DC1EC-B999-A640-8654-4E50ABDDE020}" presName="tx1" presStyleLbl="revTx" presStyleIdx="4" presStyleCnt="9"/>
      <dgm:spPr/>
      <dgm:t>
        <a:bodyPr/>
        <a:lstStyle/>
        <a:p>
          <a:endParaRPr lang="es-ES"/>
        </a:p>
      </dgm:t>
    </dgm:pt>
    <dgm:pt modelId="{84783DB1-8E64-8549-92F0-B23833CEE8B0}" type="pres">
      <dgm:prSet presAssocID="{A00DC1EC-B999-A640-8654-4E50ABDDE020}" presName="vert1" presStyleCnt="0"/>
      <dgm:spPr/>
    </dgm:pt>
    <dgm:pt modelId="{7639A2F8-0310-4BED-B4BD-EAB6A5C40B77}" type="pres">
      <dgm:prSet presAssocID="{C067AB59-C7C5-C74B-8B60-2FA743781E39}" presName="vertSpace2a" presStyleCnt="0"/>
      <dgm:spPr/>
    </dgm:pt>
    <dgm:pt modelId="{6A69390F-9BF9-4ABA-8159-EAF93506C37D}" type="pres">
      <dgm:prSet presAssocID="{C067AB59-C7C5-C74B-8B60-2FA743781E39}" presName="horz2" presStyleCnt="0"/>
      <dgm:spPr/>
    </dgm:pt>
    <dgm:pt modelId="{80389192-84FD-488B-A175-87A5FB0572BA}" type="pres">
      <dgm:prSet presAssocID="{C067AB59-C7C5-C74B-8B60-2FA743781E39}" presName="horzSpace2" presStyleCnt="0"/>
      <dgm:spPr/>
    </dgm:pt>
    <dgm:pt modelId="{CECABC1D-D0D2-4346-AB17-5BDF3AE0B320}" type="pres">
      <dgm:prSet presAssocID="{C067AB59-C7C5-C74B-8B60-2FA743781E39}" presName="tx2" presStyleLbl="revTx" presStyleIdx="5" presStyleCnt="9"/>
      <dgm:spPr/>
      <dgm:t>
        <a:bodyPr/>
        <a:lstStyle/>
        <a:p>
          <a:endParaRPr lang="es-ES"/>
        </a:p>
      </dgm:t>
    </dgm:pt>
    <dgm:pt modelId="{C56FE37B-F98C-4D15-95CF-6DC56554B5B4}" type="pres">
      <dgm:prSet presAssocID="{C067AB59-C7C5-C74B-8B60-2FA743781E39}" presName="vert2" presStyleCnt="0"/>
      <dgm:spPr/>
    </dgm:pt>
    <dgm:pt modelId="{5D84D3DB-F553-4712-A813-E34BD39795E9}" type="pres">
      <dgm:prSet presAssocID="{C067AB59-C7C5-C74B-8B60-2FA743781E39}" presName="thinLine2b" presStyleLbl="callout" presStyleIdx="3" presStyleCnt="7"/>
      <dgm:spPr/>
    </dgm:pt>
    <dgm:pt modelId="{2128B8DA-3804-468D-B525-5F0093F85BA2}" type="pres">
      <dgm:prSet presAssocID="{C067AB59-C7C5-C74B-8B60-2FA743781E39}" presName="vertSpace2b" presStyleCnt="0"/>
      <dgm:spPr/>
    </dgm:pt>
    <dgm:pt modelId="{4F42B568-F39A-4181-8658-EC1C2143BBA0}" type="pres">
      <dgm:prSet presAssocID="{D206AD7D-6FCF-BA4A-A881-D49C0A782FC3}" presName="horz2" presStyleCnt="0"/>
      <dgm:spPr/>
    </dgm:pt>
    <dgm:pt modelId="{4F8359BF-8C47-4A90-A343-AF5BDC5F9DE8}" type="pres">
      <dgm:prSet presAssocID="{D206AD7D-6FCF-BA4A-A881-D49C0A782FC3}" presName="horzSpace2" presStyleCnt="0"/>
      <dgm:spPr/>
    </dgm:pt>
    <dgm:pt modelId="{70B24025-E2C6-417F-99E1-3AE2064C772D}" type="pres">
      <dgm:prSet presAssocID="{D206AD7D-6FCF-BA4A-A881-D49C0A782FC3}" presName="tx2" presStyleLbl="revTx" presStyleIdx="6" presStyleCnt="9"/>
      <dgm:spPr/>
      <dgm:t>
        <a:bodyPr/>
        <a:lstStyle/>
        <a:p>
          <a:endParaRPr lang="es-ES"/>
        </a:p>
      </dgm:t>
    </dgm:pt>
    <dgm:pt modelId="{7CEB9B09-60D8-4882-A2D8-38EF68D5C19F}" type="pres">
      <dgm:prSet presAssocID="{D206AD7D-6FCF-BA4A-A881-D49C0A782FC3}" presName="vert2" presStyleCnt="0"/>
      <dgm:spPr/>
    </dgm:pt>
    <dgm:pt modelId="{5E350EE4-2D6A-4A16-A0FE-9FACA9074727}" type="pres">
      <dgm:prSet presAssocID="{D206AD7D-6FCF-BA4A-A881-D49C0A782FC3}" presName="thinLine2b" presStyleLbl="callout" presStyleIdx="4" presStyleCnt="7"/>
      <dgm:spPr/>
    </dgm:pt>
    <dgm:pt modelId="{9BB5AFB5-07F7-4132-85A2-44E6D0516C88}" type="pres">
      <dgm:prSet presAssocID="{D206AD7D-6FCF-BA4A-A881-D49C0A782FC3}" presName="vertSpace2b" presStyleCnt="0"/>
      <dgm:spPr/>
    </dgm:pt>
    <dgm:pt modelId="{CFD8E1A3-90D3-46A8-AE85-EB36E0237BB5}" type="pres">
      <dgm:prSet presAssocID="{3440283F-7B94-41E1-A678-109BA5967928}" presName="horz2" presStyleCnt="0"/>
      <dgm:spPr/>
    </dgm:pt>
    <dgm:pt modelId="{274EF02C-7D1A-409B-A859-EE71E535A688}" type="pres">
      <dgm:prSet presAssocID="{3440283F-7B94-41E1-A678-109BA5967928}" presName="horzSpace2" presStyleCnt="0"/>
      <dgm:spPr/>
    </dgm:pt>
    <dgm:pt modelId="{1AB85A7C-0FFD-4546-B83C-987E91EDF1C9}" type="pres">
      <dgm:prSet presAssocID="{3440283F-7B94-41E1-A678-109BA5967928}" presName="tx2" presStyleLbl="revTx" presStyleIdx="7" presStyleCnt="9"/>
      <dgm:spPr/>
      <dgm:t>
        <a:bodyPr/>
        <a:lstStyle/>
        <a:p>
          <a:endParaRPr lang="es-ES"/>
        </a:p>
      </dgm:t>
    </dgm:pt>
    <dgm:pt modelId="{6F7BAE7F-F22E-4343-8455-8D1D04AE6291}" type="pres">
      <dgm:prSet presAssocID="{3440283F-7B94-41E1-A678-109BA5967928}" presName="vert2" presStyleCnt="0"/>
      <dgm:spPr/>
    </dgm:pt>
    <dgm:pt modelId="{DF72560F-E95F-423D-A8FF-AAE8DAA00A74}" type="pres">
      <dgm:prSet presAssocID="{3440283F-7B94-41E1-A678-109BA5967928}" presName="thinLine2b" presStyleLbl="callout" presStyleIdx="5" presStyleCnt="7"/>
      <dgm:spPr/>
    </dgm:pt>
    <dgm:pt modelId="{D8D1CF1A-EF09-4022-8D03-FD002D4FE754}" type="pres">
      <dgm:prSet presAssocID="{3440283F-7B94-41E1-A678-109BA5967928}" presName="vertSpace2b" presStyleCnt="0"/>
      <dgm:spPr/>
    </dgm:pt>
    <dgm:pt modelId="{00451E5C-D19E-4AC4-8C6F-60950BA475F2}" type="pres">
      <dgm:prSet presAssocID="{5B536FDF-F2F3-4D05-AF9A-89E79C92380B}" presName="horz2" presStyleCnt="0"/>
      <dgm:spPr/>
    </dgm:pt>
    <dgm:pt modelId="{3C367370-E70B-40CC-9DCF-3FC0C33EDE1B}" type="pres">
      <dgm:prSet presAssocID="{5B536FDF-F2F3-4D05-AF9A-89E79C92380B}" presName="horzSpace2" presStyleCnt="0"/>
      <dgm:spPr/>
    </dgm:pt>
    <dgm:pt modelId="{EDBBCE88-88E0-4C06-BA01-B4EFB6C685E1}" type="pres">
      <dgm:prSet presAssocID="{5B536FDF-F2F3-4D05-AF9A-89E79C92380B}" presName="tx2" presStyleLbl="revTx" presStyleIdx="8" presStyleCnt="9"/>
      <dgm:spPr/>
      <dgm:t>
        <a:bodyPr/>
        <a:lstStyle/>
        <a:p>
          <a:endParaRPr lang="es-ES"/>
        </a:p>
      </dgm:t>
    </dgm:pt>
    <dgm:pt modelId="{5EA7847F-7A65-4DE6-AFB0-0784772E4EA1}" type="pres">
      <dgm:prSet presAssocID="{5B536FDF-F2F3-4D05-AF9A-89E79C92380B}" presName="vert2" presStyleCnt="0"/>
      <dgm:spPr/>
    </dgm:pt>
    <dgm:pt modelId="{22FFB06E-FF71-449B-9AA1-BDA4A6D85DF8}" type="pres">
      <dgm:prSet presAssocID="{5B536FDF-F2F3-4D05-AF9A-89E79C92380B}" presName="thinLine2b" presStyleLbl="callout" presStyleIdx="6" presStyleCnt="7"/>
      <dgm:spPr/>
    </dgm:pt>
    <dgm:pt modelId="{D29BEB5B-2E19-4BA8-823B-ABEF6ECE6E88}" type="pres">
      <dgm:prSet presAssocID="{5B536FDF-F2F3-4D05-AF9A-89E79C92380B}" presName="vertSpace2b" presStyleCnt="0"/>
      <dgm:spPr/>
    </dgm:pt>
  </dgm:ptLst>
  <dgm:cxnLst>
    <dgm:cxn modelId="{2B3AB939-F741-4B55-BCEC-AC60F4C0DC14}" srcId="{A00DC1EC-B999-A640-8654-4E50ABDDE020}" destId="{3440283F-7B94-41E1-A678-109BA5967928}" srcOrd="2" destOrd="0" parTransId="{620191C0-423A-4FE9-A4F1-5C5D36C0C76E}" sibTransId="{23C99D01-59D4-4C59-997C-A7CC57B9FF58}"/>
    <dgm:cxn modelId="{DBA51B96-2BDF-C04D-8EE9-74101BC05F2E}" srcId="{A00DC1EC-B999-A640-8654-4E50ABDDE020}" destId="{D206AD7D-6FCF-BA4A-A881-D49C0A782FC3}" srcOrd="1" destOrd="0" parTransId="{2FAF4929-896A-4142-A9D4-FCF51F2A7AA6}" sibTransId="{948F4234-2DCD-C24A-ABA8-79BDA4601848}"/>
    <dgm:cxn modelId="{B913582A-C51A-7948-8CD7-0EAADAC6E1E7}" srcId="{D1D10F65-8C36-4800-AD9D-4A75930380A4}" destId="{9C0C5B6B-88B0-0644-95CC-DA013289C236}" srcOrd="0" destOrd="0" parTransId="{B8FBE750-BA08-3745-BDB2-8DE244854305}" sibTransId="{7720ED4A-2659-4441-8B8A-B12AAECACA03}"/>
    <dgm:cxn modelId="{9F261941-24ED-402A-AAD4-7E453770E726}" type="presOf" srcId="{EA05A323-1CD6-E844-BD1C-19A2225C0340}" destId="{821592CB-BF1E-40A4-88FF-532C668728A8}" srcOrd="0" destOrd="0" presId="urn:microsoft.com/office/officeart/2008/layout/LinedList"/>
    <dgm:cxn modelId="{BE140C54-7845-4FA6-BD16-779C89E4A191}" type="presOf" srcId="{C067AB59-C7C5-C74B-8B60-2FA743781E39}" destId="{CECABC1D-D0D2-4346-AB17-5BDF3AE0B320}" srcOrd="0" destOrd="0" presId="urn:microsoft.com/office/officeart/2008/layout/LinedList"/>
    <dgm:cxn modelId="{88CAD25B-4863-724E-A8BB-5EA65B911430}" type="presOf" srcId="{C3CE8D9A-2F5F-E04C-AF81-B61DA3187B58}" destId="{A4615577-DB07-0E46-BAD9-752076C1E8EB}" srcOrd="0" destOrd="0" presId="urn:microsoft.com/office/officeart/2008/layout/LinedList"/>
    <dgm:cxn modelId="{170E0A80-D936-D547-94C5-570AC1082D21}" srcId="{D1D10F65-8C36-4800-AD9D-4A75930380A4}" destId="{EA05A323-1CD6-E844-BD1C-19A2225C0340}" srcOrd="2" destOrd="0" parTransId="{30E5782B-3D30-E84E-8B09-5F18CE4DBC15}" sibTransId="{A735D71C-2096-F344-B726-857D36F14FEB}"/>
    <dgm:cxn modelId="{6FCFE956-A4B8-4040-A710-4C204E8AB087}" type="presOf" srcId="{5B536FDF-F2F3-4D05-AF9A-89E79C92380B}" destId="{EDBBCE88-88E0-4C06-BA01-B4EFB6C685E1}" srcOrd="0" destOrd="0" presId="urn:microsoft.com/office/officeart/2008/layout/LinedList"/>
    <dgm:cxn modelId="{7D1D3080-7900-4CC4-B4C0-BD39D5B7C3EE}" srcId="{C3CE8D9A-2F5F-E04C-AF81-B61DA3187B58}" destId="{D1D10F65-8C36-4800-AD9D-4A75930380A4}" srcOrd="0" destOrd="0" parTransId="{90F18EEC-639F-4363-B4CF-89223F0F6C38}" sibTransId="{99324C82-0C51-4B8E-B7FB-AB0EDB6CDB40}"/>
    <dgm:cxn modelId="{AFE1BFFD-BCE2-4B07-8778-349DF1D2A1BC}" type="presOf" srcId="{D206AD7D-6FCF-BA4A-A881-D49C0A782FC3}" destId="{70B24025-E2C6-417F-99E1-3AE2064C772D}" srcOrd="0" destOrd="0" presId="urn:microsoft.com/office/officeart/2008/layout/LinedList"/>
    <dgm:cxn modelId="{2FE6312A-8E9C-42E4-A35F-065C47954353}" type="presOf" srcId="{D1D10F65-8C36-4800-AD9D-4A75930380A4}" destId="{792A15AE-68CB-4B5E-A488-D8B2430819E0}" srcOrd="0" destOrd="0" presId="urn:microsoft.com/office/officeart/2008/layout/LinedList"/>
    <dgm:cxn modelId="{FA015F84-3A27-6341-B5E5-5AAABF15FCA7}" srcId="{A00DC1EC-B999-A640-8654-4E50ABDDE020}" destId="{C067AB59-C7C5-C74B-8B60-2FA743781E39}" srcOrd="0" destOrd="0" parTransId="{E4F708B6-A4DC-E54B-965A-6A91932F4F21}" sibTransId="{07AED4AD-A571-FA4C-8F60-2811AAEB8399}"/>
    <dgm:cxn modelId="{3E29948C-DFFC-AB42-9C68-F162D26487F0}" type="presOf" srcId="{A00DC1EC-B999-A640-8654-4E50ABDDE020}" destId="{9891002C-403A-A043-B663-E6FEB51C2557}" srcOrd="0" destOrd="0" presId="urn:microsoft.com/office/officeart/2008/layout/LinedList"/>
    <dgm:cxn modelId="{3BDFFADE-29A9-481E-B58F-434B0C851ADE}" type="presOf" srcId="{4D7DCE72-F1C7-3648-B096-B3BF2FA1BA56}" destId="{F1E3A902-B27E-4D1E-9D62-838DBF77570E}" srcOrd="0" destOrd="0" presId="urn:microsoft.com/office/officeart/2008/layout/LinedList"/>
    <dgm:cxn modelId="{366F432C-1A26-4011-8836-F1CB5F23632D}" srcId="{A00DC1EC-B999-A640-8654-4E50ABDDE020}" destId="{5B536FDF-F2F3-4D05-AF9A-89E79C92380B}" srcOrd="3" destOrd="0" parTransId="{56E7C592-F553-41EA-A0F8-EBF440BF702D}" sibTransId="{3DAEA229-1474-4E45-A55F-BA78088D2142}"/>
    <dgm:cxn modelId="{85AEC94C-8398-42E2-BCFF-BE328E528E4F}" type="presOf" srcId="{9C0C5B6B-88B0-0644-95CC-DA013289C236}" destId="{520D1D2C-1114-41BF-8F7E-61F71B01A781}" srcOrd="0" destOrd="0" presId="urn:microsoft.com/office/officeart/2008/layout/LinedList"/>
    <dgm:cxn modelId="{57DCF56E-A877-4D98-80BC-07F249D9A3FF}" type="presOf" srcId="{3440283F-7B94-41E1-A678-109BA5967928}" destId="{1AB85A7C-0FFD-4546-B83C-987E91EDF1C9}" srcOrd="0" destOrd="0" presId="urn:microsoft.com/office/officeart/2008/layout/LinedList"/>
    <dgm:cxn modelId="{C36FE991-C046-254D-B645-ED7CD9E49D91}" srcId="{C3CE8D9A-2F5F-E04C-AF81-B61DA3187B58}" destId="{A00DC1EC-B999-A640-8654-4E50ABDDE020}" srcOrd="1" destOrd="0" parTransId="{C1FC985A-8FE8-944A-89F3-975B9C62D138}" sibTransId="{48BA50DD-A1B0-B142-8134-1733EC7E096A}"/>
    <dgm:cxn modelId="{CEF75630-A106-2C4A-813E-06273EBC269D}" srcId="{D1D10F65-8C36-4800-AD9D-4A75930380A4}" destId="{4D7DCE72-F1C7-3648-B096-B3BF2FA1BA56}" srcOrd="1" destOrd="0" parTransId="{4130B51B-54F0-CE46-A291-A4358F1F6F5A}" sibTransId="{44AA0FEF-23B0-9044-91B0-9D01CCB0457B}"/>
    <dgm:cxn modelId="{4DB7B23E-B30F-4C81-8ACC-F20339733989}" type="presParOf" srcId="{A4615577-DB07-0E46-BAD9-752076C1E8EB}" destId="{4324E71C-51E4-4FFA-9638-472734009553}" srcOrd="0" destOrd="0" presId="urn:microsoft.com/office/officeart/2008/layout/LinedList"/>
    <dgm:cxn modelId="{5F89DA01-B92A-4DC0-9CEE-1F6FA1D40ECE}" type="presParOf" srcId="{A4615577-DB07-0E46-BAD9-752076C1E8EB}" destId="{35D4AF3C-4879-491B-8004-F3B88F6D9FB5}" srcOrd="1" destOrd="0" presId="urn:microsoft.com/office/officeart/2008/layout/LinedList"/>
    <dgm:cxn modelId="{F3D6BEA2-B2D9-4B81-A154-A2B392387994}" type="presParOf" srcId="{35D4AF3C-4879-491B-8004-F3B88F6D9FB5}" destId="{792A15AE-68CB-4B5E-A488-D8B2430819E0}" srcOrd="0" destOrd="0" presId="urn:microsoft.com/office/officeart/2008/layout/LinedList"/>
    <dgm:cxn modelId="{F7785119-16D5-4918-A11C-76CAE3186FCE}" type="presParOf" srcId="{35D4AF3C-4879-491B-8004-F3B88F6D9FB5}" destId="{162AB6D4-F395-4B55-9519-21B610CC0382}" srcOrd="1" destOrd="0" presId="urn:microsoft.com/office/officeart/2008/layout/LinedList"/>
    <dgm:cxn modelId="{B8EBD6DE-7A50-4C60-B506-ECD05FE59218}" type="presParOf" srcId="{162AB6D4-F395-4B55-9519-21B610CC0382}" destId="{412C8F4B-57E8-4EE2-95F4-7EAB16DF68B6}" srcOrd="0" destOrd="0" presId="urn:microsoft.com/office/officeart/2008/layout/LinedList"/>
    <dgm:cxn modelId="{956FD370-326D-4EB3-801A-A29C8A2FA36A}" type="presParOf" srcId="{162AB6D4-F395-4B55-9519-21B610CC0382}" destId="{706ACAA7-2B5D-4D39-81AB-5DAABC04EC1D}" srcOrd="1" destOrd="0" presId="urn:microsoft.com/office/officeart/2008/layout/LinedList"/>
    <dgm:cxn modelId="{A39098EB-962C-4166-8037-F95585B9F478}" type="presParOf" srcId="{706ACAA7-2B5D-4D39-81AB-5DAABC04EC1D}" destId="{3456CDB8-701B-42F1-87C2-C295CD1E48EE}" srcOrd="0" destOrd="0" presId="urn:microsoft.com/office/officeart/2008/layout/LinedList"/>
    <dgm:cxn modelId="{342403CE-B025-4D29-8793-EA37F41E586D}" type="presParOf" srcId="{706ACAA7-2B5D-4D39-81AB-5DAABC04EC1D}" destId="{520D1D2C-1114-41BF-8F7E-61F71B01A781}" srcOrd="1" destOrd="0" presId="urn:microsoft.com/office/officeart/2008/layout/LinedList"/>
    <dgm:cxn modelId="{25A3F28B-6CD7-4F31-890F-F8CF5F90629E}" type="presParOf" srcId="{706ACAA7-2B5D-4D39-81AB-5DAABC04EC1D}" destId="{D6DDDC7E-F1A5-4153-9143-0972F5C1698F}" srcOrd="2" destOrd="0" presId="urn:microsoft.com/office/officeart/2008/layout/LinedList"/>
    <dgm:cxn modelId="{4E8BB94C-449C-4BAA-89E5-7B4012CC296E}" type="presParOf" srcId="{162AB6D4-F395-4B55-9519-21B610CC0382}" destId="{0A0EB41C-54BD-4DBD-AE20-1F9966450DC3}" srcOrd="2" destOrd="0" presId="urn:microsoft.com/office/officeart/2008/layout/LinedList"/>
    <dgm:cxn modelId="{AB79C922-1D85-4408-9FB6-F8CFB8C36573}" type="presParOf" srcId="{162AB6D4-F395-4B55-9519-21B610CC0382}" destId="{BD1DC2FA-97F1-47D7-B64D-204FB692D739}" srcOrd="3" destOrd="0" presId="urn:microsoft.com/office/officeart/2008/layout/LinedList"/>
    <dgm:cxn modelId="{6F9AF466-E2B6-4D13-8F7D-DC885CC31B1D}" type="presParOf" srcId="{162AB6D4-F395-4B55-9519-21B610CC0382}" destId="{AA817BFD-CFD8-4863-BA21-FE68B817CC3C}" srcOrd="4" destOrd="0" presId="urn:microsoft.com/office/officeart/2008/layout/LinedList"/>
    <dgm:cxn modelId="{A4CC1812-D46A-48BC-9422-20B9EC6ECAAB}" type="presParOf" srcId="{AA817BFD-CFD8-4863-BA21-FE68B817CC3C}" destId="{BD57D683-A942-4221-A2F2-BB0CF711AC57}" srcOrd="0" destOrd="0" presId="urn:microsoft.com/office/officeart/2008/layout/LinedList"/>
    <dgm:cxn modelId="{5AA14EA0-0813-473C-8163-DCE2FD80C8FD}" type="presParOf" srcId="{AA817BFD-CFD8-4863-BA21-FE68B817CC3C}" destId="{F1E3A902-B27E-4D1E-9D62-838DBF77570E}" srcOrd="1" destOrd="0" presId="urn:microsoft.com/office/officeart/2008/layout/LinedList"/>
    <dgm:cxn modelId="{F341795B-4F8D-40FC-BB87-DB28B4CBE845}" type="presParOf" srcId="{AA817BFD-CFD8-4863-BA21-FE68B817CC3C}" destId="{4F138E20-5633-4DCC-BBC2-20DFBFC7868F}" srcOrd="2" destOrd="0" presId="urn:microsoft.com/office/officeart/2008/layout/LinedList"/>
    <dgm:cxn modelId="{60B4EA34-669B-44B0-849E-7820221DB9C4}" type="presParOf" srcId="{162AB6D4-F395-4B55-9519-21B610CC0382}" destId="{2B79C5B5-7045-4C8A-A0D3-ED34D320DACE}" srcOrd="5" destOrd="0" presId="urn:microsoft.com/office/officeart/2008/layout/LinedList"/>
    <dgm:cxn modelId="{7E569D0C-3428-435B-AF6F-5E8C383648C2}" type="presParOf" srcId="{162AB6D4-F395-4B55-9519-21B610CC0382}" destId="{8C3B0260-807F-409D-975C-EBFF816514C3}" srcOrd="6" destOrd="0" presId="urn:microsoft.com/office/officeart/2008/layout/LinedList"/>
    <dgm:cxn modelId="{8F968DE2-01A0-490A-A10A-5EF138830341}" type="presParOf" srcId="{162AB6D4-F395-4B55-9519-21B610CC0382}" destId="{DCC37064-A6D2-4A55-A252-3829429045E5}" srcOrd="7" destOrd="0" presId="urn:microsoft.com/office/officeart/2008/layout/LinedList"/>
    <dgm:cxn modelId="{F7599D3A-2E6E-4C65-9E0D-25F128761943}" type="presParOf" srcId="{DCC37064-A6D2-4A55-A252-3829429045E5}" destId="{AF620EF4-9246-40B0-95DD-0F97FD557889}" srcOrd="0" destOrd="0" presId="urn:microsoft.com/office/officeart/2008/layout/LinedList"/>
    <dgm:cxn modelId="{BCF95899-7917-4EDB-8FD2-FCB40A438ECB}" type="presParOf" srcId="{DCC37064-A6D2-4A55-A252-3829429045E5}" destId="{821592CB-BF1E-40A4-88FF-532C668728A8}" srcOrd="1" destOrd="0" presId="urn:microsoft.com/office/officeart/2008/layout/LinedList"/>
    <dgm:cxn modelId="{51DE40F6-3A87-480E-99D8-89C0632D8E40}" type="presParOf" srcId="{DCC37064-A6D2-4A55-A252-3829429045E5}" destId="{4A2BC687-FFD6-4EBF-9A58-5F5A5936D128}" srcOrd="2" destOrd="0" presId="urn:microsoft.com/office/officeart/2008/layout/LinedList"/>
    <dgm:cxn modelId="{ACEB100A-F77A-4DDF-BF04-639FA07CDC79}" type="presParOf" srcId="{162AB6D4-F395-4B55-9519-21B610CC0382}" destId="{AFB2C275-AEA0-46EA-8FAC-DEEB17253C42}" srcOrd="8" destOrd="0" presId="urn:microsoft.com/office/officeart/2008/layout/LinedList"/>
    <dgm:cxn modelId="{48D32097-7681-4FF5-B71E-2581D6375AB7}" type="presParOf" srcId="{162AB6D4-F395-4B55-9519-21B610CC0382}" destId="{B63F60B4-89E7-4E26-9559-C63693EDEACE}" srcOrd="9" destOrd="0" presId="urn:microsoft.com/office/officeart/2008/layout/LinedList"/>
    <dgm:cxn modelId="{35AF335E-5A39-7049-B788-36F0EF331E73}" type="presParOf" srcId="{A4615577-DB07-0E46-BAD9-752076C1E8EB}" destId="{B2F277F3-7CF1-994E-B28A-0B3155C31199}" srcOrd="2" destOrd="0" presId="urn:microsoft.com/office/officeart/2008/layout/LinedList"/>
    <dgm:cxn modelId="{5F47EFD6-2CBD-894E-8B6E-5A8B8B366D05}" type="presParOf" srcId="{A4615577-DB07-0E46-BAD9-752076C1E8EB}" destId="{0C40495D-3188-9E48-A89E-F64BB2F461F5}" srcOrd="3" destOrd="0" presId="urn:microsoft.com/office/officeart/2008/layout/LinedList"/>
    <dgm:cxn modelId="{E3857465-52FE-4043-A3F9-DA9E495DC241}" type="presParOf" srcId="{0C40495D-3188-9E48-A89E-F64BB2F461F5}" destId="{9891002C-403A-A043-B663-E6FEB51C2557}" srcOrd="0" destOrd="0" presId="urn:microsoft.com/office/officeart/2008/layout/LinedList"/>
    <dgm:cxn modelId="{A92C2B0F-4EC0-EE40-994C-464482B0D0DE}" type="presParOf" srcId="{0C40495D-3188-9E48-A89E-F64BB2F461F5}" destId="{84783DB1-8E64-8549-92F0-B23833CEE8B0}" srcOrd="1" destOrd="0" presId="urn:microsoft.com/office/officeart/2008/layout/LinedList"/>
    <dgm:cxn modelId="{EA0B3910-EB80-4029-B60B-20F24CE2843C}" type="presParOf" srcId="{84783DB1-8E64-8549-92F0-B23833CEE8B0}" destId="{7639A2F8-0310-4BED-B4BD-EAB6A5C40B77}" srcOrd="0" destOrd="0" presId="urn:microsoft.com/office/officeart/2008/layout/LinedList"/>
    <dgm:cxn modelId="{99DBFB21-0FC2-4CBA-BB47-36270808838D}" type="presParOf" srcId="{84783DB1-8E64-8549-92F0-B23833CEE8B0}" destId="{6A69390F-9BF9-4ABA-8159-EAF93506C37D}" srcOrd="1" destOrd="0" presId="urn:microsoft.com/office/officeart/2008/layout/LinedList"/>
    <dgm:cxn modelId="{E87F3EA4-77CE-4F0C-A375-D165481E49A8}" type="presParOf" srcId="{6A69390F-9BF9-4ABA-8159-EAF93506C37D}" destId="{80389192-84FD-488B-A175-87A5FB0572BA}" srcOrd="0" destOrd="0" presId="urn:microsoft.com/office/officeart/2008/layout/LinedList"/>
    <dgm:cxn modelId="{98F27296-CAFF-422A-B24C-47C3377364FE}" type="presParOf" srcId="{6A69390F-9BF9-4ABA-8159-EAF93506C37D}" destId="{CECABC1D-D0D2-4346-AB17-5BDF3AE0B320}" srcOrd="1" destOrd="0" presId="urn:microsoft.com/office/officeart/2008/layout/LinedList"/>
    <dgm:cxn modelId="{052522D8-E186-4A8F-8FE7-EA5F2E68B10F}" type="presParOf" srcId="{6A69390F-9BF9-4ABA-8159-EAF93506C37D}" destId="{C56FE37B-F98C-4D15-95CF-6DC56554B5B4}" srcOrd="2" destOrd="0" presId="urn:microsoft.com/office/officeart/2008/layout/LinedList"/>
    <dgm:cxn modelId="{7C9E3284-09F1-4CA9-82F8-E7DCFD250D0D}" type="presParOf" srcId="{84783DB1-8E64-8549-92F0-B23833CEE8B0}" destId="{5D84D3DB-F553-4712-A813-E34BD39795E9}" srcOrd="2" destOrd="0" presId="urn:microsoft.com/office/officeart/2008/layout/LinedList"/>
    <dgm:cxn modelId="{ECC376FD-6EF2-45B9-BD59-10867BC46682}" type="presParOf" srcId="{84783DB1-8E64-8549-92F0-B23833CEE8B0}" destId="{2128B8DA-3804-468D-B525-5F0093F85BA2}" srcOrd="3" destOrd="0" presId="urn:microsoft.com/office/officeart/2008/layout/LinedList"/>
    <dgm:cxn modelId="{48D72E68-5752-4B2B-9C23-189D22095748}" type="presParOf" srcId="{84783DB1-8E64-8549-92F0-B23833CEE8B0}" destId="{4F42B568-F39A-4181-8658-EC1C2143BBA0}" srcOrd="4" destOrd="0" presId="urn:microsoft.com/office/officeart/2008/layout/LinedList"/>
    <dgm:cxn modelId="{7B8AE250-CE81-48B4-9208-19C32DF7C56A}" type="presParOf" srcId="{4F42B568-F39A-4181-8658-EC1C2143BBA0}" destId="{4F8359BF-8C47-4A90-A343-AF5BDC5F9DE8}" srcOrd="0" destOrd="0" presId="urn:microsoft.com/office/officeart/2008/layout/LinedList"/>
    <dgm:cxn modelId="{0C28ACEF-4949-4BC4-8F57-81F3A45D35D3}" type="presParOf" srcId="{4F42B568-F39A-4181-8658-EC1C2143BBA0}" destId="{70B24025-E2C6-417F-99E1-3AE2064C772D}" srcOrd="1" destOrd="0" presId="urn:microsoft.com/office/officeart/2008/layout/LinedList"/>
    <dgm:cxn modelId="{E92263C1-B8F6-4C1D-9693-B108FE254198}" type="presParOf" srcId="{4F42B568-F39A-4181-8658-EC1C2143BBA0}" destId="{7CEB9B09-60D8-4882-A2D8-38EF68D5C19F}" srcOrd="2" destOrd="0" presId="urn:microsoft.com/office/officeart/2008/layout/LinedList"/>
    <dgm:cxn modelId="{21102A85-9357-401E-A673-0BF1CA8FA349}" type="presParOf" srcId="{84783DB1-8E64-8549-92F0-B23833CEE8B0}" destId="{5E350EE4-2D6A-4A16-A0FE-9FACA9074727}" srcOrd="5" destOrd="0" presId="urn:microsoft.com/office/officeart/2008/layout/LinedList"/>
    <dgm:cxn modelId="{9B609360-89AD-4D2E-BC1F-E6E995D442B6}" type="presParOf" srcId="{84783DB1-8E64-8549-92F0-B23833CEE8B0}" destId="{9BB5AFB5-07F7-4132-85A2-44E6D0516C88}" srcOrd="6" destOrd="0" presId="urn:microsoft.com/office/officeart/2008/layout/LinedList"/>
    <dgm:cxn modelId="{B47D9EEA-531A-408A-B090-E475DC65E74E}" type="presParOf" srcId="{84783DB1-8E64-8549-92F0-B23833CEE8B0}" destId="{CFD8E1A3-90D3-46A8-AE85-EB36E0237BB5}" srcOrd="7" destOrd="0" presId="urn:microsoft.com/office/officeart/2008/layout/LinedList"/>
    <dgm:cxn modelId="{1CBE25E4-EADF-4AAE-87EC-0BCA7409E3B2}" type="presParOf" srcId="{CFD8E1A3-90D3-46A8-AE85-EB36E0237BB5}" destId="{274EF02C-7D1A-409B-A859-EE71E535A688}" srcOrd="0" destOrd="0" presId="urn:microsoft.com/office/officeart/2008/layout/LinedList"/>
    <dgm:cxn modelId="{54B6A375-8841-450A-97F1-0DBCCB36C37E}" type="presParOf" srcId="{CFD8E1A3-90D3-46A8-AE85-EB36E0237BB5}" destId="{1AB85A7C-0FFD-4546-B83C-987E91EDF1C9}" srcOrd="1" destOrd="0" presId="urn:microsoft.com/office/officeart/2008/layout/LinedList"/>
    <dgm:cxn modelId="{7F9619CE-2F45-4ACE-ADA7-09AC737613F7}" type="presParOf" srcId="{CFD8E1A3-90D3-46A8-AE85-EB36E0237BB5}" destId="{6F7BAE7F-F22E-4343-8455-8D1D04AE6291}" srcOrd="2" destOrd="0" presId="urn:microsoft.com/office/officeart/2008/layout/LinedList"/>
    <dgm:cxn modelId="{FB008851-06D7-4855-A24F-22E0D73AB55F}" type="presParOf" srcId="{84783DB1-8E64-8549-92F0-B23833CEE8B0}" destId="{DF72560F-E95F-423D-A8FF-AAE8DAA00A74}" srcOrd="8" destOrd="0" presId="urn:microsoft.com/office/officeart/2008/layout/LinedList"/>
    <dgm:cxn modelId="{F864CF38-EDB0-4C21-B8CD-8F6468AED3AB}" type="presParOf" srcId="{84783DB1-8E64-8549-92F0-B23833CEE8B0}" destId="{D8D1CF1A-EF09-4022-8D03-FD002D4FE754}" srcOrd="9" destOrd="0" presId="urn:microsoft.com/office/officeart/2008/layout/LinedList"/>
    <dgm:cxn modelId="{FA6E8390-3117-4B0E-A8CD-C8525D3476EE}" type="presParOf" srcId="{84783DB1-8E64-8549-92F0-B23833CEE8B0}" destId="{00451E5C-D19E-4AC4-8C6F-60950BA475F2}" srcOrd="10" destOrd="0" presId="urn:microsoft.com/office/officeart/2008/layout/LinedList"/>
    <dgm:cxn modelId="{A1DC1013-3554-4925-8C05-0BA40D7B62CE}" type="presParOf" srcId="{00451E5C-D19E-4AC4-8C6F-60950BA475F2}" destId="{3C367370-E70B-40CC-9DCF-3FC0C33EDE1B}" srcOrd="0" destOrd="0" presId="urn:microsoft.com/office/officeart/2008/layout/LinedList"/>
    <dgm:cxn modelId="{5DEED33B-11D0-4E73-B9C5-AC7FE88CE993}" type="presParOf" srcId="{00451E5C-D19E-4AC4-8C6F-60950BA475F2}" destId="{EDBBCE88-88E0-4C06-BA01-B4EFB6C685E1}" srcOrd="1" destOrd="0" presId="urn:microsoft.com/office/officeart/2008/layout/LinedList"/>
    <dgm:cxn modelId="{13C1FCD6-38EA-422D-AE65-723CF6BA7FF9}" type="presParOf" srcId="{00451E5C-D19E-4AC4-8C6F-60950BA475F2}" destId="{5EA7847F-7A65-4DE6-AFB0-0784772E4EA1}" srcOrd="2" destOrd="0" presId="urn:microsoft.com/office/officeart/2008/layout/LinedList"/>
    <dgm:cxn modelId="{36F58C88-C89C-4347-A57A-4CC7FDCF4B52}" type="presParOf" srcId="{84783DB1-8E64-8549-92F0-B23833CEE8B0}" destId="{22FFB06E-FF71-449B-9AA1-BDA4A6D85DF8}" srcOrd="11" destOrd="0" presId="urn:microsoft.com/office/officeart/2008/layout/LinedList"/>
    <dgm:cxn modelId="{8343C662-277E-438C-9E8E-2477EFCDC4EE}" type="presParOf" srcId="{84783DB1-8E64-8549-92F0-B23833CEE8B0}" destId="{D29BEB5B-2E19-4BA8-823B-ABEF6ECE6E88}" srcOrd="12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7590E437-9AEB-4069-A306-4DCC9C1C3FCB}" type="doc">
      <dgm:prSet loTypeId="urn:microsoft.com/office/officeart/2008/layout/VerticalCurvedList" loCatId="list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s-ES_tradnl"/>
        </a:p>
      </dgm:t>
    </dgm:pt>
    <dgm:pt modelId="{021DA3D3-9138-4A99-8859-3052FB748E91}">
      <dgm:prSet phldrT="[Texto]"/>
      <dgm:spPr/>
      <dgm:t>
        <a:bodyPr/>
        <a:lstStyle/>
        <a:p>
          <a:r>
            <a:rPr lang="es-ES_tradnl" dirty="0"/>
            <a:t>Plan de gestión de calidad</a:t>
          </a:r>
        </a:p>
      </dgm:t>
    </dgm:pt>
    <dgm:pt modelId="{33D99A7A-84A3-49FB-90CA-370352BBD04E}" type="parTrans" cxnId="{5BE8FB1E-0A10-4A34-AB96-40420204FE73}">
      <dgm:prSet/>
      <dgm:spPr/>
      <dgm:t>
        <a:bodyPr/>
        <a:lstStyle/>
        <a:p>
          <a:endParaRPr lang="es-ES_tradnl"/>
        </a:p>
      </dgm:t>
    </dgm:pt>
    <dgm:pt modelId="{922C4313-ED8A-4A00-8243-7B540B794488}" type="sibTrans" cxnId="{5BE8FB1E-0A10-4A34-AB96-40420204FE73}">
      <dgm:prSet/>
      <dgm:spPr/>
      <dgm:t>
        <a:bodyPr/>
        <a:lstStyle/>
        <a:p>
          <a:endParaRPr lang="es-ES_tradnl"/>
        </a:p>
      </dgm:t>
    </dgm:pt>
    <dgm:pt modelId="{0B9B9D2A-FCDD-4D03-8326-8255EB426FDB}">
      <dgm:prSet phldrT="[Texto]"/>
      <dgm:spPr/>
      <dgm:t>
        <a:bodyPr/>
        <a:lstStyle/>
        <a:p>
          <a:r>
            <a:rPr lang="es-ES_tradnl" dirty="0"/>
            <a:t>Métricas de calidad</a:t>
          </a:r>
        </a:p>
      </dgm:t>
    </dgm:pt>
    <dgm:pt modelId="{66118AC1-8E07-44DE-A0EB-7B781AA48C87}" type="parTrans" cxnId="{6D4B2722-D002-4318-AF25-0E517B22FE2E}">
      <dgm:prSet/>
      <dgm:spPr/>
      <dgm:t>
        <a:bodyPr/>
        <a:lstStyle/>
        <a:p>
          <a:endParaRPr lang="es-ES_tradnl"/>
        </a:p>
      </dgm:t>
    </dgm:pt>
    <dgm:pt modelId="{9DF778D4-5BEC-4B48-876C-9D458DB04107}" type="sibTrans" cxnId="{6D4B2722-D002-4318-AF25-0E517B22FE2E}">
      <dgm:prSet/>
      <dgm:spPr/>
      <dgm:t>
        <a:bodyPr/>
        <a:lstStyle/>
        <a:p>
          <a:endParaRPr lang="es-ES_tradnl"/>
        </a:p>
      </dgm:t>
    </dgm:pt>
    <dgm:pt modelId="{C818F310-4FD0-47D5-B104-F72F59AE997C}">
      <dgm:prSet phldrT="[Texto]"/>
      <dgm:spPr/>
      <dgm:t>
        <a:bodyPr/>
        <a:lstStyle/>
        <a:p>
          <a:r>
            <a:rPr lang="es-ES_tradnl" dirty="0"/>
            <a:t>Listas de verificación </a:t>
          </a:r>
        </a:p>
      </dgm:t>
    </dgm:pt>
    <dgm:pt modelId="{DBAC9944-EF6E-4788-AE8E-B41A9825B0BC}" type="parTrans" cxnId="{B3EFA7CF-76A2-46B6-99A2-9DD0A2AA7110}">
      <dgm:prSet/>
      <dgm:spPr/>
      <dgm:t>
        <a:bodyPr/>
        <a:lstStyle/>
        <a:p>
          <a:endParaRPr lang="es-ES_tradnl"/>
        </a:p>
      </dgm:t>
    </dgm:pt>
    <dgm:pt modelId="{EB4D546D-EB22-435E-B3BD-B7A54078BFC8}" type="sibTrans" cxnId="{B3EFA7CF-76A2-46B6-99A2-9DD0A2AA7110}">
      <dgm:prSet/>
      <dgm:spPr/>
      <dgm:t>
        <a:bodyPr/>
        <a:lstStyle/>
        <a:p>
          <a:endParaRPr lang="es-ES_tradnl"/>
        </a:p>
      </dgm:t>
    </dgm:pt>
    <dgm:pt modelId="{6439088D-986D-4172-94C5-7A1C3328B561}">
      <dgm:prSet phldrT="[Texto]"/>
      <dgm:spPr/>
      <dgm:t>
        <a:bodyPr/>
        <a:lstStyle/>
        <a:p>
          <a:r>
            <a:rPr lang="es-ES_tradnl" dirty="0"/>
            <a:t>Plan de mejoras del proceso</a:t>
          </a:r>
        </a:p>
      </dgm:t>
    </dgm:pt>
    <dgm:pt modelId="{50A59C39-B73D-49CC-BA66-97E3D577C797}" type="parTrans" cxnId="{8C6168FF-3055-4118-9DD3-41E1E158DFB7}">
      <dgm:prSet/>
      <dgm:spPr/>
      <dgm:t>
        <a:bodyPr/>
        <a:lstStyle/>
        <a:p>
          <a:endParaRPr lang="es-ES_tradnl"/>
        </a:p>
      </dgm:t>
    </dgm:pt>
    <dgm:pt modelId="{FBD6BF2C-3496-4D49-BDC9-A9679044486B}" type="sibTrans" cxnId="{8C6168FF-3055-4118-9DD3-41E1E158DFB7}">
      <dgm:prSet/>
      <dgm:spPr/>
      <dgm:t>
        <a:bodyPr/>
        <a:lstStyle/>
        <a:p>
          <a:endParaRPr lang="es-ES_tradnl"/>
        </a:p>
      </dgm:t>
    </dgm:pt>
    <dgm:pt modelId="{201EBE9D-FB7D-42A5-BB57-9B315CCA874E}" type="pres">
      <dgm:prSet presAssocID="{7590E437-9AEB-4069-A306-4DCC9C1C3FCB}" presName="Name0" presStyleCnt="0">
        <dgm:presLayoutVars>
          <dgm:chMax val="7"/>
          <dgm:chPref val="7"/>
          <dgm:dir/>
        </dgm:presLayoutVars>
      </dgm:prSet>
      <dgm:spPr/>
      <dgm:t>
        <a:bodyPr/>
        <a:lstStyle/>
        <a:p>
          <a:endParaRPr lang="es-ES"/>
        </a:p>
      </dgm:t>
    </dgm:pt>
    <dgm:pt modelId="{85CA8B18-3B2A-426F-8C99-8E9CAD96C69D}" type="pres">
      <dgm:prSet presAssocID="{7590E437-9AEB-4069-A306-4DCC9C1C3FCB}" presName="Name1" presStyleCnt="0"/>
      <dgm:spPr/>
    </dgm:pt>
    <dgm:pt modelId="{2C837EA8-304B-4A04-945B-C2729DE0AE8F}" type="pres">
      <dgm:prSet presAssocID="{7590E437-9AEB-4069-A306-4DCC9C1C3FCB}" presName="cycle" presStyleCnt="0"/>
      <dgm:spPr/>
    </dgm:pt>
    <dgm:pt modelId="{75775B49-2C7A-4BE5-B446-D6D7B4D6954D}" type="pres">
      <dgm:prSet presAssocID="{7590E437-9AEB-4069-A306-4DCC9C1C3FCB}" presName="srcNode" presStyleLbl="node1" presStyleIdx="0" presStyleCnt="4"/>
      <dgm:spPr/>
    </dgm:pt>
    <dgm:pt modelId="{9424BBEB-B53A-4BAE-9AA3-7349701FD205}" type="pres">
      <dgm:prSet presAssocID="{7590E437-9AEB-4069-A306-4DCC9C1C3FCB}" presName="conn" presStyleLbl="parChTrans1D2" presStyleIdx="0" presStyleCnt="1"/>
      <dgm:spPr/>
      <dgm:t>
        <a:bodyPr/>
        <a:lstStyle/>
        <a:p>
          <a:endParaRPr lang="es-ES"/>
        </a:p>
      </dgm:t>
    </dgm:pt>
    <dgm:pt modelId="{A2905401-F3B6-4BC0-9E3D-BAEFF81E305D}" type="pres">
      <dgm:prSet presAssocID="{7590E437-9AEB-4069-A306-4DCC9C1C3FCB}" presName="extraNode" presStyleLbl="node1" presStyleIdx="0" presStyleCnt="4"/>
      <dgm:spPr/>
    </dgm:pt>
    <dgm:pt modelId="{077EBE84-1200-4F5F-A2D5-4592A038F02D}" type="pres">
      <dgm:prSet presAssocID="{7590E437-9AEB-4069-A306-4DCC9C1C3FCB}" presName="dstNode" presStyleLbl="node1" presStyleIdx="0" presStyleCnt="4"/>
      <dgm:spPr/>
    </dgm:pt>
    <dgm:pt modelId="{8E9CFAB5-6530-43DC-BD52-AE67075EA74A}" type="pres">
      <dgm:prSet presAssocID="{021DA3D3-9138-4A99-8859-3052FB748E91}" presName="text_1" presStyleLbl="node1" presStyleIdx="0" presStyleCnt="4">
        <dgm:presLayoutVars>
          <dgm:bulletEnabled val="1"/>
        </dgm:presLayoutVars>
      </dgm:prSet>
      <dgm:spPr/>
      <dgm:t>
        <a:bodyPr/>
        <a:lstStyle/>
        <a:p>
          <a:endParaRPr lang="es-ES"/>
        </a:p>
      </dgm:t>
    </dgm:pt>
    <dgm:pt modelId="{0934ED7D-8CBB-429C-9BEB-6F1FFF9E0A17}" type="pres">
      <dgm:prSet presAssocID="{021DA3D3-9138-4A99-8859-3052FB748E91}" presName="accent_1" presStyleCnt="0"/>
      <dgm:spPr/>
    </dgm:pt>
    <dgm:pt modelId="{2E3A7CCC-AD74-4634-9862-9ED327ADCE6A}" type="pres">
      <dgm:prSet presAssocID="{021DA3D3-9138-4A99-8859-3052FB748E91}" presName="accentRepeatNode" presStyleLbl="solidFgAcc1" presStyleIdx="0" presStyleCnt="4"/>
      <dgm:spPr/>
    </dgm:pt>
    <dgm:pt modelId="{BA71267A-8A01-4F05-9A6D-CBED4D7308AE}" type="pres">
      <dgm:prSet presAssocID="{0B9B9D2A-FCDD-4D03-8326-8255EB426FDB}" presName="text_2" presStyleLbl="node1" presStyleIdx="1" presStyleCnt="4">
        <dgm:presLayoutVars>
          <dgm:bulletEnabled val="1"/>
        </dgm:presLayoutVars>
      </dgm:prSet>
      <dgm:spPr/>
      <dgm:t>
        <a:bodyPr/>
        <a:lstStyle/>
        <a:p>
          <a:endParaRPr lang="es-ES"/>
        </a:p>
      </dgm:t>
    </dgm:pt>
    <dgm:pt modelId="{4C866B22-A363-4F60-A6E1-23FCEA92DF24}" type="pres">
      <dgm:prSet presAssocID="{0B9B9D2A-FCDD-4D03-8326-8255EB426FDB}" presName="accent_2" presStyleCnt="0"/>
      <dgm:spPr/>
    </dgm:pt>
    <dgm:pt modelId="{C7DD3862-EA8E-4D72-9F7F-C4EF5C5B048C}" type="pres">
      <dgm:prSet presAssocID="{0B9B9D2A-FCDD-4D03-8326-8255EB426FDB}" presName="accentRepeatNode" presStyleLbl="solidFgAcc1" presStyleIdx="1" presStyleCnt="4"/>
      <dgm:spPr/>
    </dgm:pt>
    <dgm:pt modelId="{FF15CA57-99EB-4A49-BEDA-B87C1719DA6F}" type="pres">
      <dgm:prSet presAssocID="{C818F310-4FD0-47D5-B104-F72F59AE997C}" presName="text_3" presStyleLbl="node1" presStyleIdx="2" presStyleCnt="4">
        <dgm:presLayoutVars>
          <dgm:bulletEnabled val="1"/>
        </dgm:presLayoutVars>
      </dgm:prSet>
      <dgm:spPr/>
      <dgm:t>
        <a:bodyPr/>
        <a:lstStyle/>
        <a:p>
          <a:endParaRPr lang="es-ES"/>
        </a:p>
      </dgm:t>
    </dgm:pt>
    <dgm:pt modelId="{2882C3BC-8C63-4F4A-80EB-91FA53B49ADF}" type="pres">
      <dgm:prSet presAssocID="{C818F310-4FD0-47D5-B104-F72F59AE997C}" presName="accent_3" presStyleCnt="0"/>
      <dgm:spPr/>
    </dgm:pt>
    <dgm:pt modelId="{3372E0D7-7345-40DF-BBA2-A743623239FA}" type="pres">
      <dgm:prSet presAssocID="{C818F310-4FD0-47D5-B104-F72F59AE997C}" presName="accentRepeatNode" presStyleLbl="solidFgAcc1" presStyleIdx="2" presStyleCnt="4"/>
      <dgm:spPr/>
    </dgm:pt>
    <dgm:pt modelId="{44945275-FECF-4A96-ADC7-1C2E0846DBE4}" type="pres">
      <dgm:prSet presAssocID="{6439088D-986D-4172-94C5-7A1C3328B561}" presName="text_4" presStyleLbl="node1" presStyleIdx="3" presStyleCnt="4">
        <dgm:presLayoutVars>
          <dgm:bulletEnabled val="1"/>
        </dgm:presLayoutVars>
      </dgm:prSet>
      <dgm:spPr/>
      <dgm:t>
        <a:bodyPr/>
        <a:lstStyle/>
        <a:p>
          <a:endParaRPr lang="es-ES"/>
        </a:p>
      </dgm:t>
    </dgm:pt>
    <dgm:pt modelId="{8930A3B7-E5CA-4DB8-BF7A-F8D13C56C556}" type="pres">
      <dgm:prSet presAssocID="{6439088D-986D-4172-94C5-7A1C3328B561}" presName="accent_4" presStyleCnt="0"/>
      <dgm:spPr/>
    </dgm:pt>
    <dgm:pt modelId="{20BA1873-8175-425E-8748-05879752D31B}" type="pres">
      <dgm:prSet presAssocID="{6439088D-986D-4172-94C5-7A1C3328B561}" presName="accentRepeatNode" presStyleLbl="solidFgAcc1" presStyleIdx="3" presStyleCnt="4"/>
      <dgm:spPr/>
    </dgm:pt>
  </dgm:ptLst>
  <dgm:cxnLst>
    <dgm:cxn modelId="{8C6168FF-3055-4118-9DD3-41E1E158DFB7}" srcId="{7590E437-9AEB-4069-A306-4DCC9C1C3FCB}" destId="{6439088D-986D-4172-94C5-7A1C3328B561}" srcOrd="3" destOrd="0" parTransId="{50A59C39-B73D-49CC-BA66-97E3D577C797}" sibTransId="{FBD6BF2C-3496-4D49-BDC9-A9679044486B}"/>
    <dgm:cxn modelId="{9FA7590B-7BD5-4555-855C-E205EBA09E87}" type="presOf" srcId="{0B9B9D2A-FCDD-4D03-8326-8255EB426FDB}" destId="{BA71267A-8A01-4F05-9A6D-CBED4D7308AE}" srcOrd="0" destOrd="0" presId="urn:microsoft.com/office/officeart/2008/layout/VerticalCurvedList"/>
    <dgm:cxn modelId="{818A3272-9E8F-4A70-B381-15CEACFB694E}" type="presOf" srcId="{6439088D-986D-4172-94C5-7A1C3328B561}" destId="{44945275-FECF-4A96-ADC7-1C2E0846DBE4}" srcOrd="0" destOrd="0" presId="urn:microsoft.com/office/officeart/2008/layout/VerticalCurvedList"/>
    <dgm:cxn modelId="{FFAC6DAF-0D1C-4E66-A1AF-31E57B983002}" type="presOf" srcId="{C818F310-4FD0-47D5-B104-F72F59AE997C}" destId="{FF15CA57-99EB-4A49-BEDA-B87C1719DA6F}" srcOrd="0" destOrd="0" presId="urn:microsoft.com/office/officeart/2008/layout/VerticalCurvedList"/>
    <dgm:cxn modelId="{50D4847E-BF69-4353-BDE9-8CFA9F9A3BCC}" type="presOf" srcId="{922C4313-ED8A-4A00-8243-7B540B794488}" destId="{9424BBEB-B53A-4BAE-9AA3-7349701FD205}" srcOrd="0" destOrd="0" presId="urn:microsoft.com/office/officeart/2008/layout/VerticalCurvedList"/>
    <dgm:cxn modelId="{6D4B2722-D002-4318-AF25-0E517B22FE2E}" srcId="{7590E437-9AEB-4069-A306-4DCC9C1C3FCB}" destId="{0B9B9D2A-FCDD-4D03-8326-8255EB426FDB}" srcOrd="1" destOrd="0" parTransId="{66118AC1-8E07-44DE-A0EB-7B781AA48C87}" sibTransId="{9DF778D4-5BEC-4B48-876C-9D458DB04107}"/>
    <dgm:cxn modelId="{5BE8FB1E-0A10-4A34-AB96-40420204FE73}" srcId="{7590E437-9AEB-4069-A306-4DCC9C1C3FCB}" destId="{021DA3D3-9138-4A99-8859-3052FB748E91}" srcOrd="0" destOrd="0" parTransId="{33D99A7A-84A3-49FB-90CA-370352BBD04E}" sibTransId="{922C4313-ED8A-4A00-8243-7B540B794488}"/>
    <dgm:cxn modelId="{6546C792-4859-42BD-ACE3-11EB45DF2DA2}" type="presOf" srcId="{7590E437-9AEB-4069-A306-4DCC9C1C3FCB}" destId="{201EBE9D-FB7D-42A5-BB57-9B315CCA874E}" srcOrd="0" destOrd="0" presId="urn:microsoft.com/office/officeart/2008/layout/VerticalCurvedList"/>
    <dgm:cxn modelId="{5C895D70-F72E-47B4-A373-9F7245C19AF7}" type="presOf" srcId="{021DA3D3-9138-4A99-8859-3052FB748E91}" destId="{8E9CFAB5-6530-43DC-BD52-AE67075EA74A}" srcOrd="0" destOrd="0" presId="urn:microsoft.com/office/officeart/2008/layout/VerticalCurvedList"/>
    <dgm:cxn modelId="{B3EFA7CF-76A2-46B6-99A2-9DD0A2AA7110}" srcId="{7590E437-9AEB-4069-A306-4DCC9C1C3FCB}" destId="{C818F310-4FD0-47D5-B104-F72F59AE997C}" srcOrd="2" destOrd="0" parTransId="{DBAC9944-EF6E-4788-AE8E-B41A9825B0BC}" sibTransId="{EB4D546D-EB22-435E-B3BD-B7A54078BFC8}"/>
    <dgm:cxn modelId="{3A2D1537-158D-4FD9-B99A-24D35D392101}" type="presParOf" srcId="{201EBE9D-FB7D-42A5-BB57-9B315CCA874E}" destId="{85CA8B18-3B2A-426F-8C99-8E9CAD96C69D}" srcOrd="0" destOrd="0" presId="urn:microsoft.com/office/officeart/2008/layout/VerticalCurvedList"/>
    <dgm:cxn modelId="{A0D7DADC-619E-4B23-A20A-D1F3737107FE}" type="presParOf" srcId="{85CA8B18-3B2A-426F-8C99-8E9CAD96C69D}" destId="{2C837EA8-304B-4A04-945B-C2729DE0AE8F}" srcOrd="0" destOrd="0" presId="urn:microsoft.com/office/officeart/2008/layout/VerticalCurvedList"/>
    <dgm:cxn modelId="{400E9DAC-545D-4CA7-9820-7CF75CFD6F3C}" type="presParOf" srcId="{2C837EA8-304B-4A04-945B-C2729DE0AE8F}" destId="{75775B49-2C7A-4BE5-B446-D6D7B4D6954D}" srcOrd="0" destOrd="0" presId="urn:microsoft.com/office/officeart/2008/layout/VerticalCurvedList"/>
    <dgm:cxn modelId="{49FFB6E0-101A-453B-887A-AAC2B3B42E26}" type="presParOf" srcId="{2C837EA8-304B-4A04-945B-C2729DE0AE8F}" destId="{9424BBEB-B53A-4BAE-9AA3-7349701FD205}" srcOrd="1" destOrd="0" presId="urn:microsoft.com/office/officeart/2008/layout/VerticalCurvedList"/>
    <dgm:cxn modelId="{492FE193-910E-4CCF-A230-DF6B9AFC97B8}" type="presParOf" srcId="{2C837EA8-304B-4A04-945B-C2729DE0AE8F}" destId="{A2905401-F3B6-4BC0-9E3D-BAEFF81E305D}" srcOrd="2" destOrd="0" presId="urn:microsoft.com/office/officeart/2008/layout/VerticalCurvedList"/>
    <dgm:cxn modelId="{C9C2B7BF-D3FD-4BD4-8AB6-4BED000623DD}" type="presParOf" srcId="{2C837EA8-304B-4A04-945B-C2729DE0AE8F}" destId="{077EBE84-1200-4F5F-A2D5-4592A038F02D}" srcOrd="3" destOrd="0" presId="urn:microsoft.com/office/officeart/2008/layout/VerticalCurvedList"/>
    <dgm:cxn modelId="{D93A68D7-5F9E-4183-AF24-5E40C8DF1DDA}" type="presParOf" srcId="{85CA8B18-3B2A-426F-8C99-8E9CAD96C69D}" destId="{8E9CFAB5-6530-43DC-BD52-AE67075EA74A}" srcOrd="1" destOrd="0" presId="urn:microsoft.com/office/officeart/2008/layout/VerticalCurvedList"/>
    <dgm:cxn modelId="{C091BBC4-C619-48DC-BD6C-9C622CD049D3}" type="presParOf" srcId="{85CA8B18-3B2A-426F-8C99-8E9CAD96C69D}" destId="{0934ED7D-8CBB-429C-9BEB-6F1FFF9E0A17}" srcOrd="2" destOrd="0" presId="urn:microsoft.com/office/officeart/2008/layout/VerticalCurvedList"/>
    <dgm:cxn modelId="{58AB57CE-6760-4EA0-928A-9BBFBFD819AF}" type="presParOf" srcId="{0934ED7D-8CBB-429C-9BEB-6F1FFF9E0A17}" destId="{2E3A7CCC-AD74-4634-9862-9ED327ADCE6A}" srcOrd="0" destOrd="0" presId="urn:microsoft.com/office/officeart/2008/layout/VerticalCurvedList"/>
    <dgm:cxn modelId="{9D720D87-1A0E-4ABF-9B06-95514D8367E5}" type="presParOf" srcId="{85CA8B18-3B2A-426F-8C99-8E9CAD96C69D}" destId="{BA71267A-8A01-4F05-9A6D-CBED4D7308AE}" srcOrd="3" destOrd="0" presId="urn:microsoft.com/office/officeart/2008/layout/VerticalCurvedList"/>
    <dgm:cxn modelId="{B1F2B6A2-C3E3-4632-80C3-411513696BE8}" type="presParOf" srcId="{85CA8B18-3B2A-426F-8C99-8E9CAD96C69D}" destId="{4C866B22-A363-4F60-A6E1-23FCEA92DF24}" srcOrd="4" destOrd="0" presId="urn:microsoft.com/office/officeart/2008/layout/VerticalCurvedList"/>
    <dgm:cxn modelId="{1FE16330-DCF6-4792-96A3-AAC84E82AF01}" type="presParOf" srcId="{4C866B22-A363-4F60-A6E1-23FCEA92DF24}" destId="{C7DD3862-EA8E-4D72-9F7F-C4EF5C5B048C}" srcOrd="0" destOrd="0" presId="urn:microsoft.com/office/officeart/2008/layout/VerticalCurvedList"/>
    <dgm:cxn modelId="{C38871FB-5AFA-4259-A51D-B147BA72B792}" type="presParOf" srcId="{85CA8B18-3B2A-426F-8C99-8E9CAD96C69D}" destId="{FF15CA57-99EB-4A49-BEDA-B87C1719DA6F}" srcOrd="5" destOrd="0" presId="urn:microsoft.com/office/officeart/2008/layout/VerticalCurvedList"/>
    <dgm:cxn modelId="{D632C4D6-93A9-44AB-87B0-137EBDE6DD17}" type="presParOf" srcId="{85CA8B18-3B2A-426F-8C99-8E9CAD96C69D}" destId="{2882C3BC-8C63-4F4A-80EB-91FA53B49ADF}" srcOrd="6" destOrd="0" presId="urn:microsoft.com/office/officeart/2008/layout/VerticalCurvedList"/>
    <dgm:cxn modelId="{9BF2BBEB-C4C7-4420-83F0-48060EA25BC4}" type="presParOf" srcId="{2882C3BC-8C63-4F4A-80EB-91FA53B49ADF}" destId="{3372E0D7-7345-40DF-BBA2-A743623239FA}" srcOrd="0" destOrd="0" presId="urn:microsoft.com/office/officeart/2008/layout/VerticalCurvedList"/>
    <dgm:cxn modelId="{9ACDCF7C-8B76-4637-88EC-474D550727A3}" type="presParOf" srcId="{85CA8B18-3B2A-426F-8C99-8E9CAD96C69D}" destId="{44945275-FECF-4A96-ADC7-1C2E0846DBE4}" srcOrd="7" destOrd="0" presId="urn:microsoft.com/office/officeart/2008/layout/VerticalCurvedList"/>
    <dgm:cxn modelId="{CF1BD54F-6041-48C3-A45E-0A7D0C139701}" type="presParOf" srcId="{85CA8B18-3B2A-426F-8C99-8E9CAD96C69D}" destId="{8930A3B7-E5CA-4DB8-BF7A-F8D13C56C556}" srcOrd="8" destOrd="0" presId="urn:microsoft.com/office/officeart/2008/layout/VerticalCurvedList"/>
    <dgm:cxn modelId="{9460D67C-7164-4DA1-B8F8-F9B66D484773}" type="presParOf" srcId="{8930A3B7-E5CA-4DB8-BF7A-F8D13C56C556}" destId="{20BA1873-8175-425E-8748-05879752D31B}" srcOrd="0" destOrd="0" presId="urn:microsoft.com/office/officeart/2008/layout/VerticalCurv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DB247023-5F97-4B81-ADB5-3072E0963118}" type="doc">
      <dgm:prSet loTypeId="urn:microsoft.com/office/officeart/2005/8/layout/chevron2" loCatId="process" qsTypeId="urn:microsoft.com/office/officeart/2005/8/quickstyle/simple1" qsCatId="simple" csTypeId="urn:microsoft.com/office/officeart/2005/8/colors/colorful4" csCatId="colorful" phldr="1"/>
      <dgm:spPr/>
      <dgm:t>
        <a:bodyPr/>
        <a:lstStyle/>
        <a:p>
          <a:endParaRPr lang="es-ES_tradnl"/>
        </a:p>
      </dgm:t>
    </dgm:pt>
    <dgm:pt modelId="{0AD16008-5B77-41A5-8896-9D64AFA1593F}">
      <dgm:prSet phldrT="[Texto]"/>
      <dgm:spPr/>
      <dgm:t>
        <a:bodyPr/>
        <a:lstStyle/>
        <a:p>
          <a:r>
            <a:rPr lang="es-ES_tradnl" b="1" dirty="0">
              <a:solidFill>
                <a:schemeClr val="tx1"/>
              </a:solidFill>
            </a:rPr>
            <a:t>Actividad a mejorar</a:t>
          </a:r>
        </a:p>
      </dgm:t>
    </dgm:pt>
    <dgm:pt modelId="{16FE2791-1F25-48E9-B72D-38F3A9F9BC95}" type="parTrans" cxnId="{D0787867-BDF4-4308-9071-C5B4C39F6ED2}">
      <dgm:prSet/>
      <dgm:spPr/>
      <dgm:t>
        <a:bodyPr/>
        <a:lstStyle/>
        <a:p>
          <a:endParaRPr lang="es-ES_tradnl"/>
        </a:p>
      </dgm:t>
    </dgm:pt>
    <dgm:pt modelId="{01FDE554-B84F-468E-931D-9E471F20EEB5}" type="sibTrans" cxnId="{D0787867-BDF4-4308-9071-C5B4C39F6ED2}">
      <dgm:prSet/>
      <dgm:spPr/>
      <dgm:t>
        <a:bodyPr/>
        <a:lstStyle/>
        <a:p>
          <a:endParaRPr lang="es-ES_tradnl"/>
        </a:p>
      </dgm:t>
    </dgm:pt>
    <dgm:pt modelId="{34F21268-807C-4852-90B3-360ECC760B11}">
      <dgm:prSet phldrT="[Texto]"/>
      <dgm:spPr/>
      <dgm:t>
        <a:bodyPr/>
        <a:lstStyle/>
        <a:p>
          <a:r>
            <a:rPr lang="es-ES_tradnl" dirty="0"/>
            <a:t>Resultado de listas de verificación</a:t>
          </a:r>
        </a:p>
      </dgm:t>
    </dgm:pt>
    <dgm:pt modelId="{66DCC075-F7DD-46C6-8344-FF6131D1D52A}" type="parTrans" cxnId="{5CB4D192-E675-4D64-BDAB-E929008987D7}">
      <dgm:prSet/>
      <dgm:spPr/>
      <dgm:t>
        <a:bodyPr/>
        <a:lstStyle/>
        <a:p>
          <a:endParaRPr lang="es-ES_tradnl"/>
        </a:p>
      </dgm:t>
    </dgm:pt>
    <dgm:pt modelId="{81138E59-8AD2-4430-ABFC-A1D12BC29D28}" type="sibTrans" cxnId="{5CB4D192-E675-4D64-BDAB-E929008987D7}">
      <dgm:prSet/>
      <dgm:spPr/>
      <dgm:t>
        <a:bodyPr/>
        <a:lstStyle/>
        <a:p>
          <a:endParaRPr lang="es-ES_tradnl"/>
        </a:p>
      </dgm:t>
    </dgm:pt>
    <dgm:pt modelId="{058C98CB-F04E-42DB-8293-675B192C9229}">
      <dgm:prSet phldrT="[Texto]"/>
      <dgm:spPr/>
      <dgm:t>
        <a:bodyPr/>
        <a:lstStyle/>
        <a:p>
          <a:r>
            <a:rPr lang="es-ES_tradnl" b="1" dirty="0">
              <a:solidFill>
                <a:schemeClr val="tx1"/>
              </a:solidFill>
            </a:rPr>
            <a:t>Estudio de mejora</a:t>
          </a:r>
        </a:p>
      </dgm:t>
    </dgm:pt>
    <dgm:pt modelId="{8596D049-71E1-457A-825E-C3942D570B18}" type="parTrans" cxnId="{E45C4DDE-D47D-429C-AEF7-54C0EDA15DA0}">
      <dgm:prSet/>
      <dgm:spPr/>
      <dgm:t>
        <a:bodyPr/>
        <a:lstStyle/>
        <a:p>
          <a:endParaRPr lang="es-ES_tradnl"/>
        </a:p>
      </dgm:t>
    </dgm:pt>
    <dgm:pt modelId="{EC661DC2-FBF6-4CBE-B2C8-8E9467FFC51B}" type="sibTrans" cxnId="{E45C4DDE-D47D-429C-AEF7-54C0EDA15DA0}">
      <dgm:prSet/>
      <dgm:spPr/>
      <dgm:t>
        <a:bodyPr/>
        <a:lstStyle/>
        <a:p>
          <a:endParaRPr lang="es-ES_tradnl"/>
        </a:p>
      </dgm:t>
    </dgm:pt>
    <dgm:pt modelId="{90BAAC72-3809-443B-916F-5D7181D0158B}">
      <dgm:prSet phldrT="[Texto]"/>
      <dgm:spPr/>
      <dgm:t>
        <a:bodyPr/>
        <a:lstStyle/>
        <a:p>
          <a:r>
            <a:rPr lang="es-ES_tradnl" dirty="0"/>
            <a:t>¿Problema</a:t>
          </a:r>
          <a:r>
            <a:rPr lang="es-ES_tradnl" dirty="0">
              <a:latin typeface="Century Gothic" panose="020B0502020202020204" pitchFamily="34" charset="0"/>
            </a:rPr>
            <a:t>?</a:t>
          </a:r>
          <a:r>
            <a:rPr lang="es-ES_tradnl" dirty="0"/>
            <a:t> -&gt; Causa/s</a:t>
          </a:r>
        </a:p>
      </dgm:t>
    </dgm:pt>
    <dgm:pt modelId="{4398387B-DB0B-4D1F-B92E-77A726D2AB78}" type="parTrans" cxnId="{F3E8CB9A-0653-46AF-B1D3-9F7D8F13CD26}">
      <dgm:prSet/>
      <dgm:spPr/>
      <dgm:t>
        <a:bodyPr/>
        <a:lstStyle/>
        <a:p>
          <a:endParaRPr lang="es-ES_tradnl"/>
        </a:p>
      </dgm:t>
    </dgm:pt>
    <dgm:pt modelId="{824B6517-2375-43A7-A9B4-7C659BB04434}" type="sibTrans" cxnId="{F3E8CB9A-0653-46AF-B1D3-9F7D8F13CD26}">
      <dgm:prSet/>
      <dgm:spPr/>
      <dgm:t>
        <a:bodyPr/>
        <a:lstStyle/>
        <a:p>
          <a:endParaRPr lang="es-ES_tradnl"/>
        </a:p>
      </dgm:t>
    </dgm:pt>
    <dgm:pt modelId="{73D70DFC-1618-41F1-BDE7-8B563F9C8428}">
      <dgm:prSet phldrT="[Texto]"/>
      <dgm:spPr/>
      <dgm:t>
        <a:bodyPr/>
        <a:lstStyle/>
        <a:p>
          <a:r>
            <a:rPr lang="es-ES_tradnl" dirty="0"/>
            <a:t>Posibles soluciones</a:t>
          </a:r>
        </a:p>
      </dgm:t>
    </dgm:pt>
    <dgm:pt modelId="{B56BA627-5E13-43F9-B56F-DBAC591D282D}" type="parTrans" cxnId="{EDCC00D0-CD36-4689-890C-0B42C3EB6F73}">
      <dgm:prSet/>
      <dgm:spPr/>
      <dgm:t>
        <a:bodyPr/>
        <a:lstStyle/>
        <a:p>
          <a:endParaRPr lang="es-ES_tradnl"/>
        </a:p>
      </dgm:t>
    </dgm:pt>
    <dgm:pt modelId="{9F593BD1-2FC3-4E2F-A0BD-5C8ED8687792}" type="sibTrans" cxnId="{EDCC00D0-CD36-4689-890C-0B42C3EB6F73}">
      <dgm:prSet/>
      <dgm:spPr/>
      <dgm:t>
        <a:bodyPr/>
        <a:lstStyle/>
        <a:p>
          <a:endParaRPr lang="es-ES_tradnl"/>
        </a:p>
      </dgm:t>
    </dgm:pt>
    <dgm:pt modelId="{25F793A5-F230-49F1-9F0A-A148BEF32477}">
      <dgm:prSet phldrT="[Texto]"/>
      <dgm:spPr/>
      <dgm:t>
        <a:bodyPr/>
        <a:lstStyle/>
        <a:p>
          <a:r>
            <a:rPr lang="es-ES_tradnl" b="1" dirty="0">
              <a:solidFill>
                <a:schemeClr val="tx1"/>
              </a:solidFill>
            </a:rPr>
            <a:t>Aceptación de cambios</a:t>
          </a:r>
        </a:p>
      </dgm:t>
    </dgm:pt>
    <dgm:pt modelId="{D5D49545-514E-42B0-A038-91242E0D6A29}" type="parTrans" cxnId="{24B47B58-C579-4E10-BD83-134651A4E879}">
      <dgm:prSet/>
      <dgm:spPr/>
      <dgm:t>
        <a:bodyPr/>
        <a:lstStyle/>
        <a:p>
          <a:endParaRPr lang="es-ES_tradnl"/>
        </a:p>
      </dgm:t>
    </dgm:pt>
    <dgm:pt modelId="{279496E4-9E88-483F-8A9D-AD19DDBA3382}" type="sibTrans" cxnId="{24B47B58-C579-4E10-BD83-134651A4E879}">
      <dgm:prSet/>
      <dgm:spPr/>
      <dgm:t>
        <a:bodyPr/>
        <a:lstStyle/>
        <a:p>
          <a:endParaRPr lang="es-ES_tradnl"/>
        </a:p>
      </dgm:t>
    </dgm:pt>
    <dgm:pt modelId="{5C77262B-1E98-453B-9D12-6DEBAF5301EE}">
      <dgm:prSet phldrT="[Texto]"/>
      <dgm:spPr/>
      <dgm:t>
        <a:bodyPr/>
        <a:lstStyle/>
        <a:p>
          <a:r>
            <a:rPr lang="es-ES_tradnl" dirty="0"/>
            <a:t>Project Manager</a:t>
          </a:r>
        </a:p>
      </dgm:t>
    </dgm:pt>
    <dgm:pt modelId="{FF4FB29C-8CA3-47C4-B70D-994E219EA16B}" type="parTrans" cxnId="{3531629C-43F0-4592-B44A-01D2986C542D}">
      <dgm:prSet/>
      <dgm:spPr/>
      <dgm:t>
        <a:bodyPr/>
        <a:lstStyle/>
        <a:p>
          <a:endParaRPr lang="es-ES_tradnl"/>
        </a:p>
      </dgm:t>
    </dgm:pt>
    <dgm:pt modelId="{306060EB-DEA5-436C-A86B-CD4F48A56DDE}" type="sibTrans" cxnId="{3531629C-43F0-4592-B44A-01D2986C542D}">
      <dgm:prSet/>
      <dgm:spPr/>
      <dgm:t>
        <a:bodyPr/>
        <a:lstStyle/>
        <a:p>
          <a:endParaRPr lang="es-ES_tradnl"/>
        </a:p>
      </dgm:t>
    </dgm:pt>
    <dgm:pt modelId="{601AD6E2-CDA1-4D9C-8605-78C338440B20}">
      <dgm:prSet phldrT="[Texto]"/>
      <dgm:spPr/>
      <dgm:t>
        <a:bodyPr/>
        <a:lstStyle/>
        <a:p>
          <a:r>
            <a:rPr lang="es-ES_tradnl" dirty="0"/>
            <a:t>PMO</a:t>
          </a:r>
        </a:p>
      </dgm:t>
    </dgm:pt>
    <dgm:pt modelId="{7FA0F1B9-CC48-48B0-96CC-1155E735C0E0}" type="parTrans" cxnId="{FD5F96D3-E211-4817-A45B-DBEBB47E35A0}">
      <dgm:prSet/>
      <dgm:spPr/>
      <dgm:t>
        <a:bodyPr/>
        <a:lstStyle/>
        <a:p>
          <a:endParaRPr lang="es-ES_tradnl"/>
        </a:p>
      </dgm:t>
    </dgm:pt>
    <dgm:pt modelId="{03DDBEDC-752C-48C8-A87D-EEF1FF38161D}" type="sibTrans" cxnId="{FD5F96D3-E211-4817-A45B-DBEBB47E35A0}">
      <dgm:prSet/>
      <dgm:spPr/>
      <dgm:t>
        <a:bodyPr/>
        <a:lstStyle/>
        <a:p>
          <a:endParaRPr lang="es-ES_tradnl"/>
        </a:p>
      </dgm:t>
    </dgm:pt>
    <dgm:pt modelId="{6450C39D-A9F9-4E7F-A877-FBD406D5D6BA}">
      <dgm:prSet phldrT="[Texto]"/>
      <dgm:spPr/>
      <dgm:t>
        <a:bodyPr/>
        <a:lstStyle/>
        <a:p>
          <a:r>
            <a:rPr lang="es-ES_tradnl" dirty="0"/>
            <a:t>Monitorización y control</a:t>
          </a:r>
        </a:p>
      </dgm:t>
    </dgm:pt>
    <dgm:pt modelId="{DEBF6732-88CE-4264-BD21-A58B863453F1}" type="parTrans" cxnId="{273BD516-D7E0-4D11-B3AB-13BB68A3E7A4}">
      <dgm:prSet/>
      <dgm:spPr/>
      <dgm:t>
        <a:bodyPr/>
        <a:lstStyle/>
        <a:p>
          <a:endParaRPr lang="es-ES_tradnl"/>
        </a:p>
      </dgm:t>
    </dgm:pt>
    <dgm:pt modelId="{1605340B-E99F-45BE-BDA0-9CE68876AF2F}" type="sibTrans" cxnId="{273BD516-D7E0-4D11-B3AB-13BB68A3E7A4}">
      <dgm:prSet/>
      <dgm:spPr/>
      <dgm:t>
        <a:bodyPr/>
        <a:lstStyle/>
        <a:p>
          <a:endParaRPr lang="es-ES_tradnl"/>
        </a:p>
      </dgm:t>
    </dgm:pt>
    <dgm:pt modelId="{424194D0-2F57-443C-B28E-0F065C743DA2}" type="pres">
      <dgm:prSet presAssocID="{DB247023-5F97-4B81-ADB5-3072E0963118}" presName="linearFlow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es-ES"/>
        </a:p>
      </dgm:t>
    </dgm:pt>
    <dgm:pt modelId="{724297FF-84A0-41C1-A343-77C1871259E1}" type="pres">
      <dgm:prSet presAssocID="{0AD16008-5B77-41A5-8896-9D64AFA1593F}" presName="composite" presStyleCnt="0"/>
      <dgm:spPr/>
    </dgm:pt>
    <dgm:pt modelId="{D77D0E02-146F-4633-9106-BCB80C1B967B}" type="pres">
      <dgm:prSet presAssocID="{0AD16008-5B77-41A5-8896-9D64AFA1593F}" presName="parentText" presStyleLbl="alignNode1" presStyleIdx="0" presStyleCnt="3">
        <dgm:presLayoutVars>
          <dgm:chMax val="1"/>
          <dgm:bulletEnabled val="1"/>
        </dgm:presLayoutVars>
      </dgm:prSet>
      <dgm:spPr/>
      <dgm:t>
        <a:bodyPr/>
        <a:lstStyle/>
        <a:p>
          <a:endParaRPr lang="es-ES"/>
        </a:p>
      </dgm:t>
    </dgm:pt>
    <dgm:pt modelId="{A23A205F-38EA-466D-A73B-94A53A1CB6CA}" type="pres">
      <dgm:prSet presAssocID="{0AD16008-5B77-41A5-8896-9D64AFA1593F}" presName="descendantText" presStyleLbl="alignAcc1" presStyleIdx="0" presStyleCnt="3">
        <dgm:presLayoutVars>
          <dgm:bulletEnabled val="1"/>
        </dgm:presLayoutVars>
      </dgm:prSet>
      <dgm:spPr/>
      <dgm:t>
        <a:bodyPr/>
        <a:lstStyle/>
        <a:p>
          <a:endParaRPr lang="es-ES"/>
        </a:p>
      </dgm:t>
    </dgm:pt>
    <dgm:pt modelId="{232B9998-C994-4309-92DA-5F91F5899E2F}" type="pres">
      <dgm:prSet presAssocID="{01FDE554-B84F-468E-931D-9E471F20EEB5}" presName="sp" presStyleCnt="0"/>
      <dgm:spPr/>
    </dgm:pt>
    <dgm:pt modelId="{BBF66324-0AAF-46A3-AF8E-4CAEBA843334}" type="pres">
      <dgm:prSet presAssocID="{058C98CB-F04E-42DB-8293-675B192C9229}" presName="composite" presStyleCnt="0"/>
      <dgm:spPr/>
    </dgm:pt>
    <dgm:pt modelId="{719A3758-D0A2-4275-8304-A137EF0402C7}" type="pres">
      <dgm:prSet presAssocID="{058C98CB-F04E-42DB-8293-675B192C9229}" presName="parentText" presStyleLbl="alignNode1" presStyleIdx="1" presStyleCnt="3">
        <dgm:presLayoutVars>
          <dgm:chMax val="1"/>
          <dgm:bulletEnabled val="1"/>
        </dgm:presLayoutVars>
      </dgm:prSet>
      <dgm:spPr/>
      <dgm:t>
        <a:bodyPr/>
        <a:lstStyle/>
        <a:p>
          <a:endParaRPr lang="es-ES"/>
        </a:p>
      </dgm:t>
    </dgm:pt>
    <dgm:pt modelId="{D87B9659-AB68-41CE-8186-623A5B13B042}" type="pres">
      <dgm:prSet presAssocID="{058C98CB-F04E-42DB-8293-675B192C9229}" presName="descendantText" presStyleLbl="alignAcc1" presStyleIdx="1" presStyleCnt="3">
        <dgm:presLayoutVars>
          <dgm:bulletEnabled val="1"/>
        </dgm:presLayoutVars>
      </dgm:prSet>
      <dgm:spPr/>
      <dgm:t>
        <a:bodyPr/>
        <a:lstStyle/>
        <a:p>
          <a:endParaRPr lang="es-ES"/>
        </a:p>
      </dgm:t>
    </dgm:pt>
    <dgm:pt modelId="{F6DBFD2C-FB99-40B8-AB04-8020619CF9EC}" type="pres">
      <dgm:prSet presAssocID="{EC661DC2-FBF6-4CBE-B2C8-8E9467FFC51B}" presName="sp" presStyleCnt="0"/>
      <dgm:spPr/>
    </dgm:pt>
    <dgm:pt modelId="{7CEE453D-69EB-43C1-AA15-D2F9A579927F}" type="pres">
      <dgm:prSet presAssocID="{25F793A5-F230-49F1-9F0A-A148BEF32477}" presName="composite" presStyleCnt="0"/>
      <dgm:spPr/>
    </dgm:pt>
    <dgm:pt modelId="{99C6DDC6-4BD7-4FE3-8827-B93EB2F50D9F}" type="pres">
      <dgm:prSet presAssocID="{25F793A5-F230-49F1-9F0A-A148BEF32477}" presName="parentText" presStyleLbl="alignNode1" presStyleIdx="2" presStyleCnt="3">
        <dgm:presLayoutVars>
          <dgm:chMax val="1"/>
          <dgm:bulletEnabled val="1"/>
        </dgm:presLayoutVars>
      </dgm:prSet>
      <dgm:spPr/>
      <dgm:t>
        <a:bodyPr/>
        <a:lstStyle/>
        <a:p>
          <a:endParaRPr lang="es-ES"/>
        </a:p>
      </dgm:t>
    </dgm:pt>
    <dgm:pt modelId="{2162F8AB-9CD8-41C6-BCC5-1C58C137DF6E}" type="pres">
      <dgm:prSet presAssocID="{25F793A5-F230-49F1-9F0A-A148BEF32477}" presName="descendantText" presStyleLbl="alignAcc1" presStyleIdx="2" presStyleCnt="3">
        <dgm:presLayoutVars>
          <dgm:bulletEnabled val="1"/>
        </dgm:presLayoutVars>
      </dgm:prSet>
      <dgm:spPr/>
      <dgm:t>
        <a:bodyPr/>
        <a:lstStyle/>
        <a:p>
          <a:endParaRPr lang="es-ES"/>
        </a:p>
      </dgm:t>
    </dgm:pt>
  </dgm:ptLst>
  <dgm:cxnLst>
    <dgm:cxn modelId="{C3F7A8B7-A2A5-4C16-BA8E-B1E2604167CD}" type="presOf" srcId="{058C98CB-F04E-42DB-8293-675B192C9229}" destId="{719A3758-D0A2-4275-8304-A137EF0402C7}" srcOrd="0" destOrd="0" presId="urn:microsoft.com/office/officeart/2005/8/layout/chevron2"/>
    <dgm:cxn modelId="{88845763-5251-437A-BD47-F0E28EB7D04B}" type="presOf" srcId="{6450C39D-A9F9-4E7F-A877-FBD406D5D6BA}" destId="{A23A205F-38EA-466D-A73B-94A53A1CB6CA}" srcOrd="0" destOrd="1" presId="urn:microsoft.com/office/officeart/2005/8/layout/chevron2"/>
    <dgm:cxn modelId="{12453BFE-AB7E-4658-8D0D-EEE5B6913691}" type="presOf" srcId="{0AD16008-5B77-41A5-8896-9D64AFA1593F}" destId="{D77D0E02-146F-4633-9106-BCB80C1B967B}" srcOrd="0" destOrd="0" presId="urn:microsoft.com/office/officeart/2005/8/layout/chevron2"/>
    <dgm:cxn modelId="{70AF539F-0A72-40E0-9088-AEBF83EC2A40}" type="presOf" srcId="{73D70DFC-1618-41F1-BDE7-8B563F9C8428}" destId="{D87B9659-AB68-41CE-8186-623A5B13B042}" srcOrd="0" destOrd="1" presId="urn:microsoft.com/office/officeart/2005/8/layout/chevron2"/>
    <dgm:cxn modelId="{D0787867-BDF4-4308-9071-C5B4C39F6ED2}" srcId="{DB247023-5F97-4B81-ADB5-3072E0963118}" destId="{0AD16008-5B77-41A5-8896-9D64AFA1593F}" srcOrd="0" destOrd="0" parTransId="{16FE2791-1F25-48E9-B72D-38F3A9F9BC95}" sibTransId="{01FDE554-B84F-468E-931D-9E471F20EEB5}"/>
    <dgm:cxn modelId="{5CB4D192-E675-4D64-BDAB-E929008987D7}" srcId="{0AD16008-5B77-41A5-8896-9D64AFA1593F}" destId="{34F21268-807C-4852-90B3-360ECC760B11}" srcOrd="0" destOrd="0" parTransId="{66DCC075-F7DD-46C6-8344-FF6131D1D52A}" sibTransId="{81138E59-8AD2-4430-ABFC-A1D12BC29D28}"/>
    <dgm:cxn modelId="{24B47B58-C579-4E10-BD83-134651A4E879}" srcId="{DB247023-5F97-4B81-ADB5-3072E0963118}" destId="{25F793A5-F230-49F1-9F0A-A148BEF32477}" srcOrd="2" destOrd="0" parTransId="{D5D49545-514E-42B0-A038-91242E0D6A29}" sibTransId="{279496E4-9E88-483F-8A9D-AD19DDBA3382}"/>
    <dgm:cxn modelId="{168138B0-E68B-49BC-8973-22651FD5AB30}" type="presOf" srcId="{34F21268-807C-4852-90B3-360ECC760B11}" destId="{A23A205F-38EA-466D-A73B-94A53A1CB6CA}" srcOrd="0" destOrd="0" presId="urn:microsoft.com/office/officeart/2005/8/layout/chevron2"/>
    <dgm:cxn modelId="{DB578CF2-7539-464A-9C6D-5383A2FCAC7C}" type="presOf" srcId="{601AD6E2-CDA1-4D9C-8605-78C338440B20}" destId="{2162F8AB-9CD8-41C6-BCC5-1C58C137DF6E}" srcOrd="0" destOrd="1" presId="urn:microsoft.com/office/officeart/2005/8/layout/chevron2"/>
    <dgm:cxn modelId="{20A3A0A1-6B75-4A28-B3B9-E56774DAF15B}" type="presOf" srcId="{DB247023-5F97-4B81-ADB5-3072E0963118}" destId="{424194D0-2F57-443C-B28E-0F065C743DA2}" srcOrd="0" destOrd="0" presId="urn:microsoft.com/office/officeart/2005/8/layout/chevron2"/>
    <dgm:cxn modelId="{F3E8CB9A-0653-46AF-B1D3-9F7D8F13CD26}" srcId="{058C98CB-F04E-42DB-8293-675B192C9229}" destId="{90BAAC72-3809-443B-916F-5D7181D0158B}" srcOrd="0" destOrd="0" parTransId="{4398387B-DB0B-4D1F-B92E-77A726D2AB78}" sibTransId="{824B6517-2375-43A7-A9B4-7C659BB04434}"/>
    <dgm:cxn modelId="{55445703-C92E-444F-9C51-ABD06578DE31}" type="presOf" srcId="{5C77262B-1E98-453B-9D12-6DEBAF5301EE}" destId="{2162F8AB-9CD8-41C6-BCC5-1C58C137DF6E}" srcOrd="0" destOrd="0" presId="urn:microsoft.com/office/officeart/2005/8/layout/chevron2"/>
    <dgm:cxn modelId="{CA19279B-A904-4F08-8713-A1AA65F9EECA}" type="presOf" srcId="{25F793A5-F230-49F1-9F0A-A148BEF32477}" destId="{99C6DDC6-4BD7-4FE3-8827-B93EB2F50D9F}" srcOrd="0" destOrd="0" presId="urn:microsoft.com/office/officeart/2005/8/layout/chevron2"/>
    <dgm:cxn modelId="{FD5F96D3-E211-4817-A45B-DBEBB47E35A0}" srcId="{25F793A5-F230-49F1-9F0A-A148BEF32477}" destId="{601AD6E2-CDA1-4D9C-8605-78C338440B20}" srcOrd="1" destOrd="0" parTransId="{7FA0F1B9-CC48-48B0-96CC-1155E735C0E0}" sibTransId="{03DDBEDC-752C-48C8-A87D-EEF1FF38161D}"/>
    <dgm:cxn modelId="{EDCC00D0-CD36-4689-890C-0B42C3EB6F73}" srcId="{058C98CB-F04E-42DB-8293-675B192C9229}" destId="{73D70DFC-1618-41F1-BDE7-8B563F9C8428}" srcOrd="1" destOrd="0" parTransId="{B56BA627-5E13-43F9-B56F-DBAC591D282D}" sibTransId="{9F593BD1-2FC3-4E2F-A0BD-5C8ED8687792}"/>
    <dgm:cxn modelId="{E45C4DDE-D47D-429C-AEF7-54C0EDA15DA0}" srcId="{DB247023-5F97-4B81-ADB5-3072E0963118}" destId="{058C98CB-F04E-42DB-8293-675B192C9229}" srcOrd="1" destOrd="0" parTransId="{8596D049-71E1-457A-825E-C3942D570B18}" sibTransId="{EC661DC2-FBF6-4CBE-B2C8-8E9467FFC51B}"/>
    <dgm:cxn modelId="{3531629C-43F0-4592-B44A-01D2986C542D}" srcId="{25F793A5-F230-49F1-9F0A-A148BEF32477}" destId="{5C77262B-1E98-453B-9D12-6DEBAF5301EE}" srcOrd="0" destOrd="0" parTransId="{FF4FB29C-8CA3-47C4-B70D-994E219EA16B}" sibTransId="{306060EB-DEA5-436C-A86B-CD4F48A56DDE}"/>
    <dgm:cxn modelId="{B54CAAB9-DF6F-4185-8ECF-0233776949DA}" type="presOf" srcId="{90BAAC72-3809-443B-916F-5D7181D0158B}" destId="{D87B9659-AB68-41CE-8186-623A5B13B042}" srcOrd="0" destOrd="0" presId="urn:microsoft.com/office/officeart/2005/8/layout/chevron2"/>
    <dgm:cxn modelId="{273BD516-D7E0-4D11-B3AB-13BB68A3E7A4}" srcId="{0AD16008-5B77-41A5-8896-9D64AFA1593F}" destId="{6450C39D-A9F9-4E7F-A877-FBD406D5D6BA}" srcOrd="1" destOrd="0" parTransId="{DEBF6732-88CE-4264-BD21-A58B863453F1}" sibTransId="{1605340B-E99F-45BE-BDA0-9CE68876AF2F}"/>
    <dgm:cxn modelId="{2A1189F7-E3C9-472B-A60B-8B7FAEE61F1C}" type="presParOf" srcId="{424194D0-2F57-443C-B28E-0F065C743DA2}" destId="{724297FF-84A0-41C1-A343-77C1871259E1}" srcOrd="0" destOrd="0" presId="urn:microsoft.com/office/officeart/2005/8/layout/chevron2"/>
    <dgm:cxn modelId="{8FDE3EEC-B30A-4806-872C-2BEB4F57B5ED}" type="presParOf" srcId="{724297FF-84A0-41C1-A343-77C1871259E1}" destId="{D77D0E02-146F-4633-9106-BCB80C1B967B}" srcOrd="0" destOrd="0" presId="urn:microsoft.com/office/officeart/2005/8/layout/chevron2"/>
    <dgm:cxn modelId="{70324E9D-1870-4DFF-A72F-55B40119C4E5}" type="presParOf" srcId="{724297FF-84A0-41C1-A343-77C1871259E1}" destId="{A23A205F-38EA-466D-A73B-94A53A1CB6CA}" srcOrd="1" destOrd="0" presId="urn:microsoft.com/office/officeart/2005/8/layout/chevron2"/>
    <dgm:cxn modelId="{2C58039F-3F42-4FBB-99D6-FC90568129D5}" type="presParOf" srcId="{424194D0-2F57-443C-B28E-0F065C743DA2}" destId="{232B9998-C994-4309-92DA-5F91F5899E2F}" srcOrd="1" destOrd="0" presId="urn:microsoft.com/office/officeart/2005/8/layout/chevron2"/>
    <dgm:cxn modelId="{A90A167A-C388-4BA1-82D2-B5C9D2BEA319}" type="presParOf" srcId="{424194D0-2F57-443C-B28E-0F065C743DA2}" destId="{BBF66324-0AAF-46A3-AF8E-4CAEBA843334}" srcOrd="2" destOrd="0" presId="urn:microsoft.com/office/officeart/2005/8/layout/chevron2"/>
    <dgm:cxn modelId="{A426460B-A3A2-402C-8846-C316745B7457}" type="presParOf" srcId="{BBF66324-0AAF-46A3-AF8E-4CAEBA843334}" destId="{719A3758-D0A2-4275-8304-A137EF0402C7}" srcOrd="0" destOrd="0" presId="urn:microsoft.com/office/officeart/2005/8/layout/chevron2"/>
    <dgm:cxn modelId="{778F285A-079B-47D2-8B97-D88E7EC0113A}" type="presParOf" srcId="{BBF66324-0AAF-46A3-AF8E-4CAEBA843334}" destId="{D87B9659-AB68-41CE-8186-623A5B13B042}" srcOrd="1" destOrd="0" presId="urn:microsoft.com/office/officeart/2005/8/layout/chevron2"/>
    <dgm:cxn modelId="{36154912-43F2-4CEA-B329-2D87D4356132}" type="presParOf" srcId="{424194D0-2F57-443C-B28E-0F065C743DA2}" destId="{F6DBFD2C-FB99-40B8-AB04-8020619CF9EC}" srcOrd="3" destOrd="0" presId="urn:microsoft.com/office/officeart/2005/8/layout/chevron2"/>
    <dgm:cxn modelId="{2BEA7738-4976-4DB5-93EA-BE069997E4E2}" type="presParOf" srcId="{424194D0-2F57-443C-B28E-0F065C743DA2}" destId="{7CEE453D-69EB-43C1-AA15-D2F9A579927F}" srcOrd="4" destOrd="0" presId="urn:microsoft.com/office/officeart/2005/8/layout/chevron2"/>
    <dgm:cxn modelId="{E408B48E-CEE2-47F5-9EFD-108C34EA3CB1}" type="presParOf" srcId="{7CEE453D-69EB-43C1-AA15-D2F9A579927F}" destId="{99C6DDC6-4BD7-4FE3-8827-B93EB2F50D9F}" srcOrd="0" destOrd="0" presId="urn:microsoft.com/office/officeart/2005/8/layout/chevron2"/>
    <dgm:cxn modelId="{BEA6E181-6CBB-4E14-A866-1EB4F2655025}" type="presParOf" srcId="{7CEE453D-69EB-43C1-AA15-D2F9A579927F}" destId="{2162F8AB-9CD8-41C6-BCC5-1C58C137DF6E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C3CE8D9A-2F5F-E04C-AF81-B61DA3187B58}" type="doc">
      <dgm:prSet loTypeId="urn:microsoft.com/office/officeart/2008/layout/LinedList" loCatId="" qsTypeId="urn:microsoft.com/office/officeart/2005/8/quickstyle/simple3" qsCatId="simple" csTypeId="urn:microsoft.com/office/officeart/2005/8/colors/colorful3" csCatId="colorful" phldr="1"/>
      <dgm:spPr/>
      <dgm:t>
        <a:bodyPr/>
        <a:lstStyle/>
        <a:p>
          <a:endParaRPr lang="es-ES"/>
        </a:p>
      </dgm:t>
    </dgm:pt>
    <dgm:pt modelId="{2D50EED0-437B-1441-8B3B-81295EA238A9}">
      <dgm:prSet phldrT="[Texto]"/>
      <dgm:spPr/>
      <dgm:t>
        <a:bodyPr/>
        <a:lstStyle/>
        <a:p>
          <a:r>
            <a:rPr lang="es-ES" dirty="0"/>
            <a:t>Introducción</a:t>
          </a:r>
        </a:p>
      </dgm:t>
    </dgm:pt>
    <dgm:pt modelId="{A6EDC655-C7CF-5442-9A95-DD52945DD4C2}" type="parTrans" cxnId="{A6D8CB4F-A1A9-2F46-90C6-E855915DE40A}">
      <dgm:prSet/>
      <dgm:spPr/>
      <dgm:t>
        <a:bodyPr/>
        <a:lstStyle/>
        <a:p>
          <a:endParaRPr lang="es-ES"/>
        </a:p>
      </dgm:t>
    </dgm:pt>
    <dgm:pt modelId="{12B35025-375E-9C48-AEA1-E8FB9BD8A8AD}" type="sibTrans" cxnId="{A6D8CB4F-A1A9-2F46-90C6-E855915DE40A}">
      <dgm:prSet/>
      <dgm:spPr/>
      <dgm:t>
        <a:bodyPr/>
        <a:lstStyle/>
        <a:p>
          <a:endParaRPr lang="es-ES"/>
        </a:p>
      </dgm:t>
    </dgm:pt>
    <dgm:pt modelId="{9C0C5B6B-88B0-0644-95CC-DA013289C236}">
      <dgm:prSet phldrT="[Texto]"/>
      <dgm:spPr/>
      <dgm:t>
        <a:bodyPr/>
        <a:lstStyle/>
        <a:p>
          <a:r>
            <a:rPr lang="es-ES" dirty="0"/>
            <a:t>Planificación de la calidad</a:t>
          </a:r>
        </a:p>
      </dgm:t>
    </dgm:pt>
    <dgm:pt modelId="{B8FBE750-BA08-3745-BDB2-8DE244854305}" type="parTrans" cxnId="{B913582A-C51A-7948-8CD7-0EAADAC6E1E7}">
      <dgm:prSet/>
      <dgm:spPr/>
      <dgm:t>
        <a:bodyPr/>
        <a:lstStyle/>
        <a:p>
          <a:endParaRPr lang="es-ES"/>
        </a:p>
      </dgm:t>
    </dgm:pt>
    <dgm:pt modelId="{7720ED4A-2659-4441-8B8A-B12AAECACA03}" type="sibTrans" cxnId="{B913582A-C51A-7948-8CD7-0EAADAC6E1E7}">
      <dgm:prSet/>
      <dgm:spPr/>
      <dgm:t>
        <a:bodyPr/>
        <a:lstStyle/>
        <a:p>
          <a:endParaRPr lang="es-ES"/>
        </a:p>
      </dgm:t>
    </dgm:pt>
    <dgm:pt modelId="{4D7DCE72-F1C7-3648-B096-B3BF2FA1BA56}">
      <dgm:prSet phldrT="[Texto]"/>
      <dgm:spPr/>
      <dgm:t>
        <a:bodyPr/>
        <a:lstStyle/>
        <a:p>
          <a:r>
            <a:rPr lang="es-ES" dirty="0"/>
            <a:t>Realizar el aseguramiento</a:t>
          </a:r>
          <a:r>
            <a:rPr lang="es-ES" baseline="0" dirty="0"/>
            <a:t> de la calidad</a:t>
          </a:r>
          <a:endParaRPr lang="es-ES" dirty="0"/>
        </a:p>
      </dgm:t>
    </dgm:pt>
    <dgm:pt modelId="{4130B51B-54F0-CE46-A291-A4358F1F6F5A}" type="parTrans" cxnId="{CEF75630-A106-2C4A-813E-06273EBC269D}">
      <dgm:prSet/>
      <dgm:spPr/>
      <dgm:t>
        <a:bodyPr/>
        <a:lstStyle/>
        <a:p>
          <a:endParaRPr lang="es-ES"/>
        </a:p>
      </dgm:t>
    </dgm:pt>
    <dgm:pt modelId="{44AA0FEF-23B0-9044-91B0-9D01CCB0457B}" type="sibTrans" cxnId="{CEF75630-A106-2C4A-813E-06273EBC269D}">
      <dgm:prSet/>
      <dgm:spPr/>
      <dgm:t>
        <a:bodyPr/>
        <a:lstStyle/>
        <a:p>
          <a:endParaRPr lang="es-ES"/>
        </a:p>
      </dgm:t>
    </dgm:pt>
    <dgm:pt modelId="{EA05A323-1CD6-E844-BD1C-19A2225C0340}">
      <dgm:prSet phldrT="[Texto]"/>
      <dgm:spPr/>
      <dgm:t>
        <a:bodyPr/>
        <a:lstStyle/>
        <a:p>
          <a:r>
            <a:rPr lang="es-ES" dirty="0"/>
            <a:t>Controlar</a:t>
          </a:r>
          <a:r>
            <a:rPr lang="es-ES" baseline="0" dirty="0"/>
            <a:t> la calidad</a:t>
          </a:r>
          <a:endParaRPr lang="es-ES" dirty="0"/>
        </a:p>
      </dgm:t>
    </dgm:pt>
    <dgm:pt modelId="{30E5782B-3D30-E84E-8B09-5F18CE4DBC15}" type="parTrans" cxnId="{170E0A80-D936-D547-94C5-570AC1082D21}">
      <dgm:prSet/>
      <dgm:spPr/>
      <dgm:t>
        <a:bodyPr/>
        <a:lstStyle/>
        <a:p>
          <a:endParaRPr lang="es-ES"/>
        </a:p>
      </dgm:t>
    </dgm:pt>
    <dgm:pt modelId="{A735D71C-2096-F344-B726-857D36F14FEB}" type="sibTrans" cxnId="{170E0A80-D936-D547-94C5-570AC1082D21}">
      <dgm:prSet/>
      <dgm:spPr/>
      <dgm:t>
        <a:bodyPr/>
        <a:lstStyle/>
        <a:p>
          <a:endParaRPr lang="es-ES"/>
        </a:p>
      </dgm:t>
    </dgm:pt>
    <dgm:pt modelId="{A00DC1EC-B999-A640-8654-4E50ABDDE020}">
      <dgm:prSet phldrT="[Texto]"/>
      <dgm:spPr/>
      <dgm:t>
        <a:bodyPr/>
        <a:lstStyle/>
        <a:p>
          <a:r>
            <a:rPr lang="es-ES" dirty="0"/>
            <a:t>Recursos Humanos</a:t>
          </a:r>
        </a:p>
      </dgm:t>
    </dgm:pt>
    <dgm:pt modelId="{C1FC985A-8FE8-944A-89F3-975B9C62D138}" type="parTrans" cxnId="{C36FE991-C046-254D-B645-ED7CD9E49D91}">
      <dgm:prSet/>
      <dgm:spPr/>
      <dgm:t>
        <a:bodyPr/>
        <a:lstStyle/>
        <a:p>
          <a:endParaRPr lang="es-ES"/>
        </a:p>
      </dgm:t>
    </dgm:pt>
    <dgm:pt modelId="{48BA50DD-A1B0-B142-8134-1733EC7E096A}" type="sibTrans" cxnId="{C36FE991-C046-254D-B645-ED7CD9E49D91}">
      <dgm:prSet/>
      <dgm:spPr/>
      <dgm:t>
        <a:bodyPr/>
        <a:lstStyle/>
        <a:p>
          <a:endParaRPr lang="es-ES"/>
        </a:p>
      </dgm:t>
    </dgm:pt>
    <dgm:pt modelId="{C067AB59-C7C5-C74B-8B60-2FA743781E39}">
      <dgm:prSet phldrT="[Texto]"/>
      <dgm:spPr/>
      <dgm:t>
        <a:bodyPr/>
        <a:lstStyle/>
        <a:p>
          <a:r>
            <a:rPr lang="es-ES" dirty="0"/>
            <a:t>Planificación de los RRHH</a:t>
          </a:r>
        </a:p>
      </dgm:t>
    </dgm:pt>
    <dgm:pt modelId="{E4F708B6-A4DC-E54B-965A-6A91932F4F21}" type="parTrans" cxnId="{FA015F84-3A27-6341-B5E5-5AAABF15FCA7}">
      <dgm:prSet/>
      <dgm:spPr/>
      <dgm:t>
        <a:bodyPr/>
        <a:lstStyle/>
        <a:p>
          <a:endParaRPr lang="es-ES"/>
        </a:p>
      </dgm:t>
    </dgm:pt>
    <dgm:pt modelId="{07AED4AD-A571-FA4C-8F60-2811AAEB8399}" type="sibTrans" cxnId="{FA015F84-3A27-6341-B5E5-5AAABF15FCA7}">
      <dgm:prSet/>
      <dgm:spPr/>
      <dgm:t>
        <a:bodyPr/>
        <a:lstStyle/>
        <a:p>
          <a:endParaRPr lang="es-ES"/>
        </a:p>
      </dgm:t>
    </dgm:pt>
    <dgm:pt modelId="{D206AD7D-6FCF-BA4A-A881-D49C0A782FC3}">
      <dgm:prSet phldrT="[Texto]"/>
      <dgm:spPr/>
      <dgm:t>
        <a:bodyPr/>
        <a:lstStyle/>
        <a:p>
          <a:r>
            <a:rPr lang="es-ES" dirty="0"/>
            <a:t>Adquirir el equipo de trabajo</a:t>
          </a:r>
        </a:p>
      </dgm:t>
    </dgm:pt>
    <dgm:pt modelId="{2FAF4929-896A-4142-A9D4-FCF51F2A7AA6}" type="parTrans" cxnId="{DBA51B96-2BDF-C04D-8EE9-74101BC05F2E}">
      <dgm:prSet/>
      <dgm:spPr/>
      <dgm:t>
        <a:bodyPr/>
        <a:lstStyle/>
        <a:p>
          <a:endParaRPr lang="es-ES"/>
        </a:p>
      </dgm:t>
    </dgm:pt>
    <dgm:pt modelId="{948F4234-2DCD-C24A-ABA8-79BDA4601848}" type="sibTrans" cxnId="{DBA51B96-2BDF-C04D-8EE9-74101BC05F2E}">
      <dgm:prSet/>
      <dgm:spPr/>
      <dgm:t>
        <a:bodyPr/>
        <a:lstStyle/>
        <a:p>
          <a:endParaRPr lang="es-ES"/>
        </a:p>
      </dgm:t>
    </dgm:pt>
    <dgm:pt modelId="{D1D10F65-8C36-4800-AD9D-4A75930380A4}">
      <dgm:prSet phldrT="[Texto]"/>
      <dgm:spPr/>
      <dgm:t>
        <a:bodyPr/>
        <a:lstStyle/>
        <a:p>
          <a:r>
            <a:rPr lang="es-ES" dirty="0"/>
            <a:t>Calidad</a:t>
          </a:r>
        </a:p>
      </dgm:t>
    </dgm:pt>
    <dgm:pt modelId="{90F18EEC-639F-4363-B4CF-89223F0F6C38}" type="parTrans" cxnId="{7D1D3080-7900-4CC4-B4C0-BD39D5B7C3EE}">
      <dgm:prSet/>
      <dgm:spPr/>
      <dgm:t>
        <a:bodyPr/>
        <a:lstStyle/>
        <a:p>
          <a:endParaRPr lang="es-ES_tradnl"/>
        </a:p>
      </dgm:t>
    </dgm:pt>
    <dgm:pt modelId="{99324C82-0C51-4B8E-B7FB-AB0EDB6CDB40}" type="sibTrans" cxnId="{7D1D3080-7900-4CC4-B4C0-BD39D5B7C3EE}">
      <dgm:prSet/>
      <dgm:spPr/>
      <dgm:t>
        <a:bodyPr/>
        <a:lstStyle/>
        <a:p>
          <a:endParaRPr lang="es-ES_tradnl"/>
        </a:p>
      </dgm:t>
    </dgm:pt>
    <dgm:pt modelId="{3440283F-7B94-41E1-A678-109BA5967928}">
      <dgm:prSet phldrT="[Texto]"/>
      <dgm:spPr/>
      <dgm:t>
        <a:bodyPr/>
        <a:lstStyle/>
        <a:p>
          <a:r>
            <a:rPr lang="es-ES" dirty="0"/>
            <a:t>Desarrollar el equipo del proyecto</a:t>
          </a:r>
        </a:p>
      </dgm:t>
    </dgm:pt>
    <dgm:pt modelId="{620191C0-423A-4FE9-A4F1-5C5D36C0C76E}" type="parTrans" cxnId="{2B3AB939-F741-4B55-BCEC-AC60F4C0DC14}">
      <dgm:prSet/>
      <dgm:spPr/>
      <dgm:t>
        <a:bodyPr/>
        <a:lstStyle/>
        <a:p>
          <a:endParaRPr lang="es-ES_tradnl"/>
        </a:p>
      </dgm:t>
    </dgm:pt>
    <dgm:pt modelId="{23C99D01-59D4-4C59-997C-A7CC57B9FF58}" type="sibTrans" cxnId="{2B3AB939-F741-4B55-BCEC-AC60F4C0DC14}">
      <dgm:prSet/>
      <dgm:spPr/>
      <dgm:t>
        <a:bodyPr/>
        <a:lstStyle/>
        <a:p>
          <a:endParaRPr lang="es-ES_tradnl"/>
        </a:p>
      </dgm:t>
    </dgm:pt>
    <dgm:pt modelId="{5B536FDF-F2F3-4D05-AF9A-89E79C92380B}">
      <dgm:prSet phldrT="[Texto]"/>
      <dgm:spPr/>
      <dgm:t>
        <a:bodyPr/>
        <a:lstStyle/>
        <a:p>
          <a:r>
            <a:rPr lang="es-ES" dirty="0"/>
            <a:t>Dirigir el equipo del proyecto</a:t>
          </a:r>
        </a:p>
      </dgm:t>
    </dgm:pt>
    <dgm:pt modelId="{56E7C592-F553-41EA-A0F8-EBF440BF702D}" type="parTrans" cxnId="{366F432C-1A26-4011-8836-F1CB5F23632D}">
      <dgm:prSet/>
      <dgm:spPr/>
      <dgm:t>
        <a:bodyPr/>
        <a:lstStyle/>
        <a:p>
          <a:endParaRPr lang="es-ES_tradnl"/>
        </a:p>
      </dgm:t>
    </dgm:pt>
    <dgm:pt modelId="{3DAEA229-1474-4E45-A55F-BA78088D2142}" type="sibTrans" cxnId="{366F432C-1A26-4011-8836-F1CB5F23632D}">
      <dgm:prSet/>
      <dgm:spPr/>
      <dgm:t>
        <a:bodyPr/>
        <a:lstStyle/>
        <a:p>
          <a:endParaRPr lang="es-ES_tradnl"/>
        </a:p>
      </dgm:t>
    </dgm:pt>
    <dgm:pt modelId="{A4615577-DB07-0E46-BAD9-752076C1E8EB}" type="pres">
      <dgm:prSet presAssocID="{C3CE8D9A-2F5F-E04C-AF81-B61DA3187B58}" presName="vert0" presStyleCnt="0">
        <dgm:presLayoutVars>
          <dgm:dir/>
          <dgm:animOne val="branch"/>
          <dgm:animLvl val="lvl"/>
        </dgm:presLayoutVars>
      </dgm:prSet>
      <dgm:spPr/>
      <dgm:t>
        <a:bodyPr/>
        <a:lstStyle/>
        <a:p>
          <a:endParaRPr lang="es-ES"/>
        </a:p>
      </dgm:t>
    </dgm:pt>
    <dgm:pt modelId="{A70494F9-BBC6-9B4D-ABE0-28B7062A7EEA}" type="pres">
      <dgm:prSet presAssocID="{2D50EED0-437B-1441-8B3B-81295EA238A9}" presName="thickLine" presStyleLbl="alignNode1" presStyleIdx="0" presStyleCnt="3" custLinFactNeighborX="-10898" custLinFactNeighborY="-49191"/>
      <dgm:spPr/>
    </dgm:pt>
    <dgm:pt modelId="{4DE94855-2BF1-EB40-B090-FE0F9B4B301E}" type="pres">
      <dgm:prSet presAssocID="{2D50EED0-437B-1441-8B3B-81295EA238A9}" presName="horz1" presStyleCnt="0"/>
      <dgm:spPr/>
    </dgm:pt>
    <dgm:pt modelId="{0FAAA673-A6AE-2E48-9396-AEC5BB305A0E}" type="pres">
      <dgm:prSet presAssocID="{2D50EED0-437B-1441-8B3B-81295EA238A9}" presName="tx1" presStyleLbl="revTx" presStyleIdx="0" presStyleCnt="10" custScaleY="37525"/>
      <dgm:spPr/>
      <dgm:t>
        <a:bodyPr/>
        <a:lstStyle/>
        <a:p>
          <a:endParaRPr lang="es-ES"/>
        </a:p>
      </dgm:t>
    </dgm:pt>
    <dgm:pt modelId="{4D92E349-5F1C-414C-955E-416A7CFBF9E9}" type="pres">
      <dgm:prSet presAssocID="{2D50EED0-437B-1441-8B3B-81295EA238A9}" presName="vert1" presStyleCnt="0"/>
      <dgm:spPr/>
    </dgm:pt>
    <dgm:pt modelId="{4324E71C-51E4-4FFA-9638-472734009553}" type="pres">
      <dgm:prSet presAssocID="{D1D10F65-8C36-4800-AD9D-4A75930380A4}" presName="thickLine" presStyleLbl="alignNode1" presStyleIdx="1" presStyleCnt="3" custLinFactNeighborY="-59234"/>
      <dgm:spPr/>
    </dgm:pt>
    <dgm:pt modelId="{35D4AF3C-4879-491B-8004-F3B88F6D9FB5}" type="pres">
      <dgm:prSet presAssocID="{D1D10F65-8C36-4800-AD9D-4A75930380A4}" presName="horz1" presStyleCnt="0"/>
      <dgm:spPr/>
    </dgm:pt>
    <dgm:pt modelId="{792A15AE-68CB-4B5E-A488-D8B2430819E0}" type="pres">
      <dgm:prSet presAssocID="{D1D10F65-8C36-4800-AD9D-4A75930380A4}" presName="tx1" presStyleLbl="revTx" presStyleIdx="1" presStyleCnt="10"/>
      <dgm:spPr/>
      <dgm:t>
        <a:bodyPr/>
        <a:lstStyle/>
        <a:p>
          <a:endParaRPr lang="es-ES"/>
        </a:p>
      </dgm:t>
    </dgm:pt>
    <dgm:pt modelId="{162AB6D4-F395-4B55-9519-21B610CC0382}" type="pres">
      <dgm:prSet presAssocID="{D1D10F65-8C36-4800-AD9D-4A75930380A4}" presName="vert1" presStyleCnt="0"/>
      <dgm:spPr/>
    </dgm:pt>
    <dgm:pt modelId="{412C8F4B-57E8-4EE2-95F4-7EAB16DF68B6}" type="pres">
      <dgm:prSet presAssocID="{9C0C5B6B-88B0-0644-95CC-DA013289C236}" presName="vertSpace2a" presStyleCnt="0"/>
      <dgm:spPr/>
    </dgm:pt>
    <dgm:pt modelId="{706ACAA7-2B5D-4D39-81AB-5DAABC04EC1D}" type="pres">
      <dgm:prSet presAssocID="{9C0C5B6B-88B0-0644-95CC-DA013289C236}" presName="horz2" presStyleCnt="0"/>
      <dgm:spPr/>
    </dgm:pt>
    <dgm:pt modelId="{3456CDB8-701B-42F1-87C2-C295CD1E48EE}" type="pres">
      <dgm:prSet presAssocID="{9C0C5B6B-88B0-0644-95CC-DA013289C236}" presName="horzSpace2" presStyleCnt="0"/>
      <dgm:spPr/>
    </dgm:pt>
    <dgm:pt modelId="{520D1D2C-1114-41BF-8F7E-61F71B01A781}" type="pres">
      <dgm:prSet presAssocID="{9C0C5B6B-88B0-0644-95CC-DA013289C236}" presName="tx2" presStyleLbl="revTx" presStyleIdx="2" presStyleCnt="10"/>
      <dgm:spPr/>
      <dgm:t>
        <a:bodyPr/>
        <a:lstStyle/>
        <a:p>
          <a:endParaRPr lang="es-ES"/>
        </a:p>
      </dgm:t>
    </dgm:pt>
    <dgm:pt modelId="{D6DDDC7E-F1A5-4153-9143-0972F5C1698F}" type="pres">
      <dgm:prSet presAssocID="{9C0C5B6B-88B0-0644-95CC-DA013289C236}" presName="vert2" presStyleCnt="0"/>
      <dgm:spPr/>
    </dgm:pt>
    <dgm:pt modelId="{0A0EB41C-54BD-4DBD-AE20-1F9966450DC3}" type="pres">
      <dgm:prSet presAssocID="{9C0C5B6B-88B0-0644-95CC-DA013289C236}" presName="thinLine2b" presStyleLbl="callout" presStyleIdx="0" presStyleCnt="7"/>
      <dgm:spPr/>
    </dgm:pt>
    <dgm:pt modelId="{BD1DC2FA-97F1-47D7-B64D-204FB692D739}" type="pres">
      <dgm:prSet presAssocID="{9C0C5B6B-88B0-0644-95CC-DA013289C236}" presName="vertSpace2b" presStyleCnt="0"/>
      <dgm:spPr/>
    </dgm:pt>
    <dgm:pt modelId="{AA817BFD-CFD8-4863-BA21-FE68B817CC3C}" type="pres">
      <dgm:prSet presAssocID="{4D7DCE72-F1C7-3648-B096-B3BF2FA1BA56}" presName="horz2" presStyleCnt="0"/>
      <dgm:spPr/>
    </dgm:pt>
    <dgm:pt modelId="{BD57D683-A942-4221-A2F2-BB0CF711AC57}" type="pres">
      <dgm:prSet presAssocID="{4D7DCE72-F1C7-3648-B096-B3BF2FA1BA56}" presName="horzSpace2" presStyleCnt="0"/>
      <dgm:spPr/>
    </dgm:pt>
    <dgm:pt modelId="{F1E3A902-B27E-4D1E-9D62-838DBF77570E}" type="pres">
      <dgm:prSet presAssocID="{4D7DCE72-F1C7-3648-B096-B3BF2FA1BA56}" presName="tx2" presStyleLbl="revTx" presStyleIdx="3" presStyleCnt="10"/>
      <dgm:spPr/>
      <dgm:t>
        <a:bodyPr/>
        <a:lstStyle/>
        <a:p>
          <a:endParaRPr lang="es-ES"/>
        </a:p>
      </dgm:t>
    </dgm:pt>
    <dgm:pt modelId="{4F138E20-5633-4DCC-BBC2-20DFBFC7868F}" type="pres">
      <dgm:prSet presAssocID="{4D7DCE72-F1C7-3648-B096-B3BF2FA1BA56}" presName="vert2" presStyleCnt="0"/>
      <dgm:spPr/>
    </dgm:pt>
    <dgm:pt modelId="{2B79C5B5-7045-4C8A-A0D3-ED34D320DACE}" type="pres">
      <dgm:prSet presAssocID="{4D7DCE72-F1C7-3648-B096-B3BF2FA1BA56}" presName="thinLine2b" presStyleLbl="callout" presStyleIdx="1" presStyleCnt="7"/>
      <dgm:spPr/>
    </dgm:pt>
    <dgm:pt modelId="{8C3B0260-807F-409D-975C-EBFF816514C3}" type="pres">
      <dgm:prSet presAssocID="{4D7DCE72-F1C7-3648-B096-B3BF2FA1BA56}" presName="vertSpace2b" presStyleCnt="0"/>
      <dgm:spPr/>
    </dgm:pt>
    <dgm:pt modelId="{DCC37064-A6D2-4A55-A252-3829429045E5}" type="pres">
      <dgm:prSet presAssocID="{EA05A323-1CD6-E844-BD1C-19A2225C0340}" presName="horz2" presStyleCnt="0"/>
      <dgm:spPr/>
    </dgm:pt>
    <dgm:pt modelId="{AF620EF4-9246-40B0-95DD-0F97FD557889}" type="pres">
      <dgm:prSet presAssocID="{EA05A323-1CD6-E844-BD1C-19A2225C0340}" presName="horzSpace2" presStyleCnt="0"/>
      <dgm:spPr/>
    </dgm:pt>
    <dgm:pt modelId="{821592CB-BF1E-40A4-88FF-532C668728A8}" type="pres">
      <dgm:prSet presAssocID="{EA05A323-1CD6-E844-BD1C-19A2225C0340}" presName="tx2" presStyleLbl="revTx" presStyleIdx="4" presStyleCnt="10"/>
      <dgm:spPr/>
      <dgm:t>
        <a:bodyPr/>
        <a:lstStyle/>
        <a:p>
          <a:endParaRPr lang="es-ES"/>
        </a:p>
      </dgm:t>
    </dgm:pt>
    <dgm:pt modelId="{4A2BC687-FFD6-4EBF-9A58-5F5A5936D128}" type="pres">
      <dgm:prSet presAssocID="{EA05A323-1CD6-E844-BD1C-19A2225C0340}" presName="vert2" presStyleCnt="0"/>
      <dgm:spPr/>
    </dgm:pt>
    <dgm:pt modelId="{AFB2C275-AEA0-46EA-8FAC-DEEB17253C42}" type="pres">
      <dgm:prSet presAssocID="{EA05A323-1CD6-E844-BD1C-19A2225C0340}" presName="thinLine2b" presStyleLbl="callout" presStyleIdx="2" presStyleCnt="7"/>
      <dgm:spPr/>
    </dgm:pt>
    <dgm:pt modelId="{B63F60B4-89E7-4E26-9559-C63693EDEACE}" type="pres">
      <dgm:prSet presAssocID="{EA05A323-1CD6-E844-BD1C-19A2225C0340}" presName="vertSpace2b" presStyleCnt="0"/>
      <dgm:spPr/>
    </dgm:pt>
    <dgm:pt modelId="{B2F277F3-7CF1-994E-B28A-0B3155C31199}" type="pres">
      <dgm:prSet presAssocID="{A00DC1EC-B999-A640-8654-4E50ABDDE020}" presName="thickLine" presStyleLbl="alignNode1" presStyleIdx="2" presStyleCnt="3"/>
      <dgm:spPr/>
    </dgm:pt>
    <dgm:pt modelId="{0C40495D-3188-9E48-A89E-F64BB2F461F5}" type="pres">
      <dgm:prSet presAssocID="{A00DC1EC-B999-A640-8654-4E50ABDDE020}" presName="horz1" presStyleCnt="0"/>
      <dgm:spPr/>
    </dgm:pt>
    <dgm:pt modelId="{9891002C-403A-A043-B663-E6FEB51C2557}" type="pres">
      <dgm:prSet presAssocID="{A00DC1EC-B999-A640-8654-4E50ABDDE020}" presName="tx1" presStyleLbl="revTx" presStyleIdx="5" presStyleCnt="10"/>
      <dgm:spPr/>
      <dgm:t>
        <a:bodyPr/>
        <a:lstStyle/>
        <a:p>
          <a:endParaRPr lang="es-ES"/>
        </a:p>
      </dgm:t>
    </dgm:pt>
    <dgm:pt modelId="{84783DB1-8E64-8549-92F0-B23833CEE8B0}" type="pres">
      <dgm:prSet presAssocID="{A00DC1EC-B999-A640-8654-4E50ABDDE020}" presName="vert1" presStyleCnt="0"/>
      <dgm:spPr/>
    </dgm:pt>
    <dgm:pt modelId="{7639A2F8-0310-4BED-B4BD-EAB6A5C40B77}" type="pres">
      <dgm:prSet presAssocID="{C067AB59-C7C5-C74B-8B60-2FA743781E39}" presName="vertSpace2a" presStyleCnt="0"/>
      <dgm:spPr/>
    </dgm:pt>
    <dgm:pt modelId="{6A69390F-9BF9-4ABA-8159-EAF93506C37D}" type="pres">
      <dgm:prSet presAssocID="{C067AB59-C7C5-C74B-8B60-2FA743781E39}" presName="horz2" presStyleCnt="0"/>
      <dgm:spPr/>
    </dgm:pt>
    <dgm:pt modelId="{80389192-84FD-488B-A175-87A5FB0572BA}" type="pres">
      <dgm:prSet presAssocID="{C067AB59-C7C5-C74B-8B60-2FA743781E39}" presName="horzSpace2" presStyleCnt="0"/>
      <dgm:spPr/>
    </dgm:pt>
    <dgm:pt modelId="{CECABC1D-D0D2-4346-AB17-5BDF3AE0B320}" type="pres">
      <dgm:prSet presAssocID="{C067AB59-C7C5-C74B-8B60-2FA743781E39}" presName="tx2" presStyleLbl="revTx" presStyleIdx="6" presStyleCnt="10"/>
      <dgm:spPr/>
      <dgm:t>
        <a:bodyPr/>
        <a:lstStyle/>
        <a:p>
          <a:endParaRPr lang="es-ES"/>
        </a:p>
      </dgm:t>
    </dgm:pt>
    <dgm:pt modelId="{C56FE37B-F98C-4D15-95CF-6DC56554B5B4}" type="pres">
      <dgm:prSet presAssocID="{C067AB59-C7C5-C74B-8B60-2FA743781E39}" presName="vert2" presStyleCnt="0"/>
      <dgm:spPr/>
    </dgm:pt>
    <dgm:pt modelId="{5D84D3DB-F553-4712-A813-E34BD39795E9}" type="pres">
      <dgm:prSet presAssocID="{C067AB59-C7C5-C74B-8B60-2FA743781E39}" presName="thinLine2b" presStyleLbl="callout" presStyleIdx="3" presStyleCnt="7"/>
      <dgm:spPr/>
    </dgm:pt>
    <dgm:pt modelId="{2128B8DA-3804-468D-B525-5F0093F85BA2}" type="pres">
      <dgm:prSet presAssocID="{C067AB59-C7C5-C74B-8B60-2FA743781E39}" presName="vertSpace2b" presStyleCnt="0"/>
      <dgm:spPr/>
    </dgm:pt>
    <dgm:pt modelId="{4F42B568-F39A-4181-8658-EC1C2143BBA0}" type="pres">
      <dgm:prSet presAssocID="{D206AD7D-6FCF-BA4A-A881-D49C0A782FC3}" presName="horz2" presStyleCnt="0"/>
      <dgm:spPr/>
    </dgm:pt>
    <dgm:pt modelId="{4F8359BF-8C47-4A90-A343-AF5BDC5F9DE8}" type="pres">
      <dgm:prSet presAssocID="{D206AD7D-6FCF-BA4A-A881-D49C0A782FC3}" presName="horzSpace2" presStyleCnt="0"/>
      <dgm:spPr/>
    </dgm:pt>
    <dgm:pt modelId="{70B24025-E2C6-417F-99E1-3AE2064C772D}" type="pres">
      <dgm:prSet presAssocID="{D206AD7D-6FCF-BA4A-A881-D49C0A782FC3}" presName="tx2" presStyleLbl="revTx" presStyleIdx="7" presStyleCnt="10"/>
      <dgm:spPr/>
      <dgm:t>
        <a:bodyPr/>
        <a:lstStyle/>
        <a:p>
          <a:endParaRPr lang="es-ES"/>
        </a:p>
      </dgm:t>
    </dgm:pt>
    <dgm:pt modelId="{7CEB9B09-60D8-4882-A2D8-38EF68D5C19F}" type="pres">
      <dgm:prSet presAssocID="{D206AD7D-6FCF-BA4A-A881-D49C0A782FC3}" presName="vert2" presStyleCnt="0"/>
      <dgm:spPr/>
    </dgm:pt>
    <dgm:pt modelId="{5E350EE4-2D6A-4A16-A0FE-9FACA9074727}" type="pres">
      <dgm:prSet presAssocID="{D206AD7D-6FCF-BA4A-A881-D49C0A782FC3}" presName="thinLine2b" presStyleLbl="callout" presStyleIdx="4" presStyleCnt="7"/>
      <dgm:spPr/>
    </dgm:pt>
    <dgm:pt modelId="{9BB5AFB5-07F7-4132-85A2-44E6D0516C88}" type="pres">
      <dgm:prSet presAssocID="{D206AD7D-6FCF-BA4A-A881-D49C0A782FC3}" presName="vertSpace2b" presStyleCnt="0"/>
      <dgm:spPr/>
    </dgm:pt>
    <dgm:pt modelId="{CFD8E1A3-90D3-46A8-AE85-EB36E0237BB5}" type="pres">
      <dgm:prSet presAssocID="{3440283F-7B94-41E1-A678-109BA5967928}" presName="horz2" presStyleCnt="0"/>
      <dgm:spPr/>
    </dgm:pt>
    <dgm:pt modelId="{274EF02C-7D1A-409B-A859-EE71E535A688}" type="pres">
      <dgm:prSet presAssocID="{3440283F-7B94-41E1-A678-109BA5967928}" presName="horzSpace2" presStyleCnt="0"/>
      <dgm:spPr/>
    </dgm:pt>
    <dgm:pt modelId="{1AB85A7C-0FFD-4546-B83C-987E91EDF1C9}" type="pres">
      <dgm:prSet presAssocID="{3440283F-7B94-41E1-A678-109BA5967928}" presName="tx2" presStyleLbl="revTx" presStyleIdx="8" presStyleCnt="10"/>
      <dgm:spPr/>
      <dgm:t>
        <a:bodyPr/>
        <a:lstStyle/>
        <a:p>
          <a:endParaRPr lang="es-ES"/>
        </a:p>
      </dgm:t>
    </dgm:pt>
    <dgm:pt modelId="{6F7BAE7F-F22E-4343-8455-8D1D04AE6291}" type="pres">
      <dgm:prSet presAssocID="{3440283F-7B94-41E1-A678-109BA5967928}" presName="vert2" presStyleCnt="0"/>
      <dgm:spPr/>
    </dgm:pt>
    <dgm:pt modelId="{DF72560F-E95F-423D-A8FF-AAE8DAA00A74}" type="pres">
      <dgm:prSet presAssocID="{3440283F-7B94-41E1-A678-109BA5967928}" presName="thinLine2b" presStyleLbl="callout" presStyleIdx="5" presStyleCnt="7"/>
      <dgm:spPr/>
    </dgm:pt>
    <dgm:pt modelId="{D8D1CF1A-EF09-4022-8D03-FD002D4FE754}" type="pres">
      <dgm:prSet presAssocID="{3440283F-7B94-41E1-A678-109BA5967928}" presName="vertSpace2b" presStyleCnt="0"/>
      <dgm:spPr/>
    </dgm:pt>
    <dgm:pt modelId="{00451E5C-D19E-4AC4-8C6F-60950BA475F2}" type="pres">
      <dgm:prSet presAssocID="{5B536FDF-F2F3-4D05-AF9A-89E79C92380B}" presName="horz2" presStyleCnt="0"/>
      <dgm:spPr/>
    </dgm:pt>
    <dgm:pt modelId="{3C367370-E70B-40CC-9DCF-3FC0C33EDE1B}" type="pres">
      <dgm:prSet presAssocID="{5B536FDF-F2F3-4D05-AF9A-89E79C92380B}" presName="horzSpace2" presStyleCnt="0"/>
      <dgm:spPr/>
    </dgm:pt>
    <dgm:pt modelId="{EDBBCE88-88E0-4C06-BA01-B4EFB6C685E1}" type="pres">
      <dgm:prSet presAssocID="{5B536FDF-F2F3-4D05-AF9A-89E79C92380B}" presName="tx2" presStyleLbl="revTx" presStyleIdx="9" presStyleCnt="10"/>
      <dgm:spPr/>
      <dgm:t>
        <a:bodyPr/>
        <a:lstStyle/>
        <a:p>
          <a:endParaRPr lang="es-ES"/>
        </a:p>
      </dgm:t>
    </dgm:pt>
    <dgm:pt modelId="{5EA7847F-7A65-4DE6-AFB0-0784772E4EA1}" type="pres">
      <dgm:prSet presAssocID="{5B536FDF-F2F3-4D05-AF9A-89E79C92380B}" presName="vert2" presStyleCnt="0"/>
      <dgm:spPr/>
    </dgm:pt>
    <dgm:pt modelId="{22FFB06E-FF71-449B-9AA1-BDA4A6D85DF8}" type="pres">
      <dgm:prSet presAssocID="{5B536FDF-F2F3-4D05-AF9A-89E79C92380B}" presName="thinLine2b" presStyleLbl="callout" presStyleIdx="6" presStyleCnt="7"/>
      <dgm:spPr/>
    </dgm:pt>
    <dgm:pt modelId="{D29BEB5B-2E19-4BA8-823B-ABEF6ECE6E88}" type="pres">
      <dgm:prSet presAssocID="{5B536FDF-F2F3-4D05-AF9A-89E79C92380B}" presName="vertSpace2b" presStyleCnt="0"/>
      <dgm:spPr/>
    </dgm:pt>
  </dgm:ptLst>
  <dgm:cxnLst>
    <dgm:cxn modelId="{2B3AB939-F741-4B55-BCEC-AC60F4C0DC14}" srcId="{A00DC1EC-B999-A640-8654-4E50ABDDE020}" destId="{3440283F-7B94-41E1-A678-109BA5967928}" srcOrd="2" destOrd="0" parTransId="{620191C0-423A-4FE9-A4F1-5C5D36C0C76E}" sibTransId="{23C99D01-59D4-4C59-997C-A7CC57B9FF58}"/>
    <dgm:cxn modelId="{DBA51B96-2BDF-C04D-8EE9-74101BC05F2E}" srcId="{A00DC1EC-B999-A640-8654-4E50ABDDE020}" destId="{D206AD7D-6FCF-BA4A-A881-D49C0A782FC3}" srcOrd="1" destOrd="0" parTransId="{2FAF4929-896A-4142-A9D4-FCF51F2A7AA6}" sibTransId="{948F4234-2DCD-C24A-ABA8-79BDA4601848}"/>
    <dgm:cxn modelId="{B913582A-C51A-7948-8CD7-0EAADAC6E1E7}" srcId="{D1D10F65-8C36-4800-AD9D-4A75930380A4}" destId="{9C0C5B6B-88B0-0644-95CC-DA013289C236}" srcOrd="0" destOrd="0" parTransId="{B8FBE750-BA08-3745-BDB2-8DE244854305}" sibTransId="{7720ED4A-2659-4441-8B8A-B12AAECACA03}"/>
    <dgm:cxn modelId="{9F261941-24ED-402A-AAD4-7E453770E726}" type="presOf" srcId="{EA05A323-1CD6-E844-BD1C-19A2225C0340}" destId="{821592CB-BF1E-40A4-88FF-532C668728A8}" srcOrd="0" destOrd="0" presId="urn:microsoft.com/office/officeart/2008/layout/LinedList"/>
    <dgm:cxn modelId="{BE140C54-7845-4FA6-BD16-779C89E4A191}" type="presOf" srcId="{C067AB59-C7C5-C74B-8B60-2FA743781E39}" destId="{CECABC1D-D0D2-4346-AB17-5BDF3AE0B320}" srcOrd="0" destOrd="0" presId="urn:microsoft.com/office/officeart/2008/layout/LinedList"/>
    <dgm:cxn modelId="{88CAD25B-4863-724E-A8BB-5EA65B911430}" type="presOf" srcId="{C3CE8D9A-2F5F-E04C-AF81-B61DA3187B58}" destId="{A4615577-DB07-0E46-BAD9-752076C1E8EB}" srcOrd="0" destOrd="0" presId="urn:microsoft.com/office/officeart/2008/layout/LinedList"/>
    <dgm:cxn modelId="{170E0A80-D936-D547-94C5-570AC1082D21}" srcId="{D1D10F65-8C36-4800-AD9D-4A75930380A4}" destId="{EA05A323-1CD6-E844-BD1C-19A2225C0340}" srcOrd="2" destOrd="0" parTransId="{30E5782B-3D30-E84E-8B09-5F18CE4DBC15}" sibTransId="{A735D71C-2096-F344-B726-857D36F14FEB}"/>
    <dgm:cxn modelId="{6FCFE956-A4B8-4040-A710-4C204E8AB087}" type="presOf" srcId="{5B536FDF-F2F3-4D05-AF9A-89E79C92380B}" destId="{EDBBCE88-88E0-4C06-BA01-B4EFB6C685E1}" srcOrd="0" destOrd="0" presId="urn:microsoft.com/office/officeart/2008/layout/LinedList"/>
    <dgm:cxn modelId="{7D1D3080-7900-4CC4-B4C0-BD39D5B7C3EE}" srcId="{C3CE8D9A-2F5F-E04C-AF81-B61DA3187B58}" destId="{D1D10F65-8C36-4800-AD9D-4A75930380A4}" srcOrd="1" destOrd="0" parTransId="{90F18EEC-639F-4363-B4CF-89223F0F6C38}" sibTransId="{99324C82-0C51-4B8E-B7FB-AB0EDB6CDB40}"/>
    <dgm:cxn modelId="{AFE1BFFD-BCE2-4B07-8778-349DF1D2A1BC}" type="presOf" srcId="{D206AD7D-6FCF-BA4A-A881-D49C0A782FC3}" destId="{70B24025-E2C6-417F-99E1-3AE2064C772D}" srcOrd="0" destOrd="0" presId="urn:microsoft.com/office/officeart/2008/layout/LinedList"/>
    <dgm:cxn modelId="{A6D8CB4F-A1A9-2F46-90C6-E855915DE40A}" srcId="{C3CE8D9A-2F5F-E04C-AF81-B61DA3187B58}" destId="{2D50EED0-437B-1441-8B3B-81295EA238A9}" srcOrd="0" destOrd="0" parTransId="{A6EDC655-C7CF-5442-9A95-DD52945DD4C2}" sibTransId="{12B35025-375E-9C48-AEA1-E8FB9BD8A8AD}"/>
    <dgm:cxn modelId="{2FE6312A-8E9C-42E4-A35F-065C47954353}" type="presOf" srcId="{D1D10F65-8C36-4800-AD9D-4A75930380A4}" destId="{792A15AE-68CB-4B5E-A488-D8B2430819E0}" srcOrd="0" destOrd="0" presId="urn:microsoft.com/office/officeart/2008/layout/LinedList"/>
    <dgm:cxn modelId="{58BCC5C7-FCA9-1D45-B91A-2E90277F1164}" type="presOf" srcId="{2D50EED0-437B-1441-8B3B-81295EA238A9}" destId="{0FAAA673-A6AE-2E48-9396-AEC5BB305A0E}" srcOrd="0" destOrd="0" presId="urn:microsoft.com/office/officeart/2008/layout/LinedList"/>
    <dgm:cxn modelId="{FA015F84-3A27-6341-B5E5-5AAABF15FCA7}" srcId="{A00DC1EC-B999-A640-8654-4E50ABDDE020}" destId="{C067AB59-C7C5-C74B-8B60-2FA743781E39}" srcOrd="0" destOrd="0" parTransId="{E4F708B6-A4DC-E54B-965A-6A91932F4F21}" sibTransId="{07AED4AD-A571-FA4C-8F60-2811AAEB8399}"/>
    <dgm:cxn modelId="{3E29948C-DFFC-AB42-9C68-F162D26487F0}" type="presOf" srcId="{A00DC1EC-B999-A640-8654-4E50ABDDE020}" destId="{9891002C-403A-A043-B663-E6FEB51C2557}" srcOrd="0" destOrd="0" presId="urn:microsoft.com/office/officeart/2008/layout/LinedList"/>
    <dgm:cxn modelId="{3BDFFADE-29A9-481E-B58F-434B0C851ADE}" type="presOf" srcId="{4D7DCE72-F1C7-3648-B096-B3BF2FA1BA56}" destId="{F1E3A902-B27E-4D1E-9D62-838DBF77570E}" srcOrd="0" destOrd="0" presId="urn:microsoft.com/office/officeart/2008/layout/LinedList"/>
    <dgm:cxn modelId="{366F432C-1A26-4011-8836-F1CB5F23632D}" srcId="{A00DC1EC-B999-A640-8654-4E50ABDDE020}" destId="{5B536FDF-F2F3-4D05-AF9A-89E79C92380B}" srcOrd="3" destOrd="0" parTransId="{56E7C592-F553-41EA-A0F8-EBF440BF702D}" sibTransId="{3DAEA229-1474-4E45-A55F-BA78088D2142}"/>
    <dgm:cxn modelId="{85AEC94C-8398-42E2-BCFF-BE328E528E4F}" type="presOf" srcId="{9C0C5B6B-88B0-0644-95CC-DA013289C236}" destId="{520D1D2C-1114-41BF-8F7E-61F71B01A781}" srcOrd="0" destOrd="0" presId="urn:microsoft.com/office/officeart/2008/layout/LinedList"/>
    <dgm:cxn modelId="{57DCF56E-A877-4D98-80BC-07F249D9A3FF}" type="presOf" srcId="{3440283F-7B94-41E1-A678-109BA5967928}" destId="{1AB85A7C-0FFD-4546-B83C-987E91EDF1C9}" srcOrd="0" destOrd="0" presId="urn:microsoft.com/office/officeart/2008/layout/LinedList"/>
    <dgm:cxn modelId="{C36FE991-C046-254D-B645-ED7CD9E49D91}" srcId="{C3CE8D9A-2F5F-E04C-AF81-B61DA3187B58}" destId="{A00DC1EC-B999-A640-8654-4E50ABDDE020}" srcOrd="2" destOrd="0" parTransId="{C1FC985A-8FE8-944A-89F3-975B9C62D138}" sibTransId="{48BA50DD-A1B0-B142-8134-1733EC7E096A}"/>
    <dgm:cxn modelId="{CEF75630-A106-2C4A-813E-06273EBC269D}" srcId="{D1D10F65-8C36-4800-AD9D-4A75930380A4}" destId="{4D7DCE72-F1C7-3648-B096-B3BF2FA1BA56}" srcOrd="1" destOrd="0" parTransId="{4130B51B-54F0-CE46-A291-A4358F1F6F5A}" sibTransId="{44AA0FEF-23B0-9044-91B0-9D01CCB0457B}"/>
    <dgm:cxn modelId="{F847C799-CF4D-0742-BA1D-DB6A69BE9CAE}" type="presParOf" srcId="{A4615577-DB07-0E46-BAD9-752076C1E8EB}" destId="{A70494F9-BBC6-9B4D-ABE0-28B7062A7EEA}" srcOrd="0" destOrd="0" presId="urn:microsoft.com/office/officeart/2008/layout/LinedList"/>
    <dgm:cxn modelId="{3EBEC4A5-21B2-A747-A42E-41991220DD01}" type="presParOf" srcId="{A4615577-DB07-0E46-BAD9-752076C1E8EB}" destId="{4DE94855-2BF1-EB40-B090-FE0F9B4B301E}" srcOrd="1" destOrd="0" presId="urn:microsoft.com/office/officeart/2008/layout/LinedList"/>
    <dgm:cxn modelId="{C5497088-D00C-AD4C-8494-11AF8A09FCB0}" type="presParOf" srcId="{4DE94855-2BF1-EB40-B090-FE0F9B4B301E}" destId="{0FAAA673-A6AE-2E48-9396-AEC5BB305A0E}" srcOrd="0" destOrd="0" presId="urn:microsoft.com/office/officeart/2008/layout/LinedList"/>
    <dgm:cxn modelId="{E800DCED-F52F-284F-9329-D589974BEF18}" type="presParOf" srcId="{4DE94855-2BF1-EB40-B090-FE0F9B4B301E}" destId="{4D92E349-5F1C-414C-955E-416A7CFBF9E9}" srcOrd="1" destOrd="0" presId="urn:microsoft.com/office/officeart/2008/layout/LinedList"/>
    <dgm:cxn modelId="{4DB7B23E-B30F-4C81-8ACC-F20339733989}" type="presParOf" srcId="{A4615577-DB07-0E46-BAD9-752076C1E8EB}" destId="{4324E71C-51E4-4FFA-9638-472734009553}" srcOrd="2" destOrd="0" presId="urn:microsoft.com/office/officeart/2008/layout/LinedList"/>
    <dgm:cxn modelId="{5F89DA01-B92A-4DC0-9CEE-1F6FA1D40ECE}" type="presParOf" srcId="{A4615577-DB07-0E46-BAD9-752076C1E8EB}" destId="{35D4AF3C-4879-491B-8004-F3B88F6D9FB5}" srcOrd="3" destOrd="0" presId="urn:microsoft.com/office/officeart/2008/layout/LinedList"/>
    <dgm:cxn modelId="{F3D6BEA2-B2D9-4B81-A154-A2B392387994}" type="presParOf" srcId="{35D4AF3C-4879-491B-8004-F3B88F6D9FB5}" destId="{792A15AE-68CB-4B5E-A488-D8B2430819E0}" srcOrd="0" destOrd="0" presId="urn:microsoft.com/office/officeart/2008/layout/LinedList"/>
    <dgm:cxn modelId="{F7785119-16D5-4918-A11C-76CAE3186FCE}" type="presParOf" srcId="{35D4AF3C-4879-491B-8004-F3B88F6D9FB5}" destId="{162AB6D4-F395-4B55-9519-21B610CC0382}" srcOrd="1" destOrd="0" presId="urn:microsoft.com/office/officeart/2008/layout/LinedList"/>
    <dgm:cxn modelId="{B8EBD6DE-7A50-4C60-B506-ECD05FE59218}" type="presParOf" srcId="{162AB6D4-F395-4B55-9519-21B610CC0382}" destId="{412C8F4B-57E8-4EE2-95F4-7EAB16DF68B6}" srcOrd="0" destOrd="0" presId="urn:microsoft.com/office/officeart/2008/layout/LinedList"/>
    <dgm:cxn modelId="{956FD370-326D-4EB3-801A-A29C8A2FA36A}" type="presParOf" srcId="{162AB6D4-F395-4B55-9519-21B610CC0382}" destId="{706ACAA7-2B5D-4D39-81AB-5DAABC04EC1D}" srcOrd="1" destOrd="0" presId="urn:microsoft.com/office/officeart/2008/layout/LinedList"/>
    <dgm:cxn modelId="{A39098EB-962C-4166-8037-F95585B9F478}" type="presParOf" srcId="{706ACAA7-2B5D-4D39-81AB-5DAABC04EC1D}" destId="{3456CDB8-701B-42F1-87C2-C295CD1E48EE}" srcOrd="0" destOrd="0" presId="urn:microsoft.com/office/officeart/2008/layout/LinedList"/>
    <dgm:cxn modelId="{342403CE-B025-4D29-8793-EA37F41E586D}" type="presParOf" srcId="{706ACAA7-2B5D-4D39-81AB-5DAABC04EC1D}" destId="{520D1D2C-1114-41BF-8F7E-61F71B01A781}" srcOrd="1" destOrd="0" presId="urn:microsoft.com/office/officeart/2008/layout/LinedList"/>
    <dgm:cxn modelId="{25A3F28B-6CD7-4F31-890F-F8CF5F90629E}" type="presParOf" srcId="{706ACAA7-2B5D-4D39-81AB-5DAABC04EC1D}" destId="{D6DDDC7E-F1A5-4153-9143-0972F5C1698F}" srcOrd="2" destOrd="0" presId="urn:microsoft.com/office/officeart/2008/layout/LinedList"/>
    <dgm:cxn modelId="{4E8BB94C-449C-4BAA-89E5-7B4012CC296E}" type="presParOf" srcId="{162AB6D4-F395-4B55-9519-21B610CC0382}" destId="{0A0EB41C-54BD-4DBD-AE20-1F9966450DC3}" srcOrd="2" destOrd="0" presId="urn:microsoft.com/office/officeart/2008/layout/LinedList"/>
    <dgm:cxn modelId="{AB79C922-1D85-4408-9FB6-F8CFB8C36573}" type="presParOf" srcId="{162AB6D4-F395-4B55-9519-21B610CC0382}" destId="{BD1DC2FA-97F1-47D7-B64D-204FB692D739}" srcOrd="3" destOrd="0" presId="urn:microsoft.com/office/officeart/2008/layout/LinedList"/>
    <dgm:cxn modelId="{6F9AF466-E2B6-4D13-8F7D-DC885CC31B1D}" type="presParOf" srcId="{162AB6D4-F395-4B55-9519-21B610CC0382}" destId="{AA817BFD-CFD8-4863-BA21-FE68B817CC3C}" srcOrd="4" destOrd="0" presId="urn:microsoft.com/office/officeart/2008/layout/LinedList"/>
    <dgm:cxn modelId="{A4CC1812-D46A-48BC-9422-20B9EC6ECAAB}" type="presParOf" srcId="{AA817BFD-CFD8-4863-BA21-FE68B817CC3C}" destId="{BD57D683-A942-4221-A2F2-BB0CF711AC57}" srcOrd="0" destOrd="0" presId="urn:microsoft.com/office/officeart/2008/layout/LinedList"/>
    <dgm:cxn modelId="{5AA14EA0-0813-473C-8163-DCE2FD80C8FD}" type="presParOf" srcId="{AA817BFD-CFD8-4863-BA21-FE68B817CC3C}" destId="{F1E3A902-B27E-4D1E-9D62-838DBF77570E}" srcOrd="1" destOrd="0" presId="urn:microsoft.com/office/officeart/2008/layout/LinedList"/>
    <dgm:cxn modelId="{F341795B-4F8D-40FC-BB87-DB28B4CBE845}" type="presParOf" srcId="{AA817BFD-CFD8-4863-BA21-FE68B817CC3C}" destId="{4F138E20-5633-4DCC-BBC2-20DFBFC7868F}" srcOrd="2" destOrd="0" presId="urn:microsoft.com/office/officeart/2008/layout/LinedList"/>
    <dgm:cxn modelId="{60B4EA34-669B-44B0-849E-7820221DB9C4}" type="presParOf" srcId="{162AB6D4-F395-4B55-9519-21B610CC0382}" destId="{2B79C5B5-7045-4C8A-A0D3-ED34D320DACE}" srcOrd="5" destOrd="0" presId="urn:microsoft.com/office/officeart/2008/layout/LinedList"/>
    <dgm:cxn modelId="{7E569D0C-3428-435B-AF6F-5E8C383648C2}" type="presParOf" srcId="{162AB6D4-F395-4B55-9519-21B610CC0382}" destId="{8C3B0260-807F-409D-975C-EBFF816514C3}" srcOrd="6" destOrd="0" presId="urn:microsoft.com/office/officeart/2008/layout/LinedList"/>
    <dgm:cxn modelId="{8F968DE2-01A0-490A-A10A-5EF138830341}" type="presParOf" srcId="{162AB6D4-F395-4B55-9519-21B610CC0382}" destId="{DCC37064-A6D2-4A55-A252-3829429045E5}" srcOrd="7" destOrd="0" presId="urn:microsoft.com/office/officeart/2008/layout/LinedList"/>
    <dgm:cxn modelId="{F7599D3A-2E6E-4C65-9E0D-25F128761943}" type="presParOf" srcId="{DCC37064-A6D2-4A55-A252-3829429045E5}" destId="{AF620EF4-9246-40B0-95DD-0F97FD557889}" srcOrd="0" destOrd="0" presId="urn:microsoft.com/office/officeart/2008/layout/LinedList"/>
    <dgm:cxn modelId="{BCF95899-7917-4EDB-8FD2-FCB40A438ECB}" type="presParOf" srcId="{DCC37064-A6D2-4A55-A252-3829429045E5}" destId="{821592CB-BF1E-40A4-88FF-532C668728A8}" srcOrd="1" destOrd="0" presId="urn:microsoft.com/office/officeart/2008/layout/LinedList"/>
    <dgm:cxn modelId="{51DE40F6-3A87-480E-99D8-89C0632D8E40}" type="presParOf" srcId="{DCC37064-A6D2-4A55-A252-3829429045E5}" destId="{4A2BC687-FFD6-4EBF-9A58-5F5A5936D128}" srcOrd="2" destOrd="0" presId="urn:microsoft.com/office/officeart/2008/layout/LinedList"/>
    <dgm:cxn modelId="{ACEB100A-F77A-4DDF-BF04-639FA07CDC79}" type="presParOf" srcId="{162AB6D4-F395-4B55-9519-21B610CC0382}" destId="{AFB2C275-AEA0-46EA-8FAC-DEEB17253C42}" srcOrd="8" destOrd="0" presId="urn:microsoft.com/office/officeart/2008/layout/LinedList"/>
    <dgm:cxn modelId="{48D32097-7681-4FF5-B71E-2581D6375AB7}" type="presParOf" srcId="{162AB6D4-F395-4B55-9519-21B610CC0382}" destId="{B63F60B4-89E7-4E26-9559-C63693EDEACE}" srcOrd="9" destOrd="0" presId="urn:microsoft.com/office/officeart/2008/layout/LinedList"/>
    <dgm:cxn modelId="{35AF335E-5A39-7049-B788-36F0EF331E73}" type="presParOf" srcId="{A4615577-DB07-0E46-BAD9-752076C1E8EB}" destId="{B2F277F3-7CF1-994E-B28A-0B3155C31199}" srcOrd="4" destOrd="0" presId="urn:microsoft.com/office/officeart/2008/layout/LinedList"/>
    <dgm:cxn modelId="{5F47EFD6-2CBD-894E-8B6E-5A8B8B366D05}" type="presParOf" srcId="{A4615577-DB07-0E46-BAD9-752076C1E8EB}" destId="{0C40495D-3188-9E48-A89E-F64BB2F461F5}" srcOrd="5" destOrd="0" presId="urn:microsoft.com/office/officeart/2008/layout/LinedList"/>
    <dgm:cxn modelId="{E3857465-52FE-4043-A3F9-DA9E495DC241}" type="presParOf" srcId="{0C40495D-3188-9E48-A89E-F64BB2F461F5}" destId="{9891002C-403A-A043-B663-E6FEB51C2557}" srcOrd="0" destOrd="0" presId="urn:microsoft.com/office/officeart/2008/layout/LinedList"/>
    <dgm:cxn modelId="{A92C2B0F-4EC0-EE40-994C-464482B0D0DE}" type="presParOf" srcId="{0C40495D-3188-9E48-A89E-F64BB2F461F5}" destId="{84783DB1-8E64-8549-92F0-B23833CEE8B0}" srcOrd="1" destOrd="0" presId="urn:microsoft.com/office/officeart/2008/layout/LinedList"/>
    <dgm:cxn modelId="{EA0B3910-EB80-4029-B60B-20F24CE2843C}" type="presParOf" srcId="{84783DB1-8E64-8549-92F0-B23833CEE8B0}" destId="{7639A2F8-0310-4BED-B4BD-EAB6A5C40B77}" srcOrd="0" destOrd="0" presId="urn:microsoft.com/office/officeart/2008/layout/LinedList"/>
    <dgm:cxn modelId="{99DBFB21-0FC2-4CBA-BB47-36270808838D}" type="presParOf" srcId="{84783DB1-8E64-8549-92F0-B23833CEE8B0}" destId="{6A69390F-9BF9-4ABA-8159-EAF93506C37D}" srcOrd="1" destOrd="0" presId="urn:microsoft.com/office/officeart/2008/layout/LinedList"/>
    <dgm:cxn modelId="{E87F3EA4-77CE-4F0C-A375-D165481E49A8}" type="presParOf" srcId="{6A69390F-9BF9-4ABA-8159-EAF93506C37D}" destId="{80389192-84FD-488B-A175-87A5FB0572BA}" srcOrd="0" destOrd="0" presId="urn:microsoft.com/office/officeart/2008/layout/LinedList"/>
    <dgm:cxn modelId="{98F27296-CAFF-422A-B24C-47C3377364FE}" type="presParOf" srcId="{6A69390F-9BF9-4ABA-8159-EAF93506C37D}" destId="{CECABC1D-D0D2-4346-AB17-5BDF3AE0B320}" srcOrd="1" destOrd="0" presId="urn:microsoft.com/office/officeart/2008/layout/LinedList"/>
    <dgm:cxn modelId="{052522D8-E186-4A8F-8FE7-EA5F2E68B10F}" type="presParOf" srcId="{6A69390F-9BF9-4ABA-8159-EAF93506C37D}" destId="{C56FE37B-F98C-4D15-95CF-6DC56554B5B4}" srcOrd="2" destOrd="0" presId="urn:microsoft.com/office/officeart/2008/layout/LinedList"/>
    <dgm:cxn modelId="{7C9E3284-09F1-4CA9-82F8-E7DCFD250D0D}" type="presParOf" srcId="{84783DB1-8E64-8549-92F0-B23833CEE8B0}" destId="{5D84D3DB-F553-4712-A813-E34BD39795E9}" srcOrd="2" destOrd="0" presId="urn:microsoft.com/office/officeart/2008/layout/LinedList"/>
    <dgm:cxn modelId="{ECC376FD-6EF2-45B9-BD59-10867BC46682}" type="presParOf" srcId="{84783DB1-8E64-8549-92F0-B23833CEE8B0}" destId="{2128B8DA-3804-468D-B525-5F0093F85BA2}" srcOrd="3" destOrd="0" presId="urn:microsoft.com/office/officeart/2008/layout/LinedList"/>
    <dgm:cxn modelId="{48D72E68-5752-4B2B-9C23-189D22095748}" type="presParOf" srcId="{84783DB1-8E64-8549-92F0-B23833CEE8B0}" destId="{4F42B568-F39A-4181-8658-EC1C2143BBA0}" srcOrd="4" destOrd="0" presId="urn:microsoft.com/office/officeart/2008/layout/LinedList"/>
    <dgm:cxn modelId="{7B8AE250-CE81-48B4-9208-19C32DF7C56A}" type="presParOf" srcId="{4F42B568-F39A-4181-8658-EC1C2143BBA0}" destId="{4F8359BF-8C47-4A90-A343-AF5BDC5F9DE8}" srcOrd="0" destOrd="0" presId="urn:microsoft.com/office/officeart/2008/layout/LinedList"/>
    <dgm:cxn modelId="{0C28ACEF-4949-4BC4-8F57-81F3A45D35D3}" type="presParOf" srcId="{4F42B568-F39A-4181-8658-EC1C2143BBA0}" destId="{70B24025-E2C6-417F-99E1-3AE2064C772D}" srcOrd="1" destOrd="0" presId="urn:microsoft.com/office/officeart/2008/layout/LinedList"/>
    <dgm:cxn modelId="{E92263C1-B8F6-4C1D-9693-B108FE254198}" type="presParOf" srcId="{4F42B568-F39A-4181-8658-EC1C2143BBA0}" destId="{7CEB9B09-60D8-4882-A2D8-38EF68D5C19F}" srcOrd="2" destOrd="0" presId="urn:microsoft.com/office/officeart/2008/layout/LinedList"/>
    <dgm:cxn modelId="{21102A85-9357-401E-A673-0BF1CA8FA349}" type="presParOf" srcId="{84783DB1-8E64-8549-92F0-B23833CEE8B0}" destId="{5E350EE4-2D6A-4A16-A0FE-9FACA9074727}" srcOrd="5" destOrd="0" presId="urn:microsoft.com/office/officeart/2008/layout/LinedList"/>
    <dgm:cxn modelId="{9B609360-89AD-4D2E-BC1F-E6E995D442B6}" type="presParOf" srcId="{84783DB1-8E64-8549-92F0-B23833CEE8B0}" destId="{9BB5AFB5-07F7-4132-85A2-44E6D0516C88}" srcOrd="6" destOrd="0" presId="urn:microsoft.com/office/officeart/2008/layout/LinedList"/>
    <dgm:cxn modelId="{B47D9EEA-531A-408A-B090-E475DC65E74E}" type="presParOf" srcId="{84783DB1-8E64-8549-92F0-B23833CEE8B0}" destId="{CFD8E1A3-90D3-46A8-AE85-EB36E0237BB5}" srcOrd="7" destOrd="0" presId="urn:microsoft.com/office/officeart/2008/layout/LinedList"/>
    <dgm:cxn modelId="{1CBE25E4-EADF-4AAE-87EC-0BCA7409E3B2}" type="presParOf" srcId="{CFD8E1A3-90D3-46A8-AE85-EB36E0237BB5}" destId="{274EF02C-7D1A-409B-A859-EE71E535A688}" srcOrd="0" destOrd="0" presId="urn:microsoft.com/office/officeart/2008/layout/LinedList"/>
    <dgm:cxn modelId="{54B6A375-8841-450A-97F1-0DBCCB36C37E}" type="presParOf" srcId="{CFD8E1A3-90D3-46A8-AE85-EB36E0237BB5}" destId="{1AB85A7C-0FFD-4546-B83C-987E91EDF1C9}" srcOrd="1" destOrd="0" presId="urn:microsoft.com/office/officeart/2008/layout/LinedList"/>
    <dgm:cxn modelId="{7F9619CE-2F45-4ACE-ADA7-09AC737613F7}" type="presParOf" srcId="{CFD8E1A3-90D3-46A8-AE85-EB36E0237BB5}" destId="{6F7BAE7F-F22E-4343-8455-8D1D04AE6291}" srcOrd="2" destOrd="0" presId="urn:microsoft.com/office/officeart/2008/layout/LinedList"/>
    <dgm:cxn modelId="{FB008851-06D7-4855-A24F-22E0D73AB55F}" type="presParOf" srcId="{84783DB1-8E64-8549-92F0-B23833CEE8B0}" destId="{DF72560F-E95F-423D-A8FF-AAE8DAA00A74}" srcOrd="8" destOrd="0" presId="urn:microsoft.com/office/officeart/2008/layout/LinedList"/>
    <dgm:cxn modelId="{F864CF38-EDB0-4C21-B8CD-8F6468AED3AB}" type="presParOf" srcId="{84783DB1-8E64-8549-92F0-B23833CEE8B0}" destId="{D8D1CF1A-EF09-4022-8D03-FD002D4FE754}" srcOrd="9" destOrd="0" presId="urn:microsoft.com/office/officeart/2008/layout/LinedList"/>
    <dgm:cxn modelId="{FA6E8390-3117-4B0E-A8CD-C8525D3476EE}" type="presParOf" srcId="{84783DB1-8E64-8549-92F0-B23833CEE8B0}" destId="{00451E5C-D19E-4AC4-8C6F-60950BA475F2}" srcOrd="10" destOrd="0" presId="urn:microsoft.com/office/officeart/2008/layout/LinedList"/>
    <dgm:cxn modelId="{A1DC1013-3554-4925-8C05-0BA40D7B62CE}" type="presParOf" srcId="{00451E5C-D19E-4AC4-8C6F-60950BA475F2}" destId="{3C367370-E70B-40CC-9DCF-3FC0C33EDE1B}" srcOrd="0" destOrd="0" presId="urn:microsoft.com/office/officeart/2008/layout/LinedList"/>
    <dgm:cxn modelId="{5DEED33B-11D0-4E73-B9C5-AC7FE88CE993}" type="presParOf" srcId="{00451E5C-D19E-4AC4-8C6F-60950BA475F2}" destId="{EDBBCE88-88E0-4C06-BA01-B4EFB6C685E1}" srcOrd="1" destOrd="0" presId="urn:microsoft.com/office/officeart/2008/layout/LinedList"/>
    <dgm:cxn modelId="{13C1FCD6-38EA-422D-AE65-723CF6BA7FF9}" type="presParOf" srcId="{00451E5C-D19E-4AC4-8C6F-60950BA475F2}" destId="{5EA7847F-7A65-4DE6-AFB0-0784772E4EA1}" srcOrd="2" destOrd="0" presId="urn:microsoft.com/office/officeart/2008/layout/LinedList"/>
    <dgm:cxn modelId="{36F58C88-C89C-4347-A57A-4CC7FDCF4B52}" type="presParOf" srcId="{84783DB1-8E64-8549-92F0-B23833CEE8B0}" destId="{22FFB06E-FF71-449B-9AA1-BDA4A6D85DF8}" srcOrd="11" destOrd="0" presId="urn:microsoft.com/office/officeart/2008/layout/LinedList"/>
    <dgm:cxn modelId="{8343C662-277E-438C-9E8E-2477EFCDC4EE}" type="presParOf" srcId="{84783DB1-8E64-8549-92F0-B23833CEE8B0}" destId="{D29BEB5B-2E19-4BA8-823B-ABEF6ECE6E88}" srcOrd="12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34ECC4CC-C8AB-4611-9845-78775C026179}" type="doc">
      <dgm:prSet loTypeId="urn:microsoft.com/office/officeart/2005/8/layout/cycle3" loCatId="cycle" qsTypeId="urn:microsoft.com/office/officeart/2005/8/quickstyle/3d2" qsCatId="3D" csTypeId="urn:microsoft.com/office/officeart/2005/8/colors/colorful1" csCatId="colorful" phldr="1"/>
      <dgm:spPr/>
      <dgm:t>
        <a:bodyPr/>
        <a:lstStyle/>
        <a:p>
          <a:endParaRPr lang="es-ES_tradnl"/>
        </a:p>
      </dgm:t>
    </dgm:pt>
    <dgm:pt modelId="{DE117E4F-72C1-4ADD-B14C-DF55DBEEF3D2}">
      <dgm:prSet phldrT="[Texto]"/>
      <dgm:spPr/>
      <dgm:t>
        <a:bodyPr/>
        <a:lstStyle/>
        <a:p>
          <a:r>
            <a:rPr lang="es-ES_tradnl" dirty="0"/>
            <a:t>Planificar</a:t>
          </a:r>
        </a:p>
      </dgm:t>
    </dgm:pt>
    <dgm:pt modelId="{A34F0A3E-439A-44DA-AFCF-47EFE137B7DA}" type="parTrans" cxnId="{BCDD50C0-0941-43E6-8446-3A5071E00B66}">
      <dgm:prSet/>
      <dgm:spPr/>
      <dgm:t>
        <a:bodyPr/>
        <a:lstStyle/>
        <a:p>
          <a:endParaRPr lang="es-ES_tradnl"/>
        </a:p>
      </dgm:t>
    </dgm:pt>
    <dgm:pt modelId="{FFEA7316-2CA0-472C-9B2F-C313AAC60F85}" type="sibTrans" cxnId="{BCDD50C0-0941-43E6-8446-3A5071E00B66}">
      <dgm:prSet/>
      <dgm:spPr/>
      <dgm:t>
        <a:bodyPr/>
        <a:lstStyle/>
        <a:p>
          <a:endParaRPr lang="es-ES_tradnl"/>
        </a:p>
      </dgm:t>
    </dgm:pt>
    <dgm:pt modelId="{DCA48B4A-39D6-4920-BBA3-57557D0BD85C}">
      <dgm:prSet phldrT="[Texto]"/>
      <dgm:spPr/>
      <dgm:t>
        <a:bodyPr/>
        <a:lstStyle/>
        <a:p>
          <a:r>
            <a:rPr lang="es-ES_tradnl" dirty="0"/>
            <a:t>Hacer</a:t>
          </a:r>
        </a:p>
      </dgm:t>
    </dgm:pt>
    <dgm:pt modelId="{D1EC3635-A97F-473E-84B4-AC2A43450AA1}" type="parTrans" cxnId="{19ACE157-4F8E-4748-AA31-D878FE6D13A7}">
      <dgm:prSet/>
      <dgm:spPr/>
      <dgm:t>
        <a:bodyPr/>
        <a:lstStyle/>
        <a:p>
          <a:endParaRPr lang="es-ES_tradnl"/>
        </a:p>
      </dgm:t>
    </dgm:pt>
    <dgm:pt modelId="{6A6D276A-C01D-4C6F-9EF1-30A3A15AA5D3}" type="sibTrans" cxnId="{19ACE157-4F8E-4748-AA31-D878FE6D13A7}">
      <dgm:prSet/>
      <dgm:spPr/>
      <dgm:t>
        <a:bodyPr/>
        <a:lstStyle/>
        <a:p>
          <a:endParaRPr lang="es-ES_tradnl"/>
        </a:p>
      </dgm:t>
    </dgm:pt>
    <dgm:pt modelId="{BCABFC7F-6CBB-4135-9B91-0270C09D85C9}">
      <dgm:prSet phldrT="[Texto]"/>
      <dgm:spPr/>
      <dgm:t>
        <a:bodyPr/>
        <a:lstStyle/>
        <a:p>
          <a:r>
            <a:rPr lang="es-ES_tradnl" dirty="0"/>
            <a:t>Monitorizar</a:t>
          </a:r>
        </a:p>
      </dgm:t>
    </dgm:pt>
    <dgm:pt modelId="{8B96F567-57BC-4635-A70B-E5676EC73AAC}" type="parTrans" cxnId="{CC17078F-BA99-4715-ACA0-C7840B262F24}">
      <dgm:prSet/>
      <dgm:spPr/>
      <dgm:t>
        <a:bodyPr/>
        <a:lstStyle/>
        <a:p>
          <a:endParaRPr lang="es-ES_tradnl"/>
        </a:p>
      </dgm:t>
    </dgm:pt>
    <dgm:pt modelId="{8C94BB29-6215-495A-994C-2842E78D7B09}" type="sibTrans" cxnId="{CC17078F-BA99-4715-ACA0-C7840B262F24}">
      <dgm:prSet/>
      <dgm:spPr/>
      <dgm:t>
        <a:bodyPr/>
        <a:lstStyle/>
        <a:p>
          <a:endParaRPr lang="es-ES_tradnl"/>
        </a:p>
      </dgm:t>
    </dgm:pt>
    <dgm:pt modelId="{A827AA8E-9589-4F8E-896B-D66279501BD4}">
      <dgm:prSet phldrT="[Texto]"/>
      <dgm:spPr/>
      <dgm:t>
        <a:bodyPr/>
        <a:lstStyle/>
        <a:p>
          <a:r>
            <a:rPr lang="es-ES_tradnl" dirty="0"/>
            <a:t>Actuar</a:t>
          </a:r>
        </a:p>
      </dgm:t>
    </dgm:pt>
    <dgm:pt modelId="{07E03627-5A00-42F7-B726-0C83CE4FA182}" type="parTrans" cxnId="{9CA3808F-54C4-41C2-A608-78AF944191E0}">
      <dgm:prSet/>
      <dgm:spPr/>
      <dgm:t>
        <a:bodyPr/>
        <a:lstStyle/>
        <a:p>
          <a:endParaRPr lang="es-ES_tradnl"/>
        </a:p>
      </dgm:t>
    </dgm:pt>
    <dgm:pt modelId="{455007BE-0A8A-441A-9B2F-B0347C473FF9}" type="sibTrans" cxnId="{9CA3808F-54C4-41C2-A608-78AF944191E0}">
      <dgm:prSet/>
      <dgm:spPr/>
      <dgm:t>
        <a:bodyPr/>
        <a:lstStyle/>
        <a:p>
          <a:endParaRPr lang="es-ES_tradnl"/>
        </a:p>
      </dgm:t>
    </dgm:pt>
    <dgm:pt modelId="{FA5F126C-4D00-4FEC-B71B-FD2F96F9B79C}" type="pres">
      <dgm:prSet presAssocID="{34ECC4CC-C8AB-4611-9845-78775C026179}" presName="Name0" presStyleCnt="0">
        <dgm:presLayoutVars>
          <dgm:dir/>
          <dgm:resizeHandles val="exact"/>
        </dgm:presLayoutVars>
      </dgm:prSet>
      <dgm:spPr/>
      <dgm:t>
        <a:bodyPr/>
        <a:lstStyle/>
        <a:p>
          <a:endParaRPr lang="es-ES"/>
        </a:p>
      </dgm:t>
    </dgm:pt>
    <dgm:pt modelId="{3231BC53-D8ED-4AF2-9C1B-A88E977657A8}" type="pres">
      <dgm:prSet presAssocID="{34ECC4CC-C8AB-4611-9845-78775C026179}" presName="cycle" presStyleCnt="0"/>
      <dgm:spPr/>
    </dgm:pt>
    <dgm:pt modelId="{8DE2072A-129D-4ED2-A2EA-4835686120E4}" type="pres">
      <dgm:prSet presAssocID="{DE117E4F-72C1-4ADD-B14C-DF55DBEEF3D2}" presName="nodeFirstNode" presStyleLbl="node1" presStyleIdx="0" presStyleCnt="4" custRadScaleRad="100094" custRadScaleInc="0">
        <dgm:presLayoutVars>
          <dgm:bulletEnabled val="1"/>
        </dgm:presLayoutVars>
      </dgm:prSet>
      <dgm:spPr/>
      <dgm:t>
        <a:bodyPr/>
        <a:lstStyle/>
        <a:p>
          <a:endParaRPr lang="es-ES"/>
        </a:p>
      </dgm:t>
    </dgm:pt>
    <dgm:pt modelId="{7729D2EE-F3F5-4947-BAD3-F992910D4A8A}" type="pres">
      <dgm:prSet presAssocID="{FFEA7316-2CA0-472C-9B2F-C313AAC60F85}" presName="sibTransFirstNode" presStyleLbl="bgShp" presStyleIdx="0" presStyleCnt="1"/>
      <dgm:spPr/>
      <dgm:t>
        <a:bodyPr/>
        <a:lstStyle/>
        <a:p>
          <a:endParaRPr lang="es-ES"/>
        </a:p>
      </dgm:t>
    </dgm:pt>
    <dgm:pt modelId="{44F1A0CC-49C9-4B0C-B459-27C6274EBE93}" type="pres">
      <dgm:prSet presAssocID="{DCA48B4A-39D6-4920-BBA3-57557D0BD85C}" presName="nodeFollowingNodes" presStyleLbl="node1" presStyleIdx="1" presStyleCnt="4">
        <dgm:presLayoutVars>
          <dgm:bulletEnabled val="1"/>
        </dgm:presLayoutVars>
      </dgm:prSet>
      <dgm:spPr/>
      <dgm:t>
        <a:bodyPr/>
        <a:lstStyle/>
        <a:p>
          <a:endParaRPr lang="es-ES"/>
        </a:p>
      </dgm:t>
    </dgm:pt>
    <dgm:pt modelId="{058EDF98-D69D-4850-A7EE-7423CED16A92}" type="pres">
      <dgm:prSet presAssocID="{BCABFC7F-6CBB-4135-9B91-0270C09D85C9}" presName="nodeFollowingNodes" presStyleLbl="node1" presStyleIdx="2" presStyleCnt="4">
        <dgm:presLayoutVars>
          <dgm:bulletEnabled val="1"/>
        </dgm:presLayoutVars>
      </dgm:prSet>
      <dgm:spPr/>
      <dgm:t>
        <a:bodyPr/>
        <a:lstStyle/>
        <a:p>
          <a:endParaRPr lang="es-ES"/>
        </a:p>
      </dgm:t>
    </dgm:pt>
    <dgm:pt modelId="{38068B84-2D50-4738-AAA8-AE29F2F9B2DC}" type="pres">
      <dgm:prSet presAssocID="{A827AA8E-9589-4F8E-896B-D66279501BD4}" presName="nodeFollowingNodes" presStyleLbl="node1" presStyleIdx="3" presStyleCnt="4">
        <dgm:presLayoutVars>
          <dgm:bulletEnabled val="1"/>
        </dgm:presLayoutVars>
      </dgm:prSet>
      <dgm:spPr/>
      <dgm:t>
        <a:bodyPr/>
        <a:lstStyle/>
        <a:p>
          <a:endParaRPr lang="es-ES"/>
        </a:p>
      </dgm:t>
    </dgm:pt>
  </dgm:ptLst>
  <dgm:cxnLst>
    <dgm:cxn modelId="{CC17078F-BA99-4715-ACA0-C7840B262F24}" srcId="{34ECC4CC-C8AB-4611-9845-78775C026179}" destId="{BCABFC7F-6CBB-4135-9B91-0270C09D85C9}" srcOrd="2" destOrd="0" parTransId="{8B96F567-57BC-4635-A70B-E5676EC73AAC}" sibTransId="{8C94BB29-6215-495A-994C-2842E78D7B09}"/>
    <dgm:cxn modelId="{33C095CD-F6D2-43D7-A6E3-5D82C2F028B6}" type="presOf" srcId="{A827AA8E-9589-4F8E-896B-D66279501BD4}" destId="{38068B84-2D50-4738-AAA8-AE29F2F9B2DC}" srcOrd="0" destOrd="0" presId="urn:microsoft.com/office/officeart/2005/8/layout/cycle3"/>
    <dgm:cxn modelId="{BCDD50C0-0941-43E6-8446-3A5071E00B66}" srcId="{34ECC4CC-C8AB-4611-9845-78775C026179}" destId="{DE117E4F-72C1-4ADD-B14C-DF55DBEEF3D2}" srcOrd="0" destOrd="0" parTransId="{A34F0A3E-439A-44DA-AFCF-47EFE137B7DA}" sibTransId="{FFEA7316-2CA0-472C-9B2F-C313AAC60F85}"/>
    <dgm:cxn modelId="{AB3A2D7B-BFB6-4AA0-ADEA-38804E1BB66A}" type="presOf" srcId="{DCA48B4A-39D6-4920-BBA3-57557D0BD85C}" destId="{44F1A0CC-49C9-4B0C-B459-27C6274EBE93}" srcOrd="0" destOrd="0" presId="urn:microsoft.com/office/officeart/2005/8/layout/cycle3"/>
    <dgm:cxn modelId="{9CA3808F-54C4-41C2-A608-78AF944191E0}" srcId="{34ECC4CC-C8AB-4611-9845-78775C026179}" destId="{A827AA8E-9589-4F8E-896B-D66279501BD4}" srcOrd="3" destOrd="0" parTransId="{07E03627-5A00-42F7-B726-0C83CE4FA182}" sibTransId="{455007BE-0A8A-441A-9B2F-B0347C473FF9}"/>
    <dgm:cxn modelId="{0A60A561-6624-469A-B10B-F8423FBFC097}" type="presOf" srcId="{DE117E4F-72C1-4ADD-B14C-DF55DBEEF3D2}" destId="{8DE2072A-129D-4ED2-A2EA-4835686120E4}" srcOrd="0" destOrd="0" presId="urn:microsoft.com/office/officeart/2005/8/layout/cycle3"/>
    <dgm:cxn modelId="{6FCA4B2C-C9B7-48F7-B9F6-DD8DC21C2080}" type="presOf" srcId="{34ECC4CC-C8AB-4611-9845-78775C026179}" destId="{FA5F126C-4D00-4FEC-B71B-FD2F96F9B79C}" srcOrd="0" destOrd="0" presId="urn:microsoft.com/office/officeart/2005/8/layout/cycle3"/>
    <dgm:cxn modelId="{017A55C0-554C-4903-9AEE-18F167EE380A}" type="presOf" srcId="{BCABFC7F-6CBB-4135-9B91-0270C09D85C9}" destId="{058EDF98-D69D-4850-A7EE-7423CED16A92}" srcOrd="0" destOrd="0" presId="urn:microsoft.com/office/officeart/2005/8/layout/cycle3"/>
    <dgm:cxn modelId="{6764DAD2-6A76-4C95-A1ED-BB6B4782A657}" type="presOf" srcId="{FFEA7316-2CA0-472C-9B2F-C313AAC60F85}" destId="{7729D2EE-F3F5-4947-BAD3-F992910D4A8A}" srcOrd="0" destOrd="0" presId="urn:microsoft.com/office/officeart/2005/8/layout/cycle3"/>
    <dgm:cxn modelId="{19ACE157-4F8E-4748-AA31-D878FE6D13A7}" srcId="{34ECC4CC-C8AB-4611-9845-78775C026179}" destId="{DCA48B4A-39D6-4920-BBA3-57557D0BD85C}" srcOrd="1" destOrd="0" parTransId="{D1EC3635-A97F-473E-84B4-AC2A43450AA1}" sibTransId="{6A6D276A-C01D-4C6F-9EF1-30A3A15AA5D3}"/>
    <dgm:cxn modelId="{5C658E24-23FA-4698-A4DF-4892B9E44804}" type="presParOf" srcId="{FA5F126C-4D00-4FEC-B71B-FD2F96F9B79C}" destId="{3231BC53-D8ED-4AF2-9C1B-A88E977657A8}" srcOrd="0" destOrd="0" presId="urn:microsoft.com/office/officeart/2005/8/layout/cycle3"/>
    <dgm:cxn modelId="{8D60A14F-44FC-42E2-BD8D-246EAEEB1F71}" type="presParOf" srcId="{3231BC53-D8ED-4AF2-9C1B-A88E977657A8}" destId="{8DE2072A-129D-4ED2-A2EA-4835686120E4}" srcOrd="0" destOrd="0" presId="urn:microsoft.com/office/officeart/2005/8/layout/cycle3"/>
    <dgm:cxn modelId="{15EEA600-7FAE-4702-8715-1D7D58FD2248}" type="presParOf" srcId="{3231BC53-D8ED-4AF2-9C1B-A88E977657A8}" destId="{7729D2EE-F3F5-4947-BAD3-F992910D4A8A}" srcOrd="1" destOrd="0" presId="urn:microsoft.com/office/officeart/2005/8/layout/cycle3"/>
    <dgm:cxn modelId="{C1A2CD09-2541-4A64-BBE1-D3F2762B94FC}" type="presParOf" srcId="{3231BC53-D8ED-4AF2-9C1B-A88E977657A8}" destId="{44F1A0CC-49C9-4B0C-B459-27C6274EBE93}" srcOrd="2" destOrd="0" presId="urn:microsoft.com/office/officeart/2005/8/layout/cycle3"/>
    <dgm:cxn modelId="{C3F2FB75-5D2D-4A7F-AD0C-2155EC6367B9}" type="presParOf" srcId="{3231BC53-D8ED-4AF2-9C1B-A88E977657A8}" destId="{058EDF98-D69D-4850-A7EE-7423CED16A92}" srcOrd="3" destOrd="0" presId="urn:microsoft.com/office/officeart/2005/8/layout/cycle3"/>
    <dgm:cxn modelId="{4D52C265-8E86-405C-8325-4625A012551E}" type="presParOf" srcId="{3231BC53-D8ED-4AF2-9C1B-A88E977657A8}" destId="{38068B84-2D50-4738-AAA8-AE29F2F9B2DC}" srcOrd="4" destOrd="0" presId="urn:microsoft.com/office/officeart/2005/8/layout/cycle3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C3CE8D9A-2F5F-E04C-AF81-B61DA3187B58}" type="doc">
      <dgm:prSet loTypeId="urn:microsoft.com/office/officeart/2008/layout/LinedList" loCatId="" qsTypeId="urn:microsoft.com/office/officeart/2005/8/quickstyle/simple3" qsCatId="simple" csTypeId="urn:microsoft.com/office/officeart/2005/8/colors/colorful3" csCatId="colorful" phldr="1"/>
      <dgm:spPr/>
      <dgm:t>
        <a:bodyPr/>
        <a:lstStyle/>
        <a:p>
          <a:endParaRPr lang="es-ES"/>
        </a:p>
      </dgm:t>
    </dgm:pt>
    <dgm:pt modelId="{2D50EED0-437B-1441-8B3B-81295EA238A9}">
      <dgm:prSet phldrT="[Texto]"/>
      <dgm:spPr/>
      <dgm:t>
        <a:bodyPr/>
        <a:lstStyle/>
        <a:p>
          <a:r>
            <a:rPr lang="es-ES" dirty="0"/>
            <a:t>Introducción</a:t>
          </a:r>
        </a:p>
      </dgm:t>
    </dgm:pt>
    <dgm:pt modelId="{A6EDC655-C7CF-5442-9A95-DD52945DD4C2}" type="parTrans" cxnId="{A6D8CB4F-A1A9-2F46-90C6-E855915DE40A}">
      <dgm:prSet/>
      <dgm:spPr/>
      <dgm:t>
        <a:bodyPr/>
        <a:lstStyle/>
        <a:p>
          <a:endParaRPr lang="es-ES"/>
        </a:p>
      </dgm:t>
    </dgm:pt>
    <dgm:pt modelId="{12B35025-375E-9C48-AEA1-E8FB9BD8A8AD}" type="sibTrans" cxnId="{A6D8CB4F-A1A9-2F46-90C6-E855915DE40A}">
      <dgm:prSet/>
      <dgm:spPr/>
      <dgm:t>
        <a:bodyPr/>
        <a:lstStyle/>
        <a:p>
          <a:endParaRPr lang="es-ES"/>
        </a:p>
      </dgm:t>
    </dgm:pt>
    <dgm:pt modelId="{9C0C5B6B-88B0-0644-95CC-DA013289C236}">
      <dgm:prSet phldrT="[Texto]"/>
      <dgm:spPr/>
      <dgm:t>
        <a:bodyPr/>
        <a:lstStyle/>
        <a:p>
          <a:r>
            <a:rPr lang="es-ES" dirty="0"/>
            <a:t>Planificación de la calidad</a:t>
          </a:r>
        </a:p>
      </dgm:t>
    </dgm:pt>
    <dgm:pt modelId="{B8FBE750-BA08-3745-BDB2-8DE244854305}" type="parTrans" cxnId="{B913582A-C51A-7948-8CD7-0EAADAC6E1E7}">
      <dgm:prSet/>
      <dgm:spPr/>
      <dgm:t>
        <a:bodyPr/>
        <a:lstStyle/>
        <a:p>
          <a:endParaRPr lang="es-ES"/>
        </a:p>
      </dgm:t>
    </dgm:pt>
    <dgm:pt modelId="{7720ED4A-2659-4441-8B8A-B12AAECACA03}" type="sibTrans" cxnId="{B913582A-C51A-7948-8CD7-0EAADAC6E1E7}">
      <dgm:prSet/>
      <dgm:spPr/>
      <dgm:t>
        <a:bodyPr/>
        <a:lstStyle/>
        <a:p>
          <a:endParaRPr lang="es-ES"/>
        </a:p>
      </dgm:t>
    </dgm:pt>
    <dgm:pt modelId="{4D7DCE72-F1C7-3648-B096-B3BF2FA1BA56}">
      <dgm:prSet phldrT="[Texto]"/>
      <dgm:spPr/>
      <dgm:t>
        <a:bodyPr/>
        <a:lstStyle/>
        <a:p>
          <a:r>
            <a:rPr lang="es-ES" dirty="0"/>
            <a:t>Realizar el aseguramiento</a:t>
          </a:r>
          <a:r>
            <a:rPr lang="es-ES" baseline="0" dirty="0"/>
            <a:t> de la calidad</a:t>
          </a:r>
          <a:endParaRPr lang="es-ES" dirty="0"/>
        </a:p>
      </dgm:t>
    </dgm:pt>
    <dgm:pt modelId="{4130B51B-54F0-CE46-A291-A4358F1F6F5A}" type="parTrans" cxnId="{CEF75630-A106-2C4A-813E-06273EBC269D}">
      <dgm:prSet/>
      <dgm:spPr/>
      <dgm:t>
        <a:bodyPr/>
        <a:lstStyle/>
        <a:p>
          <a:endParaRPr lang="es-ES"/>
        </a:p>
      </dgm:t>
    </dgm:pt>
    <dgm:pt modelId="{44AA0FEF-23B0-9044-91B0-9D01CCB0457B}" type="sibTrans" cxnId="{CEF75630-A106-2C4A-813E-06273EBC269D}">
      <dgm:prSet/>
      <dgm:spPr/>
      <dgm:t>
        <a:bodyPr/>
        <a:lstStyle/>
        <a:p>
          <a:endParaRPr lang="es-ES"/>
        </a:p>
      </dgm:t>
    </dgm:pt>
    <dgm:pt modelId="{EA05A323-1CD6-E844-BD1C-19A2225C0340}">
      <dgm:prSet phldrT="[Texto]"/>
      <dgm:spPr/>
      <dgm:t>
        <a:bodyPr/>
        <a:lstStyle/>
        <a:p>
          <a:r>
            <a:rPr lang="es-ES" dirty="0"/>
            <a:t>Controlar</a:t>
          </a:r>
          <a:r>
            <a:rPr lang="es-ES" baseline="0" dirty="0"/>
            <a:t> la calidad</a:t>
          </a:r>
          <a:endParaRPr lang="es-ES" dirty="0"/>
        </a:p>
      </dgm:t>
    </dgm:pt>
    <dgm:pt modelId="{30E5782B-3D30-E84E-8B09-5F18CE4DBC15}" type="parTrans" cxnId="{170E0A80-D936-D547-94C5-570AC1082D21}">
      <dgm:prSet/>
      <dgm:spPr/>
      <dgm:t>
        <a:bodyPr/>
        <a:lstStyle/>
        <a:p>
          <a:endParaRPr lang="es-ES"/>
        </a:p>
      </dgm:t>
    </dgm:pt>
    <dgm:pt modelId="{A735D71C-2096-F344-B726-857D36F14FEB}" type="sibTrans" cxnId="{170E0A80-D936-D547-94C5-570AC1082D21}">
      <dgm:prSet/>
      <dgm:spPr/>
      <dgm:t>
        <a:bodyPr/>
        <a:lstStyle/>
        <a:p>
          <a:endParaRPr lang="es-ES"/>
        </a:p>
      </dgm:t>
    </dgm:pt>
    <dgm:pt modelId="{A00DC1EC-B999-A640-8654-4E50ABDDE020}">
      <dgm:prSet phldrT="[Texto]"/>
      <dgm:spPr/>
      <dgm:t>
        <a:bodyPr/>
        <a:lstStyle/>
        <a:p>
          <a:r>
            <a:rPr lang="es-ES" dirty="0"/>
            <a:t>Recursos Humanos</a:t>
          </a:r>
        </a:p>
      </dgm:t>
    </dgm:pt>
    <dgm:pt modelId="{C1FC985A-8FE8-944A-89F3-975B9C62D138}" type="parTrans" cxnId="{C36FE991-C046-254D-B645-ED7CD9E49D91}">
      <dgm:prSet/>
      <dgm:spPr/>
      <dgm:t>
        <a:bodyPr/>
        <a:lstStyle/>
        <a:p>
          <a:endParaRPr lang="es-ES"/>
        </a:p>
      </dgm:t>
    </dgm:pt>
    <dgm:pt modelId="{48BA50DD-A1B0-B142-8134-1733EC7E096A}" type="sibTrans" cxnId="{C36FE991-C046-254D-B645-ED7CD9E49D91}">
      <dgm:prSet/>
      <dgm:spPr/>
      <dgm:t>
        <a:bodyPr/>
        <a:lstStyle/>
        <a:p>
          <a:endParaRPr lang="es-ES"/>
        </a:p>
      </dgm:t>
    </dgm:pt>
    <dgm:pt modelId="{C067AB59-C7C5-C74B-8B60-2FA743781E39}">
      <dgm:prSet phldrT="[Texto]"/>
      <dgm:spPr/>
      <dgm:t>
        <a:bodyPr/>
        <a:lstStyle/>
        <a:p>
          <a:r>
            <a:rPr lang="es-ES" dirty="0"/>
            <a:t>Planificación de los RRHH</a:t>
          </a:r>
        </a:p>
      </dgm:t>
    </dgm:pt>
    <dgm:pt modelId="{E4F708B6-A4DC-E54B-965A-6A91932F4F21}" type="parTrans" cxnId="{FA015F84-3A27-6341-B5E5-5AAABF15FCA7}">
      <dgm:prSet/>
      <dgm:spPr/>
      <dgm:t>
        <a:bodyPr/>
        <a:lstStyle/>
        <a:p>
          <a:endParaRPr lang="es-ES"/>
        </a:p>
      </dgm:t>
    </dgm:pt>
    <dgm:pt modelId="{07AED4AD-A571-FA4C-8F60-2811AAEB8399}" type="sibTrans" cxnId="{FA015F84-3A27-6341-B5E5-5AAABF15FCA7}">
      <dgm:prSet/>
      <dgm:spPr/>
      <dgm:t>
        <a:bodyPr/>
        <a:lstStyle/>
        <a:p>
          <a:endParaRPr lang="es-ES"/>
        </a:p>
      </dgm:t>
    </dgm:pt>
    <dgm:pt modelId="{D206AD7D-6FCF-BA4A-A881-D49C0A782FC3}">
      <dgm:prSet phldrT="[Texto]"/>
      <dgm:spPr/>
      <dgm:t>
        <a:bodyPr/>
        <a:lstStyle/>
        <a:p>
          <a:r>
            <a:rPr lang="es-ES" dirty="0"/>
            <a:t>Adquirir el equipo de trabajo</a:t>
          </a:r>
        </a:p>
      </dgm:t>
    </dgm:pt>
    <dgm:pt modelId="{2FAF4929-896A-4142-A9D4-FCF51F2A7AA6}" type="parTrans" cxnId="{DBA51B96-2BDF-C04D-8EE9-74101BC05F2E}">
      <dgm:prSet/>
      <dgm:spPr/>
      <dgm:t>
        <a:bodyPr/>
        <a:lstStyle/>
        <a:p>
          <a:endParaRPr lang="es-ES"/>
        </a:p>
      </dgm:t>
    </dgm:pt>
    <dgm:pt modelId="{948F4234-2DCD-C24A-ABA8-79BDA4601848}" type="sibTrans" cxnId="{DBA51B96-2BDF-C04D-8EE9-74101BC05F2E}">
      <dgm:prSet/>
      <dgm:spPr/>
      <dgm:t>
        <a:bodyPr/>
        <a:lstStyle/>
        <a:p>
          <a:endParaRPr lang="es-ES"/>
        </a:p>
      </dgm:t>
    </dgm:pt>
    <dgm:pt modelId="{D1D10F65-8C36-4800-AD9D-4A75930380A4}">
      <dgm:prSet phldrT="[Texto]"/>
      <dgm:spPr/>
      <dgm:t>
        <a:bodyPr/>
        <a:lstStyle/>
        <a:p>
          <a:r>
            <a:rPr lang="es-ES" dirty="0"/>
            <a:t>Calidad</a:t>
          </a:r>
        </a:p>
      </dgm:t>
    </dgm:pt>
    <dgm:pt modelId="{90F18EEC-639F-4363-B4CF-89223F0F6C38}" type="parTrans" cxnId="{7D1D3080-7900-4CC4-B4C0-BD39D5B7C3EE}">
      <dgm:prSet/>
      <dgm:spPr/>
      <dgm:t>
        <a:bodyPr/>
        <a:lstStyle/>
        <a:p>
          <a:endParaRPr lang="es-ES_tradnl"/>
        </a:p>
      </dgm:t>
    </dgm:pt>
    <dgm:pt modelId="{99324C82-0C51-4B8E-B7FB-AB0EDB6CDB40}" type="sibTrans" cxnId="{7D1D3080-7900-4CC4-B4C0-BD39D5B7C3EE}">
      <dgm:prSet/>
      <dgm:spPr/>
      <dgm:t>
        <a:bodyPr/>
        <a:lstStyle/>
        <a:p>
          <a:endParaRPr lang="es-ES_tradnl"/>
        </a:p>
      </dgm:t>
    </dgm:pt>
    <dgm:pt modelId="{3440283F-7B94-41E1-A678-109BA5967928}">
      <dgm:prSet phldrT="[Texto]"/>
      <dgm:spPr/>
      <dgm:t>
        <a:bodyPr/>
        <a:lstStyle/>
        <a:p>
          <a:r>
            <a:rPr lang="es-ES" dirty="0"/>
            <a:t>Desarrollar el equipo del proyecto</a:t>
          </a:r>
        </a:p>
      </dgm:t>
    </dgm:pt>
    <dgm:pt modelId="{620191C0-423A-4FE9-A4F1-5C5D36C0C76E}" type="parTrans" cxnId="{2B3AB939-F741-4B55-BCEC-AC60F4C0DC14}">
      <dgm:prSet/>
      <dgm:spPr/>
      <dgm:t>
        <a:bodyPr/>
        <a:lstStyle/>
        <a:p>
          <a:endParaRPr lang="es-ES_tradnl"/>
        </a:p>
      </dgm:t>
    </dgm:pt>
    <dgm:pt modelId="{23C99D01-59D4-4C59-997C-A7CC57B9FF58}" type="sibTrans" cxnId="{2B3AB939-F741-4B55-BCEC-AC60F4C0DC14}">
      <dgm:prSet/>
      <dgm:spPr/>
      <dgm:t>
        <a:bodyPr/>
        <a:lstStyle/>
        <a:p>
          <a:endParaRPr lang="es-ES_tradnl"/>
        </a:p>
      </dgm:t>
    </dgm:pt>
    <dgm:pt modelId="{5B536FDF-F2F3-4D05-AF9A-89E79C92380B}">
      <dgm:prSet phldrT="[Texto]"/>
      <dgm:spPr/>
      <dgm:t>
        <a:bodyPr/>
        <a:lstStyle/>
        <a:p>
          <a:r>
            <a:rPr lang="es-ES" dirty="0"/>
            <a:t>Dirigir el equipo del proyecto</a:t>
          </a:r>
        </a:p>
      </dgm:t>
    </dgm:pt>
    <dgm:pt modelId="{56E7C592-F553-41EA-A0F8-EBF440BF702D}" type="parTrans" cxnId="{366F432C-1A26-4011-8836-F1CB5F23632D}">
      <dgm:prSet/>
      <dgm:spPr/>
      <dgm:t>
        <a:bodyPr/>
        <a:lstStyle/>
        <a:p>
          <a:endParaRPr lang="es-ES_tradnl"/>
        </a:p>
      </dgm:t>
    </dgm:pt>
    <dgm:pt modelId="{3DAEA229-1474-4E45-A55F-BA78088D2142}" type="sibTrans" cxnId="{366F432C-1A26-4011-8836-F1CB5F23632D}">
      <dgm:prSet/>
      <dgm:spPr/>
      <dgm:t>
        <a:bodyPr/>
        <a:lstStyle/>
        <a:p>
          <a:endParaRPr lang="es-ES_tradnl"/>
        </a:p>
      </dgm:t>
    </dgm:pt>
    <dgm:pt modelId="{A4615577-DB07-0E46-BAD9-752076C1E8EB}" type="pres">
      <dgm:prSet presAssocID="{C3CE8D9A-2F5F-E04C-AF81-B61DA3187B58}" presName="vert0" presStyleCnt="0">
        <dgm:presLayoutVars>
          <dgm:dir/>
          <dgm:animOne val="branch"/>
          <dgm:animLvl val="lvl"/>
        </dgm:presLayoutVars>
      </dgm:prSet>
      <dgm:spPr/>
      <dgm:t>
        <a:bodyPr/>
        <a:lstStyle/>
        <a:p>
          <a:endParaRPr lang="es-ES"/>
        </a:p>
      </dgm:t>
    </dgm:pt>
    <dgm:pt modelId="{A70494F9-BBC6-9B4D-ABE0-28B7062A7EEA}" type="pres">
      <dgm:prSet presAssocID="{2D50EED0-437B-1441-8B3B-81295EA238A9}" presName="thickLine" presStyleLbl="alignNode1" presStyleIdx="0" presStyleCnt="3" custLinFactNeighborX="-10898" custLinFactNeighborY="-49191"/>
      <dgm:spPr/>
    </dgm:pt>
    <dgm:pt modelId="{4DE94855-2BF1-EB40-B090-FE0F9B4B301E}" type="pres">
      <dgm:prSet presAssocID="{2D50EED0-437B-1441-8B3B-81295EA238A9}" presName="horz1" presStyleCnt="0"/>
      <dgm:spPr/>
    </dgm:pt>
    <dgm:pt modelId="{0FAAA673-A6AE-2E48-9396-AEC5BB305A0E}" type="pres">
      <dgm:prSet presAssocID="{2D50EED0-437B-1441-8B3B-81295EA238A9}" presName="tx1" presStyleLbl="revTx" presStyleIdx="0" presStyleCnt="10" custScaleY="37525"/>
      <dgm:spPr/>
      <dgm:t>
        <a:bodyPr/>
        <a:lstStyle/>
        <a:p>
          <a:endParaRPr lang="es-ES"/>
        </a:p>
      </dgm:t>
    </dgm:pt>
    <dgm:pt modelId="{4D92E349-5F1C-414C-955E-416A7CFBF9E9}" type="pres">
      <dgm:prSet presAssocID="{2D50EED0-437B-1441-8B3B-81295EA238A9}" presName="vert1" presStyleCnt="0"/>
      <dgm:spPr/>
    </dgm:pt>
    <dgm:pt modelId="{4324E71C-51E4-4FFA-9638-472734009553}" type="pres">
      <dgm:prSet presAssocID="{D1D10F65-8C36-4800-AD9D-4A75930380A4}" presName="thickLine" presStyleLbl="alignNode1" presStyleIdx="1" presStyleCnt="3" custLinFactNeighborY="-59234"/>
      <dgm:spPr/>
    </dgm:pt>
    <dgm:pt modelId="{35D4AF3C-4879-491B-8004-F3B88F6D9FB5}" type="pres">
      <dgm:prSet presAssocID="{D1D10F65-8C36-4800-AD9D-4A75930380A4}" presName="horz1" presStyleCnt="0"/>
      <dgm:spPr/>
    </dgm:pt>
    <dgm:pt modelId="{792A15AE-68CB-4B5E-A488-D8B2430819E0}" type="pres">
      <dgm:prSet presAssocID="{D1D10F65-8C36-4800-AD9D-4A75930380A4}" presName="tx1" presStyleLbl="revTx" presStyleIdx="1" presStyleCnt="10"/>
      <dgm:spPr/>
      <dgm:t>
        <a:bodyPr/>
        <a:lstStyle/>
        <a:p>
          <a:endParaRPr lang="es-ES"/>
        </a:p>
      </dgm:t>
    </dgm:pt>
    <dgm:pt modelId="{162AB6D4-F395-4B55-9519-21B610CC0382}" type="pres">
      <dgm:prSet presAssocID="{D1D10F65-8C36-4800-AD9D-4A75930380A4}" presName="vert1" presStyleCnt="0"/>
      <dgm:spPr/>
    </dgm:pt>
    <dgm:pt modelId="{412C8F4B-57E8-4EE2-95F4-7EAB16DF68B6}" type="pres">
      <dgm:prSet presAssocID="{9C0C5B6B-88B0-0644-95CC-DA013289C236}" presName="vertSpace2a" presStyleCnt="0"/>
      <dgm:spPr/>
    </dgm:pt>
    <dgm:pt modelId="{706ACAA7-2B5D-4D39-81AB-5DAABC04EC1D}" type="pres">
      <dgm:prSet presAssocID="{9C0C5B6B-88B0-0644-95CC-DA013289C236}" presName="horz2" presStyleCnt="0"/>
      <dgm:spPr/>
    </dgm:pt>
    <dgm:pt modelId="{3456CDB8-701B-42F1-87C2-C295CD1E48EE}" type="pres">
      <dgm:prSet presAssocID="{9C0C5B6B-88B0-0644-95CC-DA013289C236}" presName="horzSpace2" presStyleCnt="0"/>
      <dgm:spPr/>
    </dgm:pt>
    <dgm:pt modelId="{520D1D2C-1114-41BF-8F7E-61F71B01A781}" type="pres">
      <dgm:prSet presAssocID="{9C0C5B6B-88B0-0644-95CC-DA013289C236}" presName="tx2" presStyleLbl="revTx" presStyleIdx="2" presStyleCnt="10"/>
      <dgm:spPr/>
      <dgm:t>
        <a:bodyPr/>
        <a:lstStyle/>
        <a:p>
          <a:endParaRPr lang="es-ES"/>
        </a:p>
      </dgm:t>
    </dgm:pt>
    <dgm:pt modelId="{D6DDDC7E-F1A5-4153-9143-0972F5C1698F}" type="pres">
      <dgm:prSet presAssocID="{9C0C5B6B-88B0-0644-95CC-DA013289C236}" presName="vert2" presStyleCnt="0"/>
      <dgm:spPr/>
    </dgm:pt>
    <dgm:pt modelId="{0A0EB41C-54BD-4DBD-AE20-1F9966450DC3}" type="pres">
      <dgm:prSet presAssocID="{9C0C5B6B-88B0-0644-95CC-DA013289C236}" presName="thinLine2b" presStyleLbl="callout" presStyleIdx="0" presStyleCnt="7"/>
      <dgm:spPr/>
    </dgm:pt>
    <dgm:pt modelId="{BD1DC2FA-97F1-47D7-B64D-204FB692D739}" type="pres">
      <dgm:prSet presAssocID="{9C0C5B6B-88B0-0644-95CC-DA013289C236}" presName="vertSpace2b" presStyleCnt="0"/>
      <dgm:spPr/>
    </dgm:pt>
    <dgm:pt modelId="{AA817BFD-CFD8-4863-BA21-FE68B817CC3C}" type="pres">
      <dgm:prSet presAssocID="{4D7DCE72-F1C7-3648-B096-B3BF2FA1BA56}" presName="horz2" presStyleCnt="0"/>
      <dgm:spPr/>
    </dgm:pt>
    <dgm:pt modelId="{BD57D683-A942-4221-A2F2-BB0CF711AC57}" type="pres">
      <dgm:prSet presAssocID="{4D7DCE72-F1C7-3648-B096-B3BF2FA1BA56}" presName="horzSpace2" presStyleCnt="0"/>
      <dgm:spPr/>
    </dgm:pt>
    <dgm:pt modelId="{F1E3A902-B27E-4D1E-9D62-838DBF77570E}" type="pres">
      <dgm:prSet presAssocID="{4D7DCE72-F1C7-3648-B096-B3BF2FA1BA56}" presName="tx2" presStyleLbl="revTx" presStyleIdx="3" presStyleCnt="10"/>
      <dgm:spPr/>
      <dgm:t>
        <a:bodyPr/>
        <a:lstStyle/>
        <a:p>
          <a:endParaRPr lang="es-ES"/>
        </a:p>
      </dgm:t>
    </dgm:pt>
    <dgm:pt modelId="{4F138E20-5633-4DCC-BBC2-20DFBFC7868F}" type="pres">
      <dgm:prSet presAssocID="{4D7DCE72-F1C7-3648-B096-B3BF2FA1BA56}" presName="vert2" presStyleCnt="0"/>
      <dgm:spPr/>
    </dgm:pt>
    <dgm:pt modelId="{2B79C5B5-7045-4C8A-A0D3-ED34D320DACE}" type="pres">
      <dgm:prSet presAssocID="{4D7DCE72-F1C7-3648-B096-B3BF2FA1BA56}" presName="thinLine2b" presStyleLbl="callout" presStyleIdx="1" presStyleCnt="7"/>
      <dgm:spPr/>
    </dgm:pt>
    <dgm:pt modelId="{8C3B0260-807F-409D-975C-EBFF816514C3}" type="pres">
      <dgm:prSet presAssocID="{4D7DCE72-F1C7-3648-B096-B3BF2FA1BA56}" presName="vertSpace2b" presStyleCnt="0"/>
      <dgm:spPr/>
    </dgm:pt>
    <dgm:pt modelId="{DCC37064-A6D2-4A55-A252-3829429045E5}" type="pres">
      <dgm:prSet presAssocID="{EA05A323-1CD6-E844-BD1C-19A2225C0340}" presName="horz2" presStyleCnt="0"/>
      <dgm:spPr/>
    </dgm:pt>
    <dgm:pt modelId="{AF620EF4-9246-40B0-95DD-0F97FD557889}" type="pres">
      <dgm:prSet presAssocID="{EA05A323-1CD6-E844-BD1C-19A2225C0340}" presName="horzSpace2" presStyleCnt="0"/>
      <dgm:spPr/>
    </dgm:pt>
    <dgm:pt modelId="{821592CB-BF1E-40A4-88FF-532C668728A8}" type="pres">
      <dgm:prSet presAssocID="{EA05A323-1CD6-E844-BD1C-19A2225C0340}" presName="tx2" presStyleLbl="revTx" presStyleIdx="4" presStyleCnt="10"/>
      <dgm:spPr/>
      <dgm:t>
        <a:bodyPr/>
        <a:lstStyle/>
        <a:p>
          <a:endParaRPr lang="es-ES"/>
        </a:p>
      </dgm:t>
    </dgm:pt>
    <dgm:pt modelId="{4A2BC687-FFD6-4EBF-9A58-5F5A5936D128}" type="pres">
      <dgm:prSet presAssocID="{EA05A323-1CD6-E844-BD1C-19A2225C0340}" presName="vert2" presStyleCnt="0"/>
      <dgm:spPr/>
    </dgm:pt>
    <dgm:pt modelId="{AFB2C275-AEA0-46EA-8FAC-DEEB17253C42}" type="pres">
      <dgm:prSet presAssocID="{EA05A323-1CD6-E844-BD1C-19A2225C0340}" presName="thinLine2b" presStyleLbl="callout" presStyleIdx="2" presStyleCnt="7"/>
      <dgm:spPr/>
    </dgm:pt>
    <dgm:pt modelId="{B63F60B4-89E7-4E26-9559-C63693EDEACE}" type="pres">
      <dgm:prSet presAssocID="{EA05A323-1CD6-E844-BD1C-19A2225C0340}" presName="vertSpace2b" presStyleCnt="0"/>
      <dgm:spPr/>
    </dgm:pt>
    <dgm:pt modelId="{B2F277F3-7CF1-994E-B28A-0B3155C31199}" type="pres">
      <dgm:prSet presAssocID="{A00DC1EC-B999-A640-8654-4E50ABDDE020}" presName="thickLine" presStyleLbl="alignNode1" presStyleIdx="2" presStyleCnt="3"/>
      <dgm:spPr/>
    </dgm:pt>
    <dgm:pt modelId="{0C40495D-3188-9E48-A89E-F64BB2F461F5}" type="pres">
      <dgm:prSet presAssocID="{A00DC1EC-B999-A640-8654-4E50ABDDE020}" presName="horz1" presStyleCnt="0"/>
      <dgm:spPr/>
    </dgm:pt>
    <dgm:pt modelId="{9891002C-403A-A043-B663-E6FEB51C2557}" type="pres">
      <dgm:prSet presAssocID="{A00DC1EC-B999-A640-8654-4E50ABDDE020}" presName="tx1" presStyleLbl="revTx" presStyleIdx="5" presStyleCnt="10"/>
      <dgm:spPr/>
      <dgm:t>
        <a:bodyPr/>
        <a:lstStyle/>
        <a:p>
          <a:endParaRPr lang="es-ES"/>
        </a:p>
      </dgm:t>
    </dgm:pt>
    <dgm:pt modelId="{84783DB1-8E64-8549-92F0-B23833CEE8B0}" type="pres">
      <dgm:prSet presAssocID="{A00DC1EC-B999-A640-8654-4E50ABDDE020}" presName="vert1" presStyleCnt="0"/>
      <dgm:spPr/>
    </dgm:pt>
    <dgm:pt modelId="{7639A2F8-0310-4BED-B4BD-EAB6A5C40B77}" type="pres">
      <dgm:prSet presAssocID="{C067AB59-C7C5-C74B-8B60-2FA743781E39}" presName="vertSpace2a" presStyleCnt="0"/>
      <dgm:spPr/>
    </dgm:pt>
    <dgm:pt modelId="{6A69390F-9BF9-4ABA-8159-EAF93506C37D}" type="pres">
      <dgm:prSet presAssocID="{C067AB59-C7C5-C74B-8B60-2FA743781E39}" presName="horz2" presStyleCnt="0"/>
      <dgm:spPr/>
    </dgm:pt>
    <dgm:pt modelId="{80389192-84FD-488B-A175-87A5FB0572BA}" type="pres">
      <dgm:prSet presAssocID="{C067AB59-C7C5-C74B-8B60-2FA743781E39}" presName="horzSpace2" presStyleCnt="0"/>
      <dgm:spPr/>
    </dgm:pt>
    <dgm:pt modelId="{CECABC1D-D0D2-4346-AB17-5BDF3AE0B320}" type="pres">
      <dgm:prSet presAssocID="{C067AB59-C7C5-C74B-8B60-2FA743781E39}" presName="tx2" presStyleLbl="revTx" presStyleIdx="6" presStyleCnt="10"/>
      <dgm:spPr/>
      <dgm:t>
        <a:bodyPr/>
        <a:lstStyle/>
        <a:p>
          <a:endParaRPr lang="es-ES"/>
        </a:p>
      </dgm:t>
    </dgm:pt>
    <dgm:pt modelId="{C56FE37B-F98C-4D15-95CF-6DC56554B5B4}" type="pres">
      <dgm:prSet presAssocID="{C067AB59-C7C5-C74B-8B60-2FA743781E39}" presName="vert2" presStyleCnt="0"/>
      <dgm:spPr/>
    </dgm:pt>
    <dgm:pt modelId="{5D84D3DB-F553-4712-A813-E34BD39795E9}" type="pres">
      <dgm:prSet presAssocID="{C067AB59-C7C5-C74B-8B60-2FA743781E39}" presName="thinLine2b" presStyleLbl="callout" presStyleIdx="3" presStyleCnt="7"/>
      <dgm:spPr/>
    </dgm:pt>
    <dgm:pt modelId="{2128B8DA-3804-468D-B525-5F0093F85BA2}" type="pres">
      <dgm:prSet presAssocID="{C067AB59-C7C5-C74B-8B60-2FA743781E39}" presName="vertSpace2b" presStyleCnt="0"/>
      <dgm:spPr/>
    </dgm:pt>
    <dgm:pt modelId="{4F42B568-F39A-4181-8658-EC1C2143BBA0}" type="pres">
      <dgm:prSet presAssocID="{D206AD7D-6FCF-BA4A-A881-D49C0A782FC3}" presName="horz2" presStyleCnt="0"/>
      <dgm:spPr/>
    </dgm:pt>
    <dgm:pt modelId="{4F8359BF-8C47-4A90-A343-AF5BDC5F9DE8}" type="pres">
      <dgm:prSet presAssocID="{D206AD7D-6FCF-BA4A-A881-D49C0A782FC3}" presName="horzSpace2" presStyleCnt="0"/>
      <dgm:spPr/>
    </dgm:pt>
    <dgm:pt modelId="{70B24025-E2C6-417F-99E1-3AE2064C772D}" type="pres">
      <dgm:prSet presAssocID="{D206AD7D-6FCF-BA4A-A881-D49C0A782FC3}" presName="tx2" presStyleLbl="revTx" presStyleIdx="7" presStyleCnt="10"/>
      <dgm:spPr/>
      <dgm:t>
        <a:bodyPr/>
        <a:lstStyle/>
        <a:p>
          <a:endParaRPr lang="es-ES"/>
        </a:p>
      </dgm:t>
    </dgm:pt>
    <dgm:pt modelId="{7CEB9B09-60D8-4882-A2D8-38EF68D5C19F}" type="pres">
      <dgm:prSet presAssocID="{D206AD7D-6FCF-BA4A-A881-D49C0A782FC3}" presName="vert2" presStyleCnt="0"/>
      <dgm:spPr/>
    </dgm:pt>
    <dgm:pt modelId="{5E350EE4-2D6A-4A16-A0FE-9FACA9074727}" type="pres">
      <dgm:prSet presAssocID="{D206AD7D-6FCF-BA4A-A881-D49C0A782FC3}" presName="thinLine2b" presStyleLbl="callout" presStyleIdx="4" presStyleCnt="7"/>
      <dgm:spPr/>
    </dgm:pt>
    <dgm:pt modelId="{9BB5AFB5-07F7-4132-85A2-44E6D0516C88}" type="pres">
      <dgm:prSet presAssocID="{D206AD7D-6FCF-BA4A-A881-D49C0A782FC3}" presName="vertSpace2b" presStyleCnt="0"/>
      <dgm:spPr/>
    </dgm:pt>
    <dgm:pt modelId="{CFD8E1A3-90D3-46A8-AE85-EB36E0237BB5}" type="pres">
      <dgm:prSet presAssocID="{3440283F-7B94-41E1-A678-109BA5967928}" presName="horz2" presStyleCnt="0"/>
      <dgm:spPr/>
    </dgm:pt>
    <dgm:pt modelId="{274EF02C-7D1A-409B-A859-EE71E535A688}" type="pres">
      <dgm:prSet presAssocID="{3440283F-7B94-41E1-A678-109BA5967928}" presName="horzSpace2" presStyleCnt="0"/>
      <dgm:spPr/>
    </dgm:pt>
    <dgm:pt modelId="{1AB85A7C-0FFD-4546-B83C-987E91EDF1C9}" type="pres">
      <dgm:prSet presAssocID="{3440283F-7B94-41E1-A678-109BA5967928}" presName="tx2" presStyleLbl="revTx" presStyleIdx="8" presStyleCnt="10"/>
      <dgm:spPr/>
      <dgm:t>
        <a:bodyPr/>
        <a:lstStyle/>
        <a:p>
          <a:endParaRPr lang="es-ES"/>
        </a:p>
      </dgm:t>
    </dgm:pt>
    <dgm:pt modelId="{6F7BAE7F-F22E-4343-8455-8D1D04AE6291}" type="pres">
      <dgm:prSet presAssocID="{3440283F-7B94-41E1-A678-109BA5967928}" presName="vert2" presStyleCnt="0"/>
      <dgm:spPr/>
    </dgm:pt>
    <dgm:pt modelId="{DF72560F-E95F-423D-A8FF-AAE8DAA00A74}" type="pres">
      <dgm:prSet presAssocID="{3440283F-7B94-41E1-A678-109BA5967928}" presName="thinLine2b" presStyleLbl="callout" presStyleIdx="5" presStyleCnt="7"/>
      <dgm:spPr/>
    </dgm:pt>
    <dgm:pt modelId="{D8D1CF1A-EF09-4022-8D03-FD002D4FE754}" type="pres">
      <dgm:prSet presAssocID="{3440283F-7B94-41E1-A678-109BA5967928}" presName="vertSpace2b" presStyleCnt="0"/>
      <dgm:spPr/>
    </dgm:pt>
    <dgm:pt modelId="{00451E5C-D19E-4AC4-8C6F-60950BA475F2}" type="pres">
      <dgm:prSet presAssocID="{5B536FDF-F2F3-4D05-AF9A-89E79C92380B}" presName="horz2" presStyleCnt="0"/>
      <dgm:spPr/>
    </dgm:pt>
    <dgm:pt modelId="{3C367370-E70B-40CC-9DCF-3FC0C33EDE1B}" type="pres">
      <dgm:prSet presAssocID="{5B536FDF-F2F3-4D05-AF9A-89E79C92380B}" presName="horzSpace2" presStyleCnt="0"/>
      <dgm:spPr/>
    </dgm:pt>
    <dgm:pt modelId="{EDBBCE88-88E0-4C06-BA01-B4EFB6C685E1}" type="pres">
      <dgm:prSet presAssocID="{5B536FDF-F2F3-4D05-AF9A-89E79C92380B}" presName="tx2" presStyleLbl="revTx" presStyleIdx="9" presStyleCnt="10"/>
      <dgm:spPr/>
      <dgm:t>
        <a:bodyPr/>
        <a:lstStyle/>
        <a:p>
          <a:endParaRPr lang="es-ES"/>
        </a:p>
      </dgm:t>
    </dgm:pt>
    <dgm:pt modelId="{5EA7847F-7A65-4DE6-AFB0-0784772E4EA1}" type="pres">
      <dgm:prSet presAssocID="{5B536FDF-F2F3-4D05-AF9A-89E79C92380B}" presName="vert2" presStyleCnt="0"/>
      <dgm:spPr/>
    </dgm:pt>
    <dgm:pt modelId="{22FFB06E-FF71-449B-9AA1-BDA4A6D85DF8}" type="pres">
      <dgm:prSet presAssocID="{5B536FDF-F2F3-4D05-AF9A-89E79C92380B}" presName="thinLine2b" presStyleLbl="callout" presStyleIdx="6" presStyleCnt="7"/>
      <dgm:spPr/>
    </dgm:pt>
    <dgm:pt modelId="{D29BEB5B-2E19-4BA8-823B-ABEF6ECE6E88}" type="pres">
      <dgm:prSet presAssocID="{5B536FDF-F2F3-4D05-AF9A-89E79C92380B}" presName="vertSpace2b" presStyleCnt="0"/>
      <dgm:spPr/>
    </dgm:pt>
  </dgm:ptLst>
  <dgm:cxnLst>
    <dgm:cxn modelId="{2B3AB939-F741-4B55-BCEC-AC60F4C0DC14}" srcId="{A00DC1EC-B999-A640-8654-4E50ABDDE020}" destId="{3440283F-7B94-41E1-A678-109BA5967928}" srcOrd="2" destOrd="0" parTransId="{620191C0-423A-4FE9-A4F1-5C5D36C0C76E}" sibTransId="{23C99D01-59D4-4C59-997C-A7CC57B9FF58}"/>
    <dgm:cxn modelId="{DBA51B96-2BDF-C04D-8EE9-74101BC05F2E}" srcId="{A00DC1EC-B999-A640-8654-4E50ABDDE020}" destId="{D206AD7D-6FCF-BA4A-A881-D49C0A782FC3}" srcOrd="1" destOrd="0" parTransId="{2FAF4929-896A-4142-A9D4-FCF51F2A7AA6}" sibTransId="{948F4234-2DCD-C24A-ABA8-79BDA4601848}"/>
    <dgm:cxn modelId="{B913582A-C51A-7948-8CD7-0EAADAC6E1E7}" srcId="{D1D10F65-8C36-4800-AD9D-4A75930380A4}" destId="{9C0C5B6B-88B0-0644-95CC-DA013289C236}" srcOrd="0" destOrd="0" parTransId="{B8FBE750-BA08-3745-BDB2-8DE244854305}" sibTransId="{7720ED4A-2659-4441-8B8A-B12AAECACA03}"/>
    <dgm:cxn modelId="{9F261941-24ED-402A-AAD4-7E453770E726}" type="presOf" srcId="{EA05A323-1CD6-E844-BD1C-19A2225C0340}" destId="{821592CB-BF1E-40A4-88FF-532C668728A8}" srcOrd="0" destOrd="0" presId="urn:microsoft.com/office/officeart/2008/layout/LinedList"/>
    <dgm:cxn modelId="{BE140C54-7845-4FA6-BD16-779C89E4A191}" type="presOf" srcId="{C067AB59-C7C5-C74B-8B60-2FA743781E39}" destId="{CECABC1D-D0D2-4346-AB17-5BDF3AE0B320}" srcOrd="0" destOrd="0" presId="urn:microsoft.com/office/officeart/2008/layout/LinedList"/>
    <dgm:cxn modelId="{88CAD25B-4863-724E-A8BB-5EA65B911430}" type="presOf" srcId="{C3CE8D9A-2F5F-E04C-AF81-B61DA3187B58}" destId="{A4615577-DB07-0E46-BAD9-752076C1E8EB}" srcOrd="0" destOrd="0" presId="urn:microsoft.com/office/officeart/2008/layout/LinedList"/>
    <dgm:cxn modelId="{170E0A80-D936-D547-94C5-570AC1082D21}" srcId="{D1D10F65-8C36-4800-AD9D-4A75930380A4}" destId="{EA05A323-1CD6-E844-BD1C-19A2225C0340}" srcOrd="2" destOrd="0" parTransId="{30E5782B-3D30-E84E-8B09-5F18CE4DBC15}" sibTransId="{A735D71C-2096-F344-B726-857D36F14FEB}"/>
    <dgm:cxn modelId="{6FCFE956-A4B8-4040-A710-4C204E8AB087}" type="presOf" srcId="{5B536FDF-F2F3-4D05-AF9A-89E79C92380B}" destId="{EDBBCE88-88E0-4C06-BA01-B4EFB6C685E1}" srcOrd="0" destOrd="0" presId="urn:microsoft.com/office/officeart/2008/layout/LinedList"/>
    <dgm:cxn modelId="{7D1D3080-7900-4CC4-B4C0-BD39D5B7C3EE}" srcId="{C3CE8D9A-2F5F-E04C-AF81-B61DA3187B58}" destId="{D1D10F65-8C36-4800-AD9D-4A75930380A4}" srcOrd="1" destOrd="0" parTransId="{90F18EEC-639F-4363-B4CF-89223F0F6C38}" sibTransId="{99324C82-0C51-4B8E-B7FB-AB0EDB6CDB40}"/>
    <dgm:cxn modelId="{AFE1BFFD-BCE2-4B07-8778-349DF1D2A1BC}" type="presOf" srcId="{D206AD7D-6FCF-BA4A-A881-D49C0A782FC3}" destId="{70B24025-E2C6-417F-99E1-3AE2064C772D}" srcOrd="0" destOrd="0" presId="urn:microsoft.com/office/officeart/2008/layout/LinedList"/>
    <dgm:cxn modelId="{A6D8CB4F-A1A9-2F46-90C6-E855915DE40A}" srcId="{C3CE8D9A-2F5F-E04C-AF81-B61DA3187B58}" destId="{2D50EED0-437B-1441-8B3B-81295EA238A9}" srcOrd="0" destOrd="0" parTransId="{A6EDC655-C7CF-5442-9A95-DD52945DD4C2}" sibTransId="{12B35025-375E-9C48-AEA1-E8FB9BD8A8AD}"/>
    <dgm:cxn modelId="{2FE6312A-8E9C-42E4-A35F-065C47954353}" type="presOf" srcId="{D1D10F65-8C36-4800-AD9D-4A75930380A4}" destId="{792A15AE-68CB-4B5E-A488-D8B2430819E0}" srcOrd="0" destOrd="0" presId="urn:microsoft.com/office/officeart/2008/layout/LinedList"/>
    <dgm:cxn modelId="{58BCC5C7-FCA9-1D45-B91A-2E90277F1164}" type="presOf" srcId="{2D50EED0-437B-1441-8B3B-81295EA238A9}" destId="{0FAAA673-A6AE-2E48-9396-AEC5BB305A0E}" srcOrd="0" destOrd="0" presId="urn:microsoft.com/office/officeart/2008/layout/LinedList"/>
    <dgm:cxn modelId="{FA015F84-3A27-6341-B5E5-5AAABF15FCA7}" srcId="{A00DC1EC-B999-A640-8654-4E50ABDDE020}" destId="{C067AB59-C7C5-C74B-8B60-2FA743781E39}" srcOrd="0" destOrd="0" parTransId="{E4F708B6-A4DC-E54B-965A-6A91932F4F21}" sibTransId="{07AED4AD-A571-FA4C-8F60-2811AAEB8399}"/>
    <dgm:cxn modelId="{3E29948C-DFFC-AB42-9C68-F162D26487F0}" type="presOf" srcId="{A00DC1EC-B999-A640-8654-4E50ABDDE020}" destId="{9891002C-403A-A043-B663-E6FEB51C2557}" srcOrd="0" destOrd="0" presId="urn:microsoft.com/office/officeart/2008/layout/LinedList"/>
    <dgm:cxn modelId="{3BDFFADE-29A9-481E-B58F-434B0C851ADE}" type="presOf" srcId="{4D7DCE72-F1C7-3648-B096-B3BF2FA1BA56}" destId="{F1E3A902-B27E-4D1E-9D62-838DBF77570E}" srcOrd="0" destOrd="0" presId="urn:microsoft.com/office/officeart/2008/layout/LinedList"/>
    <dgm:cxn modelId="{366F432C-1A26-4011-8836-F1CB5F23632D}" srcId="{A00DC1EC-B999-A640-8654-4E50ABDDE020}" destId="{5B536FDF-F2F3-4D05-AF9A-89E79C92380B}" srcOrd="3" destOrd="0" parTransId="{56E7C592-F553-41EA-A0F8-EBF440BF702D}" sibTransId="{3DAEA229-1474-4E45-A55F-BA78088D2142}"/>
    <dgm:cxn modelId="{85AEC94C-8398-42E2-BCFF-BE328E528E4F}" type="presOf" srcId="{9C0C5B6B-88B0-0644-95CC-DA013289C236}" destId="{520D1D2C-1114-41BF-8F7E-61F71B01A781}" srcOrd="0" destOrd="0" presId="urn:microsoft.com/office/officeart/2008/layout/LinedList"/>
    <dgm:cxn modelId="{57DCF56E-A877-4D98-80BC-07F249D9A3FF}" type="presOf" srcId="{3440283F-7B94-41E1-A678-109BA5967928}" destId="{1AB85A7C-0FFD-4546-B83C-987E91EDF1C9}" srcOrd="0" destOrd="0" presId="urn:microsoft.com/office/officeart/2008/layout/LinedList"/>
    <dgm:cxn modelId="{C36FE991-C046-254D-B645-ED7CD9E49D91}" srcId="{C3CE8D9A-2F5F-E04C-AF81-B61DA3187B58}" destId="{A00DC1EC-B999-A640-8654-4E50ABDDE020}" srcOrd="2" destOrd="0" parTransId="{C1FC985A-8FE8-944A-89F3-975B9C62D138}" sibTransId="{48BA50DD-A1B0-B142-8134-1733EC7E096A}"/>
    <dgm:cxn modelId="{CEF75630-A106-2C4A-813E-06273EBC269D}" srcId="{D1D10F65-8C36-4800-AD9D-4A75930380A4}" destId="{4D7DCE72-F1C7-3648-B096-B3BF2FA1BA56}" srcOrd="1" destOrd="0" parTransId="{4130B51B-54F0-CE46-A291-A4358F1F6F5A}" sibTransId="{44AA0FEF-23B0-9044-91B0-9D01CCB0457B}"/>
    <dgm:cxn modelId="{F847C799-CF4D-0742-BA1D-DB6A69BE9CAE}" type="presParOf" srcId="{A4615577-DB07-0E46-BAD9-752076C1E8EB}" destId="{A70494F9-BBC6-9B4D-ABE0-28B7062A7EEA}" srcOrd="0" destOrd="0" presId="urn:microsoft.com/office/officeart/2008/layout/LinedList"/>
    <dgm:cxn modelId="{3EBEC4A5-21B2-A747-A42E-41991220DD01}" type="presParOf" srcId="{A4615577-DB07-0E46-BAD9-752076C1E8EB}" destId="{4DE94855-2BF1-EB40-B090-FE0F9B4B301E}" srcOrd="1" destOrd="0" presId="urn:microsoft.com/office/officeart/2008/layout/LinedList"/>
    <dgm:cxn modelId="{C5497088-D00C-AD4C-8494-11AF8A09FCB0}" type="presParOf" srcId="{4DE94855-2BF1-EB40-B090-FE0F9B4B301E}" destId="{0FAAA673-A6AE-2E48-9396-AEC5BB305A0E}" srcOrd="0" destOrd="0" presId="urn:microsoft.com/office/officeart/2008/layout/LinedList"/>
    <dgm:cxn modelId="{E800DCED-F52F-284F-9329-D589974BEF18}" type="presParOf" srcId="{4DE94855-2BF1-EB40-B090-FE0F9B4B301E}" destId="{4D92E349-5F1C-414C-955E-416A7CFBF9E9}" srcOrd="1" destOrd="0" presId="urn:microsoft.com/office/officeart/2008/layout/LinedList"/>
    <dgm:cxn modelId="{4DB7B23E-B30F-4C81-8ACC-F20339733989}" type="presParOf" srcId="{A4615577-DB07-0E46-BAD9-752076C1E8EB}" destId="{4324E71C-51E4-4FFA-9638-472734009553}" srcOrd="2" destOrd="0" presId="urn:microsoft.com/office/officeart/2008/layout/LinedList"/>
    <dgm:cxn modelId="{5F89DA01-B92A-4DC0-9CEE-1F6FA1D40ECE}" type="presParOf" srcId="{A4615577-DB07-0E46-BAD9-752076C1E8EB}" destId="{35D4AF3C-4879-491B-8004-F3B88F6D9FB5}" srcOrd="3" destOrd="0" presId="urn:microsoft.com/office/officeart/2008/layout/LinedList"/>
    <dgm:cxn modelId="{F3D6BEA2-B2D9-4B81-A154-A2B392387994}" type="presParOf" srcId="{35D4AF3C-4879-491B-8004-F3B88F6D9FB5}" destId="{792A15AE-68CB-4B5E-A488-D8B2430819E0}" srcOrd="0" destOrd="0" presId="urn:microsoft.com/office/officeart/2008/layout/LinedList"/>
    <dgm:cxn modelId="{F7785119-16D5-4918-A11C-76CAE3186FCE}" type="presParOf" srcId="{35D4AF3C-4879-491B-8004-F3B88F6D9FB5}" destId="{162AB6D4-F395-4B55-9519-21B610CC0382}" srcOrd="1" destOrd="0" presId="urn:microsoft.com/office/officeart/2008/layout/LinedList"/>
    <dgm:cxn modelId="{B8EBD6DE-7A50-4C60-B506-ECD05FE59218}" type="presParOf" srcId="{162AB6D4-F395-4B55-9519-21B610CC0382}" destId="{412C8F4B-57E8-4EE2-95F4-7EAB16DF68B6}" srcOrd="0" destOrd="0" presId="urn:microsoft.com/office/officeart/2008/layout/LinedList"/>
    <dgm:cxn modelId="{956FD370-326D-4EB3-801A-A29C8A2FA36A}" type="presParOf" srcId="{162AB6D4-F395-4B55-9519-21B610CC0382}" destId="{706ACAA7-2B5D-4D39-81AB-5DAABC04EC1D}" srcOrd="1" destOrd="0" presId="urn:microsoft.com/office/officeart/2008/layout/LinedList"/>
    <dgm:cxn modelId="{A39098EB-962C-4166-8037-F95585B9F478}" type="presParOf" srcId="{706ACAA7-2B5D-4D39-81AB-5DAABC04EC1D}" destId="{3456CDB8-701B-42F1-87C2-C295CD1E48EE}" srcOrd="0" destOrd="0" presId="urn:microsoft.com/office/officeart/2008/layout/LinedList"/>
    <dgm:cxn modelId="{342403CE-B025-4D29-8793-EA37F41E586D}" type="presParOf" srcId="{706ACAA7-2B5D-4D39-81AB-5DAABC04EC1D}" destId="{520D1D2C-1114-41BF-8F7E-61F71B01A781}" srcOrd="1" destOrd="0" presId="urn:microsoft.com/office/officeart/2008/layout/LinedList"/>
    <dgm:cxn modelId="{25A3F28B-6CD7-4F31-890F-F8CF5F90629E}" type="presParOf" srcId="{706ACAA7-2B5D-4D39-81AB-5DAABC04EC1D}" destId="{D6DDDC7E-F1A5-4153-9143-0972F5C1698F}" srcOrd="2" destOrd="0" presId="urn:microsoft.com/office/officeart/2008/layout/LinedList"/>
    <dgm:cxn modelId="{4E8BB94C-449C-4BAA-89E5-7B4012CC296E}" type="presParOf" srcId="{162AB6D4-F395-4B55-9519-21B610CC0382}" destId="{0A0EB41C-54BD-4DBD-AE20-1F9966450DC3}" srcOrd="2" destOrd="0" presId="urn:microsoft.com/office/officeart/2008/layout/LinedList"/>
    <dgm:cxn modelId="{AB79C922-1D85-4408-9FB6-F8CFB8C36573}" type="presParOf" srcId="{162AB6D4-F395-4B55-9519-21B610CC0382}" destId="{BD1DC2FA-97F1-47D7-B64D-204FB692D739}" srcOrd="3" destOrd="0" presId="urn:microsoft.com/office/officeart/2008/layout/LinedList"/>
    <dgm:cxn modelId="{6F9AF466-E2B6-4D13-8F7D-DC885CC31B1D}" type="presParOf" srcId="{162AB6D4-F395-4B55-9519-21B610CC0382}" destId="{AA817BFD-CFD8-4863-BA21-FE68B817CC3C}" srcOrd="4" destOrd="0" presId="urn:microsoft.com/office/officeart/2008/layout/LinedList"/>
    <dgm:cxn modelId="{A4CC1812-D46A-48BC-9422-20B9EC6ECAAB}" type="presParOf" srcId="{AA817BFD-CFD8-4863-BA21-FE68B817CC3C}" destId="{BD57D683-A942-4221-A2F2-BB0CF711AC57}" srcOrd="0" destOrd="0" presId="urn:microsoft.com/office/officeart/2008/layout/LinedList"/>
    <dgm:cxn modelId="{5AA14EA0-0813-473C-8163-DCE2FD80C8FD}" type="presParOf" srcId="{AA817BFD-CFD8-4863-BA21-FE68B817CC3C}" destId="{F1E3A902-B27E-4D1E-9D62-838DBF77570E}" srcOrd="1" destOrd="0" presId="urn:microsoft.com/office/officeart/2008/layout/LinedList"/>
    <dgm:cxn modelId="{F341795B-4F8D-40FC-BB87-DB28B4CBE845}" type="presParOf" srcId="{AA817BFD-CFD8-4863-BA21-FE68B817CC3C}" destId="{4F138E20-5633-4DCC-BBC2-20DFBFC7868F}" srcOrd="2" destOrd="0" presId="urn:microsoft.com/office/officeart/2008/layout/LinedList"/>
    <dgm:cxn modelId="{60B4EA34-669B-44B0-849E-7820221DB9C4}" type="presParOf" srcId="{162AB6D4-F395-4B55-9519-21B610CC0382}" destId="{2B79C5B5-7045-4C8A-A0D3-ED34D320DACE}" srcOrd="5" destOrd="0" presId="urn:microsoft.com/office/officeart/2008/layout/LinedList"/>
    <dgm:cxn modelId="{7E569D0C-3428-435B-AF6F-5E8C383648C2}" type="presParOf" srcId="{162AB6D4-F395-4B55-9519-21B610CC0382}" destId="{8C3B0260-807F-409D-975C-EBFF816514C3}" srcOrd="6" destOrd="0" presId="urn:microsoft.com/office/officeart/2008/layout/LinedList"/>
    <dgm:cxn modelId="{8F968DE2-01A0-490A-A10A-5EF138830341}" type="presParOf" srcId="{162AB6D4-F395-4B55-9519-21B610CC0382}" destId="{DCC37064-A6D2-4A55-A252-3829429045E5}" srcOrd="7" destOrd="0" presId="urn:microsoft.com/office/officeart/2008/layout/LinedList"/>
    <dgm:cxn modelId="{F7599D3A-2E6E-4C65-9E0D-25F128761943}" type="presParOf" srcId="{DCC37064-A6D2-4A55-A252-3829429045E5}" destId="{AF620EF4-9246-40B0-95DD-0F97FD557889}" srcOrd="0" destOrd="0" presId="urn:microsoft.com/office/officeart/2008/layout/LinedList"/>
    <dgm:cxn modelId="{BCF95899-7917-4EDB-8FD2-FCB40A438ECB}" type="presParOf" srcId="{DCC37064-A6D2-4A55-A252-3829429045E5}" destId="{821592CB-BF1E-40A4-88FF-532C668728A8}" srcOrd="1" destOrd="0" presId="urn:microsoft.com/office/officeart/2008/layout/LinedList"/>
    <dgm:cxn modelId="{51DE40F6-3A87-480E-99D8-89C0632D8E40}" type="presParOf" srcId="{DCC37064-A6D2-4A55-A252-3829429045E5}" destId="{4A2BC687-FFD6-4EBF-9A58-5F5A5936D128}" srcOrd="2" destOrd="0" presId="urn:microsoft.com/office/officeart/2008/layout/LinedList"/>
    <dgm:cxn modelId="{ACEB100A-F77A-4DDF-BF04-639FA07CDC79}" type="presParOf" srcId="{162AB6D4-F395-4B55-9519-21B610CC0382}" destId="{AFB2C275-AEA0-46EA-8FAC-DEEB17253C42}" srcOrd="8" destOrd="0" presId="urn:microsoft.com/office/officeart/2008/layout/LinedList"/>
    <dgm:cxn modelId="{48D32097-7681-4FF5-B71E-2581D6375AB7}" type="presParOf" srcId="{162AB6D4-F395-4B55-9519-21B610CC0382}" destId="{B63F60B4-89E7-4E26-9559-C63693EDEACE}" srcOrd="9" destOrd="0" presId="urn:microsoft.com/office/officeart/2008/layout/LinedList"/>
    <dgm:cxn modelId="{35AF335E-5A39-7049-B788-36F0EF331E73}" type="presParOf" srcId="{A4615577-DB07-0E46-BAD9-752076C1E8EB}" destId="{B2F277F3-7CF1-994E-B28A-0B3155C31199}" srcOrd="4" destOrd="0" presId="urn:microsoft.com/office/officeart/2008/layout/LinedList"/>
    <dgm:cxn modelId="{5F47EFD6-2CBD-894E-8B6E-5A8B8B366D05}" type="presParOf" srcId="{A4615577-DB07-0E46-BAD9-752076C1E8EB}" destId="{0C40495D-3188-9E48-A89E-F64BB2F461F5}" srcOrd="5" destOrd="0" presId="urn:microsoft.com/office/officeart/2008/layout/LinedList"/>
    <dgm:cxn modelId="{E3857465-52FE-4043-A3F9-DA9E495DC241}" type="presParOf" srcId="{0C40495D-3188-9E48-A89E-F64BB2F461F5}" destId="{9891002C-403A-A043-B663-E6FEB51C2557}" srcOrd="0" destOrd="0" presId="urn:microsoft.com/office/officeart/2008/layout/LinedList"/>
    <dgm:cxn modelId="{A92C2B0F-4EC0-EE40-994C-464482B0D0DE}" type="presParOf" srcId="{0C40495D-3188-9E48-A89E-F64BB2F461F5}" destId="{84783DB1-8E64-8549-92F0-B23833CEE8B0}" srcOrd="1" destOrd="0" presId="urn:microsoft.com/office/officeart/2008/layout/LinedList"/>
    <dgm:cxn modelId="{EA0B3910-EB80-4029-B60B-20F24CE2843C}" type="presParOf" srcId="{84783DB1-8E64-8549-92F0-B23833CEE8B0}" destId="{7639A2F8-0310-4BED-B4BD-EAB6A5C40B77}" srcOrd="0" destOrd="0" presId="urn:microsoft.com/office/officeart/2008/layout/LinedList"/>
    <dgm:cxn modelId="{99DBFB21-0FC2-4CBA-BB47-36270808838D}" type="presParOf" srcId="{84783DB1-8E64-8549-92F0-B23833CEE8B0}" destId="{6A69390F-9BF9-4ABA-8159-EAF93506C37D}" srcOrd="1" destOrd="0" presId="urn:microsoft.com/office/officeart/2008/layout/LinedList"/>
    <dgm:cxn modelId="{E87F3EA4-77CE-4F0C-A375-D165481E49A8}" type="presParOf" srcId="{6A69390F-9BF9-4ABA-8159-EAF93506C37D}" destId="{80389192-84FD-488B-A175-87A5FB0572BA}" srcOrd="0" destOrd="0" presId="urn:microsoft.com/office/officeart/2008/layout/LinedList"/>
    <dgm:cxn modelId="{98F27296-CAFF-422A-B24C-47C3377364FE}" type="presParOf" srcId="{6A69390F-9BF9-4ABA-8159-EAF93506C37D}" destId="{CECABC1D-D0D2-4346-AB17-5BDF3AE0B320}" srcOrd="1" destOrd="0" presId="urn:microsoft.com/office/officeart/2008/layout/LinedList"/>
    <dgm:cxn modelId="{052522D8-E186-4A8F-8FE7-EA5F2E68B10F}" type="presParOf" srcId="{6A69390F-9BF9-4ABA-8159-EAF93506C37D}" destId="{C56FE37B-F98C-4D15-95CF-6DC56554B5B4}" srcOrd="2" destOrd="0" presId="urn:microsoft.com/office/officeart/2008/layout/LinedList"/>
    <dgm:cxn modelId="{7C9E3284-09F1-4CA9-82F8-E7DCFD250D0D}" type="presParOf" srcId="{84783DB1-8E64-8549-92F0-B23833CEE8B0}" destId="{5D84D3DB-F553-4712-A813-E34BD39795E9}" srcOrd="2" destOrd="0" presId="urn:microsoft.com/office/officeart/2008/layout/LinedList"/>
    <dgm:cxn modelId="{ECC376FD-6EF2-45B9-BD59-10867BC46682}" type="presParOf" srcId="{84783DB1-8E64-8549-92F0-B23833CEE8B0}" destId="{2128B8DA-3804-468D-B525-5F0093F85BA2}" srcOrd="3" destOrd="0" presId="urn:microsoft.com/office/officeart/2008/layout/LinedList"/>
    <dgm:cxn modelId="{48D72E68-5752-4B2B-9C23-189D22095748}" type="presParOf" srcId="{84783DB1-8E64-8549-92F0-B23833CEE8B0}" destId="{4F42B568-F39A-4181-8658-EC1C2143BBA0}" srcOrd="4" destOrd="0" presId="urn:microsoft.com/office/officeart/2008/layout/LinedList"/>
    <dgm:cxn modelId="{7B8AE250-CE81-48B4-9208-19C32DF7C56A}" type="presParOf" srcId="{4F42B568-F39A-4181-8658-EC1C2143BBA0}" destId="{4F8359BF-8C47-4A90-A343-AF5BDC5F9DE8}" srcOrd="0" destOrd="0" presId="urn:microsoft.com/office/officeart/2008/layout/LinedList"/>
    <dgm:cxn modelId="{0C28ACEF-4949-4BC4-8F57-81F3A45D35D3}" type="presParOf" srcId="{4F42B568-F39A-4181-8658-EC1C2143BBA0}" destId="{70B24025-E2C6-417F-99E1-3AE2064C772D}" srcOrd="1" destOrd="0" presId="urn:microsoft.com/office/officeart/2008/layout/LinedList"/>
    <dgm:cxn modelId="{E92263C1-B8F6-4C1D-9693-B108FE254198}" type="presParOf" srcId="{4F42B568-F39A-4181-8658-EC1C2143BBA0}" destId="{7CEB9B09-60D8-4882-A2D8-38EF68D5C19F}" srcOrd="2" destOrd="0" presId="urn:microsoft.com/office/officeart/2008/layout/LinedList"/>
    <dgm:cxn modelId="{21102A85-9357-401E-A673-0BF1CA8FA349}" type="presParOf" srcId="{84783DB1-8E64-8549-92F0-B23833CEE8B0}" destId="{5E350EE4-2D6A-4A16-A0FE-9FACA9074727}" srcOrd="5" destOrd="0" presId="urn:microsoft.com/office/officeart/2008/layout/LinedList"/>
    <dgm:cxn modelId="{9B609360-89AD-4D2E-BC1F-E6E995D442B6}" type="presParOf" srcId="{84783DB1-8E64-8549-92F0-B23833CEE8B0}" destId="{9BB5AFB5-07F7-4132-85A2-44E6D0516C88}" srcOrd="6" destOrd="0" presId="urn:microsoft.com/office/officeart/2008/layout/LinedList"/>
    <dgm:cxn modelId="{B47D9EEA-531A-408A-B090-E475DC65E74E}" type="presParOf" srcId="{84783DB1-8E64-8549-92F0-B23833CEE8B0}" destId="{CFD8E1A3-90D3-46A8-AE85-EB36E0237BB5}" srcOrd="7" destOrd="0" presId="urn:microsoft.com/office/officeart/2008/layout/LinedList"/>
    <dgm:cxn modelId="{1CBE25E4-EADF-4AAE-87EC-0BCA7409E3B2}" type="presParOf" srcId="{CFD8E1A3-90D3-46A8-AE85-EB36E0237BB5}" destId="{274EF02C-7D1A-409B-A859-EE71E535A688}" srcOrd="0" destOrd="0" presId="urn:microsoft.com/office/officeart/2008/layout/LinedList"/>
    <dgm:cxn modelId="{54B6A375-8841-450A-97F1-0DBCCB36C37E}" type="presParOf" srcId="{CFD8E1A3-90D3-46A8-AE85-EB36E0237BB5}" destId="{1AB85A7C-0FFD-4546-B83C-987E91EDF1C9}" srcOrd="1" destOrd="0" presId="urn:microsoft.com/office/officeart/2008/layout/LinedList"/>
    <dgm:cxn modelId="{7F9619CE-2F45-4ACE-ADA7-09AC737613F7}" type="presParOf" srcId="{CFD8E1A3-90D3-46A8-AE85-EB36E0237BB5}" destId="{6F7BAE7F-F22E-4343-8455-8D1D04AE6291}" srcOrd="2" destOrd="0" presId="urn:microsoft.com/office/officeart/2008/layout/LinedList"/>
    <dgm:cxn modelId="{FB008851-06D7-4855-A24F-22E0D73AB55F}" type="presParOf" srcId="{84783DB1-8E64-8549-92F0-B23833CEE8B0}" destId="{DF72560F-E95F-423D-A8FF-AAE8DAA00A74}" srcOrd="8" destOrd="0" presId="urn:microsoft.com/office/officeart/2008/layout/LinedList"/>
    <dgm:cxn modelId="{F864CF38-EDB0-4C21-B8CD-8F6468AED3AB}" type="presParOf" srcId="{84783DB1-8E64-8549-92F0-B23833CEE8B0}" destId="{D8D1CF1A-EF09-4022-8D03-FD002D4FE754}" srcOrd="9" destOrd="0" presId="urn:microsoft.com/office/officeart/2008/layout/LinedList"/>
    <dgm:cxn modelId="{FA6E8390-3117-4B0E-A8CD-C8525D3476EE}" type="presParOf" srcId="{84783DB1-8E64-8549-92F0-B23833CEE8B0}" destId="{00451E5C-D19E-4AC4-8C6F-60950BA475F2}" srcOrd="10" destOrd="0" presId="urn:microsoft.com/office/officeart/2008/layout/LinedList"/>
    <dgm:cxn modelId="{A1DC1013-3554-4925-8C05-0BA40D7B62CE}" type="presParOf" srcId="{00451E5C-D19E-4AC4-8C6F-60950BA475F2}" destId="{3C367370-E70B-40CC-9DCF-3FC0C33EDE1B}" srcOrd="0" destOrd="0" presId="urn:microsoft.com/office/officeart/2008/layout/LinedList"/>
    <dgm:cxn modelId="{5DEED33B-11D0-4E73-B9C5-AC7FE88CE993}" type="presParOf" srcId="{00451E5C-D19E-4AC4-8C6F-60950BA475F2}" destId="{EDBBCE88-88E0-4C06-BA01-B4EFB6C685E1}" srcOrd="1" destOrd="0" presId="urn:microsoft.com/office/officeart/2008/layout/LinedList"/>
    <dgm:cxn modelId="{13C1FCD6-38EA-422D-AE65-723CF6BA7FF9}" type="presParOf" srcId="{00451E5C-D19E-4AC4-8C6F-60950BA475F2}" destId="{5EA7847F-7A65-4DE6-AFB0-0784772E4EA1}" srcOrd="2" destOrd="0" presId="urn:microsoft.com/office/officeart/2008/layout/LinedList"/>
    <dgm:cxn modelId="{36F58C88-C89C-4347-A57A-4CC7FDCF4B52}" type="presParOf" srcId="{84783DB1-8E64-8549-92F0-B23833CEE8B0}" destId="{22FFB06E-FF71-449B-9AA1-BDA4A6D85DF8}" srcOrd="11" destOrd="0" presId="urn:microsoft.com/office/officeart/2008/layout/LinedList"/>
    <dgm:cxn modelId="{8343C662-277E-438C-9E8E-2477EFCDC4EE}" type="presParOf" srcId="{84783DB1-8E64-8549-92F0-B23833CEE8B0}" destId="{D29BEB5B-2E19-4BA8-823B-ABEF6ECE6E88}" srcOrd="12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C3CE8D9A-2F5F-E04C-AF81-B61DA3187B58}" type="doc">
      <dgm:prSet loTypeId="urn:microsoft.com/office/officeart/2008/layout/LinedList" loCatId="" qsTypeId="urn:microsoft.com/office/officeart/2005/8/quickstyle/simple3" qsCatId="simple" csTypeId="urn:microsoft.com/office/officeart/2005/8/colors/colorful3" csCatId="colorful" phldr="1"/>
      <dgm:spPr/>
      <dgm:t>
        <a:bodyPr/>
        <a:lstStyle/>
        <a:p>
          <a:endParaRPr lang="es-ES"/>
        </a:p>
      </dgm:t>
    </dgm:pt>
    <dgm:pt modelId="{2D50EED0-437B-1441-8B3B-81295EA238A9}">
      <dgm:prSet phldrT="[Texto]"/>
      <dgm:spPr/>
      <dgm:t>
        <a:bodyPr/>
        <a:lstStyle/>
        <a:p>
          <a:r>
            <a:rPr lang="es-ES" dirty="0"/>
            <a:t>Introducción</a:t>
          </a:r>
        </a:p>
      </dgm:t>
    </dgm:pt>
    <dgm:pt modelId="{A6EDC655-C7CF-5442-9A95-DD52945DD4C2}" type="parTrans" cxnId="{A6D8CB4F-A1A9-2F46-90C6-E855915DE40A}">
      <dgm:prSet/>
      <dgm:spPr/>
      <dgm:t>
        <a:bodyPr/>
        <a:lstStyle/>
        <a:p>
          <a:endParaRPr lang="es-ES"/>
        </a:p>
      </dgm:t>
    </dgm:pt>
    <dgm:pt modelId="{12B35025-375E-9C48-AEA1-E8FB9BD8A8AD}" type="sibTrans" cxnId="{A6D8CB4F-A1A9-2F46-90C6-E855915DE40A}">
      <dgm:prSet/>
      <dgm:spPr/>
      <dgm:t>
        <a:bodyPr/>
        <a:lstStyle/>
        <a:p>
          <a:endParaRPr lang="es-ES"/>
        </a:p>
      </dgm:t>
    </dgm:pt>
    <dgm:pt modelId="{9C0C5B6B-88B0-0644-95CC-DA013289C236}">
      <dgm:prSet phldrT="[Texto]"/>
      <dgm:spPr/>
      <dgm:t>
        <a:bodyPr/>
        <a:lstStyle/>
        <a:p>
          <a:r>
            <a:rPr lang="es-ES" dirty="0"/>
            <a:t>Planificación de la calidad</a:t>
          </a:r>
        </a:p>
      </dgm:t>
    </dgm:pt>
    <dgm:pt modelId="{B8FBE750-BA08-3745-BDB2-8DE244854305}" type="parTrans" cxnId="{B913582A-C51A-7948-8CD7-0EAADAC6E1E7}">
      <dgm:prSet/>
      <dgm:spPr/>
      <dgm:t>
        <a:bodyPr/>
        <a:lstStyle/>
        <a:p>
          <a:endParaRPr lang="es-ES"/>
        </a:p>
      </dgm:t>
    </dgm:pt>
    <dgm:pt modelId="{7720ED4A-2659-4441-8B8A-B12AAECACA03}" type="sibTrans" cxnId="{B913582A-C51A-7948-8CD7-0EAADAC6E1E7}">
      <dgm:prSet/>
      <dgm:spPr/>
      <dgm:t>
        <a:bodyPr/>
        <a:lstStyle/>
        <a:p>
          <a:endParaRPr lang="es-ES"/>
        </a:p>
      </dgm:t>
    </dgm:pt>
    <dgm:pt modelId="{4D7DCE72-F1C7-3648-B096-B3BF2FA1BA56}">
      <dgm:prSet phldrT="[Texto]"/>
      <dgm:spPr/>
      <dgm:t>
        <a:bodyPr/>
        <a:lstStyle/>
        <a:p>
          <a:r>
            <a:rPr lang="es-ES" dirty="0"/>
            <a:t>Realizar el aseguramiento</a:t>
          </a:r>
          <a:r>
            <a:rPr lang="es-ES" baseline="0" dirty="0"/>
            <a:t> de la calidad</a:t>
          </a:r>
          <a:endParaRPr lang="es-ES" dirty="0"/>
        </a:p>
      </dgm:t>
    </dgm:pt>
    <dgm:pt modelId="{4130B51B-54F0-CE46-A291-A4358F1F6F5A}" type="parTrans" cxnId="{CEF75630-A106-2C4A-813E-06273EBC269D}">
      <dgm:prSet/>
      <dgm:spPr/>
      <dgm:t>
        <a:bodyPr/>
        <a:lstStyle/>
        <a:p>
          <a:endParaRPr lang="es-ES"/>
        </a:p>
      </dgm:t>
    </dgm:pt>
    <dgm:pt modelId="{44AA0FEF-23B0-9044-91B0-9D01CCB0457B}" type="sibTrans" cxnId="{CEF75630-A106-2C4A-813E-06273EBC269D}">
      <dgm:prSet/>
      <dgm:spPr/>
      <dgm:t>
        <a:bodyPr/>
        <a:lstStyle/>
        <a:p>
          <a:endParaRPr lang="es-ES"/>
        </a:p>
      </dgm:t>
    </dgm:pt>
    <dgm:pt modelId="{EA05A323-1CD6-E844-BD1C-19A2225C0340}">
      <dgm:prSet phldrT="[Texto]"/>
      <dgm:spPr/>
      <dgm:t>
        <a:bodyPr/>
        <a:lstStyle/>
        <a:p>
          <a:r>
            <a:rPr lang="es-ES" dirty="0"/>
            <a:t>Controlar</a:t>
          </a:r>
          <a:r>
            <a:rPr lang="es-ES" baseline="0" dirty="0"/>
            <a:t> la calidad</a:t>
          </a:r>
          <a:endParaRPr lang="es-ES" dirty="0"/>
        </a:p>
      </dgm:t>
    </dgm:pt>
    <dgm:pt modelId="{30E5782B-3D30-E84E-8B09-5F18CE4DBC15}" type="parTrans" cxnId="{170E0A80-D936-D547-94C5-570AC1082D21}">
      <dgm:prSet/>
      <dgm:spPr/>
      <dgm:t>
        <a:bodyPr/>
        <a:lstStyle/>
        <a:p>
          <a:endParaRPr lang="es-ES"/>
        </a:p>
      </dgm:t>
    </dgm:pt>
    <dgm:pt modelId="{A735D71C-2096-F344-B726-857D36F14FEB}" type="sibTrans" cxnId="{170E0A80-D936-D547-94C5-570AC1082D21}">
      <dgm:prSet/>
      <dgm:spPr/>
      <dgm:t>
        <a:bodyPr/>
        <a:lstStyle/>
        <a:p>
          <a:endParaRPr lang="es-ES"/>
        </a:p>
      </dgm:t>
    </dgm:pt>
    <dgm:pt modelId="{A00DC1EC-B999-A640-8654-4E50ABDDE020}">
      <dgm:prSet phldrT="[Texto]"/>
      <dgm:spPr/>
      <dgm:t>
        <a:bodyPr/>
        <a:lstStyle/>
        <a:p>
          <a:r>
            <a:rPr lang="es-ES" dirty="0"/>
            <a:t>Recursos Humanos</a:t>
          </a:r>
        </a:p>
      </dgm:t>
    </dgm:pt>
    <dgm:pt modelId="{C1FC985A-8FE8-944A-89F3-975B9C62D138}" type="parTrans" cxnId="{C36FE991-C046-254D-B645-ED7CD9E49D91}">
      <dgm:prSet/>
      <dgm:spPr/>
      <dgm:t>
        <a:bodyPr/>
        <a:lstStyle/>
        <a:p>
          <a:endParaRPr lang="es-ES"/>
        </a:p>
      </dgm:t>
    </dgm:pt>
    <dgm:pt modelId="{48BA50DD-A1B0-B142-8134-1733EC7E096A}" type="sibTrans" cxnId="{C36FE991-C046-254D-B645-ED7CD9E49D91}">
      <dgm:prSet/>
      <dgm:spPr/>
      <dgm:t>
        <a:bodyPr/>
        <a:lstStyle/>
        <a:p>
          <a:endParaRPr lang="es-ES"/>
        </a:p>
      </dgm:t>
    </dgm:pt>
    <dgm:pt modelId="{C067AB59-C7C5-C74B-8B60-2FA743781E39}">
      <dgm:prSet phldrT="[Texto]"/>
      <dgm:spPr/>
      <dgm:t>
        <a:bodyPr/>
        <a:lstStyle/>
        <a:p>
          <a:r>
            <a:rPr lang="es-ES" dirty="0"/>
            <a:t>Planificación de los RRHH</a:t>
          </a:r>
        </a:p>
      </dgm:t>
    </dgm:pt>
    <dgm:pt modelId="{E4F708B6-A4DC-E54B-965A-6A91932F4F21}" type="parTrans" cxnId="{FA015F84-3A27-6341-B5E5-5AAABF15FCA7}">
      <dgm:prSet/>
      <dgm:spPr/>
      <dgm:t>
        <a:bodyPr/>
        <a:lstStyle/>
        <a:p>
          <a:endParaRPr lang="es-ES"/>
        </a:p>
      </dgm:t>
    </dgm:pt>
    <dgm:pt modelId="{07AED4AD-A571-FA4C-8F60-2811AAEB8399}" type="sibTrans" cxnId="{FA015F84-3A27-6341-B5E5-5AAABF15FCA7}">
      <dgm:prSet/>
      <dgm:spPr/>
      <dgm:t>
        <a:bodyPr/>
        <a:lstStyle/>
        <a:p>
          <a:endParaRPr lang="es-ES"/>
        </a:p>
      </dgm:t>
    </dgm:pt>
    <dgm:pt modelId="{D206AD7D-6FCF-BA4A-A881-D49C0A782FC3}">
      <dgm:prSet phldrT="[Texto]"/>
      <dgm:spPr/>
      <dgm:t>
        <a:bodyPr/>
        <a:lstStyle/>
        <a:p>
          <a:r>
            <a:rPr lang="es-ES" dirty="0"/>
            <a:t>Adquirir el equipo de trabajo</a:t>
          </a:r>
        </a:p>
      </dgm:t>
    </dgm:pt>
    <dgm:pt modelId="{2FAF4929-896A-4142-A9D4-FCF51F2A7AA6}" type="parTrans" cxnId="{DBA51B96-2BDF-C04D-8EE9-74101BC05F2E}">
      <dgm:prSet/>
      <dgm:spPr/>
      <dgm:t>
        <a:bodyPr/>
        <a:lstStyle/>
        <a:p>
          <a:endParaRPr lang="es-ES"/>
        </a:p>
      </dgm:t>
    </dgm:pt>
    <dgm:pt modelId="{948F4234-2DCD-C24A-ABA8-79BDA4601848}" type="sibTrans" cxnId="{DBA51B96-2BDF-C04D-8EE9-74101BC05F2E}">
      <dgm:prSet/>
      <dgm:spPr/>
      <dgm:t>
        <a:bodyPr/>
        <a:lstStyle/>
        <a:p>
          <a:endParaRPr lang="es-ES"/>
        </a:p>
      </dgm:t>
    </dgm:pt>
    <dgm:pt modelId="{D1D10F65-8C36-4800-AD9D-4A75930380A4}">
      <dgm:prSet phldrT="[Texto]"/>
      <dgm:spPr/>
      <dgm:t>
        <a:bodyPr/>
        <a:lstStyle/>
        <a:p>
          <a:r>
            <a:rPr lang="es-ES" dirty="0"/>
            <a:t>Calidad</a:t>
          </a:r>
        </a:p>
      </dgm:t>
    </dgm:pt>
    <dgm:pt modelId="{90F18EEC-639F-4363-B4CF-89223F0F6C38}" type="parTrans" cxnId="{7D1D3080-7900-4CC4-B4C0-BD39D5B7C3EE}">
      <dgm:prSet/>
      <dgm:spPr/>
      <dgm:t>
        <a:bodyPr/>
        <a:lstStyle/>
        <a:p>
          <a:endParaRPr lang="es-ES_tradnl"/>
        </a:p>
      </dgm:t>
    </dgm:pt>
    <dgm:pt modelId="{99324C82-0C51-4B8E-B7FB-AB0EDB6CDB40}" type="sibTrans" cxnId="{7D1D3080-7900-4CC4-B4C0-BD39D5B7C3EE}">
      <dgm:prSet/>
      <dgm:spPr/>
      <dgm:t>
        <a:bodyPr/>
        <a:lstStyle/>
        <a:p>
          <a:endParaRPr lang="es-ES_tradnl"/>
        </a:p>
      </dgm:t>
    </dgm:pt>
    <dgm:pt modelId="{3440283F-7B94-41E1-A678-109BA5967928}">
      <dgm:prSet phldrT="[Texto]"/>
      <dgm:spPr/>
      <dgm:t>
        <a:bodyPr/>
        <a:lstStyle/>
        <a:p>
          <a:r>
            <a:rPr lang="es-ES" dirty="0"/>
            <a:t>Desarrollar el equipo del proyecto</a:t>
          </a:r>
        </a:p>
      </dgm:t>
    </dgm:pt>
    <dgm:pt modelId="{620191C0-423A-4FE9-A4F1-5C5D36C0C76E}" type="parTrans" cxnId="{2B3AB939-F741-4B55-BCEC-AC60F4C0DC14}">
      <dgm:prSet/>
      <dgm:spPr/>
      <dgm:t>
        <a:bodyPr/>
        <a:lstStyle/>
        <a:p>
          <a:endParaRPr lang="es-ES_tradnl"/>
        </a:p>
      </dgm:t>
    </dgm:pt>
    <dgm:pt modelId="{23C99D01-59D4-4C59-997C-A7CC57B9FF58}" type="sibTrans" cxnId="{2B3AB939-F741-4B55-BCEC-AC60F4C0DC14}">
      <dgm:prSet/>
      <dgm:spPr/>
      <dgm:t>
        <a:bodyPr/>
        <a:lstStyle/>
        <a:p>
          <a:endParaRPr lang="es-ES_tradnl"/>
        </a:p>
      </dgm:t>
    </dgm:pt>
    <dgm:pt modelId="{5B536FDF-F2F3-4D05-AF9A-89E79C92380B}">
      <dgm:prSet phldrT="[Texto]"/>
      <dgm:spPr/>
      <dgm:t>
        <a:bodyPr/>
        <a:lstStyle/>
        <a:p>
          <a:r>
            <a:rPr lang="es-ES" dirty="0"/>
            <a:t>Dirigir el equipo del proyecto</a:t>
          </a:r>
        </a:p>
      </dgm:t>
    </dgm:pt>
    <dgm:pt modelId="{56E7C592-F553-41EA-A0F8-EBF440BF702D}" type="parTrans" cxnId="{366F432C-1A26-4011-8836-F1CB5F23632D}">
      <dgm:prSet/>
      <dgm:spPr/>
      <dgm:t>
        <a:bodyPr/>
        <a:lstStyle/>
        <a:p>
          <a:endParaRPr lang="es-ES_tradnl"/>
        </a:p>
      </dgm:t>
    </dgm:pt>
    <dgm:pt modelId="{3DAEA229-1474-4E45-A55F-BA78088D2142}" type="sibTrans" cxnId="{366F432C-1A26-4011-8836-F1CB5F23632D}">
      <dgm:prSet/>
      <dgm:spPr/>
      <dgm:t>
        <a:bodyPr/>
        <a:lstStyle/>
        <a:p>
          <a:endParaRPr lang="es-ES_tradnl"/>
        </a:p>
      </dgm:t>
    </dgm:pt>
    <dgm:pt modelId="{A4615577-DB07-0E46-BAD9-752076C1E8EB}" type="pres">
      <dgm:prSet presAssocID="{C3CE8D9A-2F5F-E04C-AF81-B61DA3187B58}" presName="vert0" presStyleCnt="0">
        <dgm:presLayoutVars>
          <dgm:dir/>
          <dgm:animOne val="branch"/>
          <dgm:animLvl val="lvl"/>
        </dgm:presLayoutVars>
      </dgm:prSet>
      <dgm:spPr/>
      <dgm:t>
        <a:bodyPr/>
        <a:lstStyle/>
        <a:p>
          <a:endParaRPr lang="es-ES"/>
        </a:p>
      </dgm:t>
    </dgm:pt>
    <dgm:pt modelId="{A70494F9-BBC6-9B4D-ABE0-28B7062A7EEA}" type="pres">
      <dgm:prSet presAssocID="{2D50EED0-437B-1441-8B3B-81295EA238A9}" presName="thickLine" presStyleLbl="alignNode1" presStyleIdx="0" presStyleCnt="3" custLinFactNeighborX="-10898" custLinFactNeighborY="-49191"/>
      <dgm:spPr/>
    </dgm:pt>
    <dgm:pt modelId="{4DE94855-2BF1-EB40-B090-FE0F9B4B301E}" type="pres">
      <dgm:prSet presAssocID="{2D50EED0-437B-1441-8B3B-81295EA238A9}" presName="horz1" presStyleCnt="0"/>
      <dgm:spPr/>
    </dgm:pt>
    <dgm:pt modelId="{0FAAA673-A6AE-2E48-9396-AEC5BB305A0E}" type="pres">
      <dgm:prSet presAssocID="{2D50EED0-437B-1441-8B3B-81295EA238A9}" presName="tx1" presStyleLbl="revTx" presStyleIdx="0" presStyleCnt="10" custScaleY="37525"/>
      <dgm:spPr/>
      <dgm:t>
        <a:bodyPr/>
        <a:lstStyle/>
        <a:p>
          <a:endParaRPr lang="es-ES"/>
        </a:p>
      </dgm:t>
    </dgm:pt>
    <dgm:pt modelId="{4D92E349-5F1C-414C-955E-416A7CFBF9E9}" type="pres">
      <dgm:prSet presAssocID="{2D50EED0-437B-1441-8B3B-81295EA238A9}" presName="vert1" presStyleCnt="0"/>
      <dgm:spPr/>
    </dgm:pt>
    <dgm:pt modelId="{4324E71C-51E4-4FFA-9638-472734009553}" type="pres">
      <dgm:prSet presAssocID="{D1D10F65-8C36-4800-AD9D-4A75930380A4}" presName="thickLine" presStyleLbl="alignNode1" presStyleIdx="1" presStyleCnt="3" custLinFactNeighborY="-59234"/>
      <dgm:spPr/>
    </dgm:pt>
    <dgm:pt modelId="{35D4AF3C-4879-491B-8004-F3B88F6D9FB5}" type="pres">
      <dgm:prSet presAssocID="{D1D10F65-8C36-4800-AD9D-4A75930380A4}" presName="horz1" presStyleCnt="0"/>
      <dgm:spPr/>
    </dgm:pt>
    <dgm:pt modelId="{792A15AE-68CB-4B5E-A488-D8B2430819E0}" type="pres">
      <dgm:prSet presAssocID="{D1D10F65-8C36-4800-AD9D-4A75930380A4}" presName="tx1" presStyleLbl="revTx" presStyleIdx="1" presStyleCnt="10"/>
      <dgm:spPr/>
      <dgm:t>
        <a:bodyPr/>
        <a:lstStyle/>
        <a:p>
          <a:endParaRPr lang="es-ES"/>
        </a:p>
      </dgm:t>
    </dgm:pt>
    <dgm:pt modelId="{162AB6D4-F395-4B55-9519-21B610CC0382}" type="pres">
      <dgm:prSet presAssocID="{D1D10F65-8C36-4800-AD9D-4A75930380A4}" presName="vert1" presStyleCnt="0"/>
      <dgm:spPr/>
    </dgm:pt>
    <dgm:pt modelId="{412C8F4B-57E8-4EE2-95F4-7EAB16DF68B6}" type="pres">
      <dgm:prSet presAssocID="{9C0C5B6B-88B0-0644-95CC-DA013289C236}" presName="vertSpace2a" presStyleCnt="0"/>
      <dgm:spPr/>
    </dgm:pt>
    <dgm:pt modelId="{706ACAA7-2B5D-4D39-81AB-5DAABC04EC1D}" type="pres">
      <dgm:prSet presAssocID="{9C0C5B6B-88B0-0644-95CC-DA013289C236}" presName="horz2" presStyleCnt="0"/>
      <dgm:spPr/>
    </dgm:pt>
    <dgm:pt modelId="{3456CDB8-701B-42F1-87C2-C295CD1E48EE}" type="pres">
      <dgm:prSet presAssocID="{9C0C5B6B-88B0-0644-95CC-DA013289C236}" presName="horzSpace2" presStyleCnt="0"/>
      <dgm:spPr/>
    </dgm:pt>
    <dgm:pt modelId="{520D1D2C-1114-41BF-8F7E-61F71B01A781}" type="pres">
      <dgm:prSet presAssocID="{9C0C5B6B-88B0-0644-95CC-DA013289C236}" presName="tx2" presStyleLbl="revTx" presStyleIdx="2" presStyleCnt="10"/>
      <dgm:spPr/>
      <dgm:t>
        <a:bodyPr/>
        <a:lstStyle/>
        <a:p>
          <a:endParaRPr lang="es-ES"/>
        </a:p>
      </dgm:t>
    </dgm:pt>
    <dgm:pt modelId="{D6DDDC7E-F1A5-4153-9143-0972F5C1698F}" type="pres">
      <dgm:prSet presAssocID="{9C0C5B6B-88B0-0644-95CC-DA013289C236}" presName="vert2" presStyleCnt="0"/>
      <dgm:spPr/>
    </dgm:pt>
    <dgm:pt modelId="{0A0EB41C-54BD-4DBD-AE20-1F9966450DC3}" type="pres">
      <dgm:prSet presAssocID="{9C0C5B6B-88B0-0644-95CC-DA013289C236}" presName="thinLine2b" presStyleLbl="callout" presStyleIdx="0" presStyleCnt="7"/>
      <dgm:spPr/>
    </dgm:pt>
    <dgm:pt modelId="{BD1DC2FA-97F1-47D7-B64D-204FB692D739}" type="pres">
      <dgm:prSet presAssocID="{9C0C5B6B-88B0-0644-95CC-DA013289C236}" presName="vertSpace2b" presStyleCnt="0"/>
      <dgm:spPr/>
    </dgm:pt>
    <dgm:pt modelId="{AA817BFD-CFD8-4863-BA21-FE68B817CC3C}" type="pres">
      <dgm:prSet presAssocID="{4D7DCE72-F1C7-3648-B096-B3BF2FA1BA56}" presName="horz2" presStyleCnt="0"/>
      <dgm:spPr/>
    </dgm:pt>
    <dgm:pt modelId="{BD57D683-A942-4221-A2F2-BB0CF711AC57}" type="pres">
      <dgm:prSet presAssocID="{4D7DCE72-F1C7-3648-B096-B3BF2FA1BA56}" presName="horzSpace2" presStyleCnt="0"/>
      <dgm:spPr/>
    </dgm:pt>
    <dgm:pt modelId="{F1E3A902-B27E-4D1E-9D62-838DBF77570E}" type="pres">
      <dgm:prSet presAssocID="{4D7DCE72-F1C7-3648-B096-B3BF2FA1BA56}" presName="tx2" presStyleLbl="revTx" presStyleIdx="3" presStyleCnt="10"/>
      <dgm:spPr/>
      <dgm:t>
        <a:bodyPr/>
        <a:lstStyle/>
        <a:p>
          <a:endParaRPr lang="es-ES"/>
        </a:p>
      </dgm:t>
    </dgm:pt>
    <dgm:pt modelId="{4F138E20-5633-4DCC-BBC2-20DFBFC7868F}" type="pres">
      <dgm:prSet presAssocID="{4D7DCE72-F1C7-3648-B096-B3BF2FA1BA56}" presName="vert2" presStyleCnt="0"/>
      <dgm:spPr/>
    </dgm:pt>
    <dgm:pt modelId="{2B79C5B5-7045-4C8A-A0D3-ED34D320DACE}" type="pres">
      <dgm:prSet presAssocID="{4D7DCE72-F1C7-3648-B096-B3BF2FA1BA56}" presName="thinLine2b" presStyleLbl="callout" presStyleIdx="1" presStyleCnt="7"/>
      <dgm:spPr/>
    </dgm:pt>
    <dgm:pt modelId="{8C3B0260-807F-409D-975C-EBFF816514C3}" type="pres">
      <dgm:prSet presAssocID="{4D7DCE72-F1C7-3648-B096-B3BF2FA1BA56}" presName="vertSpace2b" presStyleCnt="0"/>
      <dgm:spPr/>
    </dgm:pt>
    <dgm:pt modelId="{DCC37064-A6D2-4A55-A252-3829429045E5}" type="pres">
      <dgm:prSet presAssocID="{EA05A323-1CD6-E844-BD1C-19A2225C0340}" presName="horz2" presStyleCnt="0"/>
      <dgm:spPr/>
    </dgm:pt>
    <dgm:pt modelId="{AF620EF4-9246-40B0-95DD-0F97FD557889}" type="pres">
      <dgm:prSet presAssocID="{EA05A323-1CD6-E844-BD1C-19A2225C0340}" presName="horzSpace2" presStyleCnt="0"/>
      <dgm:spPr/>
    </dgm:pt>
    <dgm:pt modelId="{821592CB-BF1E-40A4-88FF-532C668728A8}" type="pres">
      <dgm:prSet presAssocID="{EA05A323-1CD6-E844-BD1C-19A2225C0340}" presName="tx2" presStyleLbl="revTx" presStyleIdx="4" presStyleCnt="10"/>
      <dgm:spPr/>
      <dgm:t>
        <a:bodyPr/>
        <a:lstStyle/>
        <a:p>
          <a:endParaRPr lang="es-ES"/>
        </a:p>
      </dgm:t>
    </dgm:pt>
    <dgm:pt modelId="{4A2BC687-FFD6-4EBF-9A58-5F5A5936D128}" type="pres">
      <dgm:prSet presAssocID="{EA05A323-1CD6-E844-BD1C-19A2225C0340}" presName="vert2" presStyleCnt="0"/>
      <dgm:spPr/>
    </dgm:pt>
    <dgm:pt modelId="{AFB2C275-AEA0-46EA-8FAC-DEEB17253C42}" type="pres">
      <dgm:prSet presAssocID="{EA05A323-1CD6-E844-BD1C-19A2225C0340}" presName="thinLine2b" presStyleLbl="callout" presStyleIdx="2" presStyleCnt="7"/>
      <dgm:spPr/>
    </dgm:pt>
    <dgm:pt modelId="{B63F60B4-89E7-4E26-9559-C63693EDEACE}" type="pres">
      <dgm:prSet presAssocID="{EA05A323-1CD6-E844-BD1C-19A2225C0340}" presName="vertSpace2b" presStyleCnt="0"/>
      <dgm:spPr/>
    </dgm:pt>
    <dgm:pt modelId="{B2F277F3-7CF1-994E-B28A-0B3155C31199}" type="pres">
      <dgm:prSet presAssocID="{A00DC1EC-B999-A640-8654-4E50ABDDE020}" presName="thickLine" presStyleLbl="alignNode1" presStyleIdx="2" presStyleCnt="3"/>
      <dgm:spPr/>
    </dgm:pt>
    <dgm:pt modelId="{0C40495D-3188-9E48-A89E-F64BB2F461F5}" type="pres">
      <dgm:prSet presAssocID="{A00DC1EC-B999-A640-8654-4E50ABDDE020}" presName="horz1" presStyleCnt="0"/>
      <dgm:spPr/>
    </dgm:pt>
    <dgm:pt modelId="{9891002C-403A-A043-B663-E6FEB51C2557}" type="pres">
      <dgm:prSet presAssocID="{A00DC1EC-B999-A640-8654-4E50ABDDE020}" presName="tx1" presStyleLbl="revTx" presStyleIdx="5" presStyleCnt="10"/>
      <dgm:spPr/>
      <dgm:t>
        <a:bodyPr/>
        <a:lstStyle/>
        <a:p>
          <a:endParaRPr lang="es-ES"/>
        </a:p>
      </dgm:t>
    </dgm:pt>
    <dgm:pt modelId="{84783DB1-8E64-8549-92F0-B23833CEE8B0}" type="pres">
      <dgm:prSet presAssocID="{A00DC1EC-B999-A640-8654-4E50ABDDE020}" presName="vert1" presStyleCnt="0"/>
      <dgm:spPr/>
    </dgm:pt>
    <dgm:pt modelId="{7639A2F8-0310-4BED-B4BD-EAB6A5C40B77}" type="pres">
      <dgm:prSet presAssocID="{C067AB59-C7C5-C74B-8B60-2FA743781E39}" presName="vertSpace2a" presStyleCnt="0"/>
      <dgm:spPr/>
    </dgm:pt>
    <dgm:pt modelId="{6A69390F-9BF9-4ABA-8159-EAF93506C37D}" type="pres">
      <dgm:prSet presAssocID="{C067AB59-C7C5-C74B-8B60-2FA743781E39}" presName="horz2" presStyleCnt="0"/>
      <dgm:spPr/>
    </dgm:pt>
    <dgm:pt modelId="{80389192-84FD-488B-A175-87A5FB0572BA}" type="pres">
      <dgm:prSet presAssocID="{C067AB59-C7C5-C74B-8B60-2FA743781E39}" presName="horzSpace2" presStyleCnt="0"/>
      <dgm:spPr/>
    </dgm:pt>
    <dgm:pt modelId="{CECABC1D-D0D2-4346-AB17-5BDF3AE0B320}" type="pres">
      <dgm:prSet presAssocID="{C067AB59-C7C5-C74B-8B60-2FA743781E39}" presName="tx2" presStyleLbl="revTx" presStyleIdx="6" presStyleCnt="10"/>
      <dgm:spPr/>
      <dgm:t>
        <a:bodyPr/>
        <a:lstStyle/>
        <a:p>
          <a:endParaRPr lang="es-ES"/>
        </a:p>
      </dgm:t>
    </dgm:pt>
    <dgm:pt modelId="{C56FE37B-F98C-4D15-95CF-6DC56554B5B4}" type="pres">
      <dgm:prSet presAssocID="{C067AB59-C7C5-C74B-8B60-2FA743781E39}" presName="vert2" presStyleCnt="0"/>
      <dgm:spPr/>
    </dgm:pt>
    <dgm:pt modelId="{5D84D3DB-F553-4712-A813-E34BD39795E9}" type="pres">
      <dgm:prSet presAssocID="{C067AB59-C7C5-C74B-8B60-2FA743781E39}" presName="thinLine2b" presStyleLbl="callout" presStyleIdx="3" presStyleCnt="7"/>
      <dgm:spPr/>
    </dgm:pt>
    <dgm:pt modelId="{2128B8DA-3804-468D-B525-5F0093F85BA2}" type="pres">
      <dgm:prSet presAssocID="{C067AB59-C7C5-C74B-8B60-2FA743781E39}" presName="vertSpace2b" presStyleCnt="0"/>
      <dgm:spPr/>
    </dgm:pt>
    <dgm:pt modelId="{4F42B568-F39A-4181-8658-EC1C2143BBA0}" type="pres">
      <dgm:prSet presAssocID="{D206AD7D-6FCF-BA4A-A881-D49C0A782FC3}" presName="horz2" presStyleCnt="0"/>
      <dgm:spPr/>
    </dgm:pt>
    <dgm:pt modelId="{4F8359BF-8C47-4A90-A343-AF5BDC5F9DE8}" type="pres">
      <dgm:prSet presAssocID="{D206AD7D-6FCF-BA4A-A881-D49C0A782FC3}" presName="horzSpace2" presStyleCnt="0"/>
      <dgm:spPr/>
    </dgm:pt>
    <dgm:pt modelId="{70B24025-E2C6-417F-99E1-3AE2064C772D}" type="pres">
      <dgm:prSet presAssocID="{D206AD7D-6FCF-BA4A-A881-D49C0A782FC3}" presName="tx2" presStyleLbl="revTx" presStyleIdx="7" presStyleCnt="10"/>
      <dgm:spPr/>
      <dgm:t>
        <a:bodyPr/>
        <a:lstStyle/>
        <a:p>
          <a:endParaRPr lang="es-ES"/>
        </a:p>
      </dgm:t>
    </dgm:pt>
    <dgm:pt modelId="{7CEB9B09-60D8-4882-A2D8-38EF68D5C19F}" type="pres">
      <dgm:prSet presAssocID="{D206AD7D-6FCF-BA4A-A881-D49C0A782FC3}" presName="vert2" presStyleCnt="0"/>
      <dgm:spPr/>
    </dgm:pt>
    <dgm:pt modelId="{5E350EE4-2D6A-4A16-A0FE-9FACA9074727}" type="pres">
      <dgm:prSet presAssocID="{D206AD7D-6FCF-BA4A-A881-D49C0A782FC3}" presName="thinLine2b" presStyleLbl="callout" presStyleIdx="4" presStyleCnt="7"/>
      <dgm:spPr/>
    </dgm:pt>
    <dgm:pt modelId="{9BB5AFB5-07F7-4132-85A2-44E6D0516C88}" type="pres">
      <dgm:prSet presAssocID="{D206AD7D-6FCF-BA4A-A881-D49C0A782FC3}" presName="vertSpace2b" presStyleCnt="0"/>
      <dgm:spPr/>
    </dgm:pt>
    <dgm:pt modelId="{CFD8E1A3-90D3-46A8-AE85-EB36E0237BB5}" type="pres">
      <dgm:prSet presAssocID="{3440283F-7B94-41E1-A678-109BA5967928}" presName="horz2" presStyleCnt="0"/>
      <dgm:spPr/>
    </dgm:pt>
    <dgm:pt modelId="{274EF02C-7D1A-409B-A859-EE71E535A688}" type="pres">
      <dgm:prSet presAssocID="{3440283F-7B94-41E1-A678-109BA5967928}" presName="horzSpace2" presStyleCnt="0"/>
      <dgm:spPr/>
    </dgm:pt>
    <dgm:pt modelId="{1AB85A7C-0FFD-4546-B83C-987E91EDF1C9}" type="pres">
      <dgm:prSet presAssocID="{3440283F-7B94-41E1-A678-109BA5967928}" presName="tx2" presStyleLbl="revTx" presStyleIdx="8" presStyleCnt="10"/>
      <dgm:spPr/>
      <dgm:t>
        <a:bodyPr/>
        <a:lstStyle/>
        <a:p>
          <a:endParaRPr lang="es-ES"/>
        </a:p>
      </dgm:t>
    </dgm:pt>
    <dgm:pt modelId="{6F7BAE7F-F22E-4343-8455-8D1D04AE6291}" type="pres">
      <dgm:prSet presAssocID="{3440283F-7B94-41E1-A678-109BA5967928}" presName="vert2" presStyleCnt="0"/>
      <dgm:spPr/>
    </dgm:pt>
    <dgm:pt modelId="{DF72560F-E95F-423D-A8FF-AAE8DAA00A74}" type="pres">
      <dgm:prSet presAssocID="{3440283F-7B94-41E1-A678-109BA5967928}" presName="thinLine2b" presStyleLbl="callout" presStyleIdx="5" presStyleCnt="7"/>
      <dgm:spPr/>
    </dgm:pt>
    <dgm:pt modelId="{D8D1CF1A-EF09-4022-8D03-FD002D4FE754}" type="pres">
      <dgm:prSet presAssocID="{3440283F-7B94-41E1-A678-109BA5967928}" presName="vertSpace2b" presStyleCnt="0"/>
      <dgm:spPr/>
    </dgm:pt>
    <dgm:pt modelId="{00451E5C-D19E-4AC4-8C6F-60950BA475F2}" type="pres">
      <dgm:prSet presAssocID="{5B536FDF-F2F3-4D05-AF9A-89E79C92380B}" presName="horz2" presStyleCnt="0"/>
      <dgm:spPr/>
    </dgm:pt>
    <dgm:pt modelId="{3C367370-E70B-40CC-9DCF-3FC0C33EDE1B}" type="pres">
      <dgm:prSet presAssocID="{5B536FDF-F2F3-4D05-AF9A-89E79C92380B}" presName="horzSpace2" presStyleCnt="0"/>
      <dgm:spPr/>
    </dgm:pt>
    <dgm:pt modelId="{EDBBCE88-88E0-4C06-BA01-B4EFB6C685E1}" type="pres">
      <dgm:prSet presAssocID="{5B536FDF-F2F3-4D05-AF9A-89E79C92380B}" presName="tx2" presStyleLbl="revTx" presStyleIdx="9" presStyleCnt="10"/>
      <dgm:spPr/>
      <dgm:t>
        <a:bodyPr/>
        <a:lstStyle/>
        <a:p>
          <a:endParaRPr lang="es-ES"/>
        </a:p>
      </dgm:t>
    </dgm:pt>
    <dgm:pt modelId="{5EA7847F-7A65-4DE6-AFB0-0784772E4EA1}" type="pres">
      <dgm:prSet presAssocID="{5B536FDF-F2F3-4D05-AF9A-89E79C92380B}" presName="vert2" presStyleCnt="0"/>
      <dgm:spPr/>
    </dgm:pt>
    <dgm:pt modelId="{22FFB06E-FF71-449B-9AA1-BDA4A6D85DF8}" type="pres">
      <dgm:prSet presAssocID="{5B536FDF-F2F3-4D05-AF9A-89E79C92380B}" presName="thinLine2b" presStyleLbl="callout" presStyleIdx="6" presStyleCnt="7"/>
      <dgm:spPr/>
    </dgm:pt>
    <dgm:pt modelId="{D29BEB5B-2E19-4BA8-823B-ABEF6ECE6E88}" type="pres">
      <dgm:prSet presAssocID="{5B536FDF-F2F3-4D05-AF9A-89E79C92380B}" presName="vertSpace2b" presStyleCnt="0"/>
      <dgm:spPr/>
    </dgm:pt>
  </dgm:ptLst>
  <dgm:cxnLst>
    <dgm:cxn modelId="{2B3AB939-F741-4B55-BCEC-AC60F4C0DC14}" srcId="{A00DC1EC-B999-A640-8654-4E50ABDDE020}" destId="{3440283F-7B94-41E1-A678-109BA5967928}" srcOrd="2" destOrd="0" parTransId="{620191C0-423A-4FE9-A4F1-5C5D36C0C76E}" sibTransId="{23C99D01-59D4-4C59-997C-A7CC57B9FF58}"/>
    <dgm:cxn modelId="{DBA51B96-2BDF-C04D-8EE9-74101BC05F2E}" srcId="{A00DC1EC-B999-A640-8654-4E50ABDDE020}" destId="{D206AD7D-6FCF-BA4A-A881-D49C0A782FC3}" srcOrd="1" destOrd="0" parTransId="{2FAF4929-896A-4142-A9D4-FCF51F2A7AA6}" sibTransId="{948F4234-2DCD-C24A-ABA8-79BDA4601848}"/>
    <dgm:cxn modelId="{B913582A-C51A-7948-8CD7-0EAADAC6E1E7}" srcId="{D1D10F65-8C36-4800-AD9D-4A75930380A4}" destId="{9C0C5B6B-88B0-0644-95CC-DA013289C236}" srcOrd="0" destOrd="0" parTransId="{B8FBE750-BA08-3745-BDB2-8DE244854305}" sibTransId="{7720ED4A-2659-4441-8B8A-B12AAECACA03}"/>
    <dgm:cxn modelId="{2E7EE4AC-B0F1-4F11-A2DE-1DA43DADBD26}" type="presOf" srcId="{A00DC1EC-B999-A640-8654-4E50ABDDE020}" destId="{9891002C-403A-A043-B663-E6FEB51C2557}" srcOrd="0" destOrd="0" presId="urn:microsoft.com/office/officeart/2008/layout/LinedList"/>
    <dgm:cxn modelId="{170E0A80-D936-D547-94C5-570AC1082D21}" srcId="{D1D10F65-8C36-4800-AD9D-4A75930380A4}" destId="{EA05A323-1CD6-E844-BD1C-19A2225C0340}" srcOrd="2" destOrd="0" parTransId="{30E5782B-3D30-E84E-8B09-5F18CE4DBC15}" sibTransId="{A735D71C-2096-F344-B726-857D36F14FEB}"/>
    <dgm:cxn modelId="{0895E98A-44F2-4BDE-AC5A-EFEA75A3E8B1}" type="presOf" srcId="{4D7DCE72-F1C7-3648-B096-B3BF2FA1BA56}" destId="{F1E3A902-B27E-4D1E-9D62-838DBF77570E}" srcOrd="0" destOrd="0" presId="urn:microsoft.com/office/officeart/2008/layout/LinedList"/>
    <dgm:cxn modelId="{7D1D3080-7900-4CC4-B4C0-BD39D5B7C3EE}" srcId="{C3CE8D9A-2F5F-E04C-AF81-B61DA3187B58}" destId="{D1D10F65-8C36-4800-AD9D-4A75930380A4}" srcOrd="1" destOrd="0" parTransId="{90F18EEC-639F-4363-B4CF-89223F0F6C38}" sibTransId="{99324C82-0C51-4B8E-B7FB-AB0EDB6CDB40}"/>
    <dgm:cxn modelId="{09A268FC-ED2C-4E04-9C2E-318B248FC91A}" type="presOf" srcId="{2D50EED0-437B-1441-8B3B-81295EA238A9}" destId="{0FAAA673-A6AE-2E48-9396-AEC5BB305A0E}" srcOrd="0" destOrd="0" presId="urn:microsoft.com/office/officeart/2008/layout/LinedList"/>
    <dgm:cxn modelId="{DA7BB367-4FEE-4713-A56B-902B116F5A32}" type="presOf" srcId="{3440283F-7B94-41E1-A678-109BA5967928}" destId="{1AB85A7C-0FFD-4546-B83C-987E91EDF1C9}" srcOrd="0" destOrd="0" presId="urn:microsoft.com/office/officeart/2008/layout/LinedList"/>
    <dgm:cxn modelId="{A6D8CB4F-A1A9-2F46-90C6-E855915DE40A}" srcId="{C3CE8D9A-2F5F-E04C-AF81-B61DA3187B58}" destId="{2D50EED0-437B-1441-8B3B-81295EA238A9}" srcOrd="0" destOrd="0" parTransId="{A6EDC655-C7CF-5442-9A95-DD52945DD4C2}" sibTransId="{12B35025-375E-9C48-AEA1-E8FB9BD8A8AD}"/>
    <dgm:cxn modelId="{C3649BE1-CC31-44DC-942C-D9AE6C12059E}" type="presOf" srcId="{EA05A323-1CD6-E844-BD1C-19A2225C0340}" destId="{821592CB-BF1E-40A4-88FF-532C668728A8}" srcOrd="0" destOrd="0" presId="urn:microsoft.com/office/officeart/2008/layout/LinedList"/>
    <dgm:cxn modelId="{8904FEC0-B2C2-48C0-88BC-40409BAD474B}" type="presOf" srcId="{C067AB59-C7C5-C74B-8B60-2FA743781E39}" destId="{CECABC1D-D0D2-4346-AB17-5BDF3AE0B320}" srcOrd="0" destOrd="0" presId="urn:microsoft.com/office/officeart/2008/layout/LinedList"/>
    <dgm:cxn modelId="{D823D73B-0903-4737-924E-57AEE9F3D123}" type="presOf" srcId="{5B536FDF-F2F3-4D05-AF9A-89E79C92380B}" destId="{EDBBCE88-88E0-4C06-BA01-B4EFB6C685E1}" srcOrd="0" destOrd="0" presId="urn:microsoft.com/office/officeart/2008/layout/LinedList"/>
    <dgm:cxn modelId="{FA015F84-3A27-6341-B5E5-5AAABF15FCA7}" srcId="{A00DC1EC-B999-A640-8654-4E50ABDDE020}" destId="{C067AB59-C7C5-C74B-8B60-2FA743781E39}" srcOrd="0" destOrd="0" parTransId="{E4F708B6-A4DC-E54B-965A-6A91932F4F21}" sibTransId="{07AED4AD-A571-FA4C-8F60-2811AAEB8399}"/>
    <dgm:cxn modelId="{870A7324-8EF2-4E30-B855-6877C358ED4A}" type="presOf" srcId="{C3CE8D9A-2F5F-E04C-AF81-B61DA3187B58}" destId="{A4615577-DB07-0E46-BAD9-752076C1E8EB}" srcOrd="0" destOrd="0" presId="urn:microsoft.com/office/officeart/2008/layout/LinedList"/>
    <dgm:cxn modelId="{366F432C-1A26-4011-8836-F1CB5F23632D}" srcId="{A00DC1EC-B999-A640-8654-4E50ABDDE020}" destId="{5B536FDF-F2F3-4D05-AF9A-89E79C92380B}" srcOrd="3" destOrd="0" parTransId="{56E7C592-F553-41EA-A0F8-EBF440BF702D}" sibTransId="{3DAEA229-1474-4E45-A55F-BA78088D2142}"/>
    <dgm:cxn modelId="{F51A3548-0A11-4DF3-9AD1-5615E42A62B9}" type="presOf" srcId="{D1D10F65-8C36-4800-AD9D-4A75930380A4}" destId="{792A15AE-68CB-4B5E-A488-D8B2430819E0}" srcOrd="0" destOrd="0" presId="urn:microsoft.com/office/officeart/2008/layout/LinedList"/>
    <dgm:cxn modelId="{C36FE991-C046-254D-B645-ED7CD9E49D91}" srcId="{C3CE8D9A-2F5F-E04C-AF81-B61DA3187B58}" destId="{A00DC1EC-B999-A640-8654-4E50ABDDE020}" srcOrd="2" destOrd="0" parTransId="{C1FC985A-8FE8-944A-89F3-975B9C62D138}" sibTransId="{48BA50DD-A1B0-B142-8134-1733EC7E096A}"/>
    <dgm:cxn modelId="{054C1839-1D58-404A-80D0-4873155B8950}" type="presOf" srcId="{D206AD7D-6FCF-BA4A-A881-D49C0A782FC3}" destId="{70B24025-E2C6-417F-99E1-3AE2064C772D}" srcOrd="0" destOrd="0" presId="urn:microsoft.com/office/officeart/2008/layout/LinedList"/>
    <dgm:cxn modelId="{CEF75630-A106-2C4A-813E-06273EBC269D}" srcId="{D1D10F65-8C36-4800-AD9D-4A75930380A4}" destId="{4D7DCE72-F1C7-3648-B096-B3BF2FA1BA56}" srcOrd="1" destOrd="0" parTransId="{4130B51B-54F0-CE46-A291-A4358F1F6F5A}" sibTransId="{44AA0FEF-23B0-9044-91B0-9D01CCB0457B}"/>
    <dgm:cxn modelId="{6EEC035D-9DF2-4BBE-A4CD-1CE94BE92DED}" type="presOf" srcId="{9C0C5B6B-88B0-0644-95CC-DA013289C236}" destId="{520D1D2C-1114-41BF-8F7E-61F71B01A781}" srcOrd="0" destOrd="0" presId="urn:microsoft.com/office/officeart/2008/layout/LinedList"/>
    <dgm:cxn modelId="{AAED3094-2A29-4AEB-9953-880E202B2324}" type="presParOf" srcId="{A4615577-DB07-0E46-BAD9-752076C1E8EB}" destId="{A70494F9-BBC6-9B4D-ABE0-28B7062A7EEA}" srcOrd="0" destOrd="0" presId="urn:microsoft.com/office/officeart/2008/layout/LinedList"/>
    <dgm:cxn modelId="{DD05F02D-B572-49A5-BA3B-CA613797189A}" type="presParOf" srcId="{A4615577-DB07-0E46-BAD9-752076C1E8EB}" destId="{4DE94855-2BF1-EB40-B090-FE0F9B4B301E}" srcOrd="1" destOrd="0" presId="urn:microsoft.com/office/officeart/2008/layout/LinedList"/>
    <dgm:cxn modelId="{4337D755-15ED-4146-B86D-F06727F8CB68}" type="presParOf" srcId="{4DE94855-2BF1-EB40-B090-FE0F9B4B301E}" destId="{0FAAA673-A6AE-2E48-9396-AEC5BB305A0E}" srcOrd="0" destOrd="0" presId="urn:microsoft.com/office/officeart/2008/layout/LinedList"/>
    <dgm:cxn modelId="{23DABE54-102C-4E74-8311-9ABA1CD498D0}" type="presParOf" srcId="{4DE94855-2BF1-EB40-B090-FE0F9B4B301E}" destId="{4D92E349-5F1C-414C-955E-416A7CFBF9E9}" srcOrd="1" destOrd="0" presId="urn:microsoft.com/office/officeart/2008/layout/LinedList"/>
    <dgm:cxn modelId="{721AA593-A74F-4837-8B75-9CCAD880F39B}" type="presParOf" srcId="{A4615577-DB07-0E46-BAD9-752076C1E8EB}" destId="{4324E71C-51E4-4FFA-9638-472734009553}" srcOrd="2" destOrd="0" presId="urn:microsoft.com/office/officeart/2008/layout/LinedList"/>
    <dgm:cxn modelId="{2E4B6F1A-1CD8-49A6-9E42-F5CB5106A764}" type="presParOf" srcId="{A4615577-DB07-0E46-BAD9-752076C1E8EB}" destId="{35D4AF3C-4879-491B-8004-F3B88F6D9FB5}" srcOrd="3" destOrd="0" presId="urn:microsoft.com/office/officeart/2008/layout/LinedList"/>
    <dgm:cxn modelId="{0F431D12-FD6E-43FE-94A9-CF05FCB3B4D3}" type="presParOf" srcId="{35D4AF3C-4879-491B-8004-F3B88F6D9FB5}" destId="{792A15AE-68CB-4B5E-A488-D8B2430819E0}" srcOrd="0" destOrd="0" presId="urn:microsoft.com/office/officeart/2008/layout/LinedList"/>
    <dgm:cxn modelId="{91482D8E-929D-47D1-9E3F-B85A991779BB}" type="presParOf" srcId="{35D4AF3C-4879-491B-8004-F3B88F6D9FB5}" destId="{162AB6D4-F395-4B55-9519-21B610CC0382}" srcOrd="1" destOrd="0" presId="urn:microsoft.com/office/officeart/2008/layout/LinedList"/>
    <dgm:cxn modelId="{0C8E46C6-0158-4CAF-BF13-F5EBE6860031}" type="presParOf" srcId="{162AB6D4-F395-4B55-9519-21B610CC0382}" destId="{412C8F4B-57E8-4EE2-95F4-7EAB16DF68B6}" srcOrd="0" destOrd="0" presId="urn:microsoft.com/office/officeart/2008/layout/LinedList"/>
    <dgm:cxn modelId="{C01AB1A6-9776-48F4-ACA0-11AE070520D9}" type="presParOf" srcId="{162AB6D4-F395-4B55-9519-21B610CC0382}" destId="{706ACAA7-2B5D-4D39-81AB-5DAABC04EC1D}" srcOrd="1" destOrd="0" presId="urn:microsoft.com/office/officeart/2008/layout/LinedList"/>
    <dgm:cxn modelId="{70E1BBB1-DF39-4861-8472-E0F6CE6D336F}" type="presParOf" srcId="{706ACAA7-2B5D-4D39-81AB-5DAABC04EC1D}" destId="{3456CDB8-701B-42F1-87C2-C295CD1E48EE}" srcOrd="0" destOrd="0" presId="urn:microsoft.com/office/officeart/2008/layout/LinedList"/>
    <dgm:cxn modelId="{B416B10A-5425-4854-B535-D1943338D164}" type="presParOf" srcId="{706ACAA7-2B5D-4D39-81AB-5DAABC04EC1D}" destId="{520D1D2C-1114-41BF-8F7E-61F71B01A781}" srcOrd="1" destOrd="0" presId="urn:microsoft.com/office/officeart/2008/layout/LinedList"/>
    <dgm:cxn modelId="{0DB0EF5E-47B4-4A05-A834-99586D5969DF}" type="presParOf" srcId="{706ACAA7-2B5D-4D39-81AB-5DAABC04EC1D}" destId="{D6DDDC7E-F1A5-4153-9143-0972F5C1698F}" srcOrd="2" destOrd="0" presId="urn:microsoft.com/office/officeart/2008/layout/LinedList"/>
    <dgm:cxn modelId="{759FD20F-A74F-43F3-A823-FB1AF04F041D}" type="presParOf" srcId="{162AB6D4-F395-4B55-9519-21B610CC0382}" destId="{0A0EB41C-54BD-4DBD-AE20-1F9966450DC3}" srcOrd="2" destOrd="0" presId="urn:microsoft.com/office/officeart/2008/layout/LinedList"/>
    <dgm:cxn modelId="{26C578A5-8878-4BA0-8E52-BC9DE92A9397}" type="presParOf" srcId="{162AB6D4-F395-4B55-9519-21B610CC0382}" destId="{BD1DC2FA-97F1-47D7-B64D-204FB692D739}" srcOrd="3" destOrd="0" presId="urn:microsoft.com/office/officeart/2008/layout/LinedList"/>
    <dgm:cxn modelId="{F32F8585-42EC-4D8F-9549-6A34969D6843}" type="presParOf" srcId="{162AB6D4-F395-4B55-9519-21B610CC0382}" destId="{AA817BFD-CFD8-4863-BA21-FE68B817CC3C}" srcOrd="4" destOrd="0" presId="urn:microsoft.com/office/officeart/2008/layout/LinedList"/>
    <dgm:cxn modelId="{0E9558B7-1647-40D1-8172-B2F130E5FA18}" type="presParOf" srcId="{AA817BFD-CFD8-4863-BA21-FE68B817CC3C}" destId="{BD57D683-A942-4221-A2F2-BB0CF711AC57}" srcOrd="0" destOrd="0" presId="urn:microsoft.com/office/officeart/2008/layout/LinedList"/>
    <dgm:cxn modelId="{D983E0BE-41C4-4809-9B70-8CEB21832286}" type="presParOf" srcId="{AA817BFD-CFD8-4863-BA21-FE68B817CC3C}" destId="{F1E3A902-B27E-4D1E-9D62-838DBF77570E}" srcOrd="1" destOrd="0" presId="urn:microsoft.com/office/officeart/2008/layout/LinedList"/>
    <dgm:cxn modelId="{13F0B78B-6AD9-4D1A-8F3F-120CF0EFD8ED}" type="presParOf" srcId="{AA817BFD-CFD8-4863-BA21-FE68B817CC3C}" destId="{4F138E20-5633-4DCC-BBC2-20DFBFC7868F}" srcOrd="2" destOrd="0" presId="urn:microsoft.com/office/officeart/2008/layout/LinedList"/>
    <dgm:cxn modelId="{81C20F11-A5E4-4BEF-BA28-73F5A04920C1}" type="presParOf" srcId="{162AB6D4-F395-4B55-9519-21B610CC0382}" destId="{2B79C5B5-7045-4C8A-A0D3-ED34D320DACE}" srcOrd="5" destOrd="0" presId="urn:microsoft.com/office/officeart/2008/layout/LinedList"/>
    <dgm:cxn modelId="{09CC6DD8-89C1-4FFB-906D-38745E9565E7}" type="presParOf" srcId="{162AB6D4-F395-4B55-9519-21B610CC0382}" destId="{8C3B0260-807F-409D-975C-EBFF816514C3}" srcOrd="6" destOrd="0" presId="urn:microsoft.com/office/officeart/2008/layout/LinedList"/>
    <dgm:cxn modelId="{75804DEC-B4CF-4386-8622-FED4CE0EBAE9}" type="presParOf" srcId="{162AB6D4-F395-4B55-9519-21B610CC0382}" destId="{DCC37064-A6D2-4A55-A252-3829429045E5}" srcOrd="7" destOrd="0" presId="urn:microsoft.com/office/officeart/2008/layout/LinedList"/>
    <dgm:cxn modelId="{F839EB7B-3620-4F16-AB01-72CB32504931}" type="presParOf" srcId="{DCC37064-A6D2-4A55-A252-3829429045E5}" destId="{AF620EF4-9246-40B0-95DD-0F97FD557889}" srcOrd="0" destOrd="0" presId="urn:microsoft.com/office/officeart/2008/layout/LinedList"/>
    <dgm:cxn modelId="{29475388-2318-47EB-B47A-34898A74A57A}" type="presParOf" srcId="{DCC37064-A6D2-4A55-A252-3829429045E5}" destId="{821592CB-BF1E-40A4-88FF-532C668728A8}" srcOrd="1" destOrd="0" presId="urn:microsoft.com/office/officeart/2008/layout/LinedList"/>
    <dgm:cxn modelId="{94746D0C-E3D6-4C8B-B33B-4CFA5D61A4CC}" type="presParOf" srcId="{DCC37064-A6D2-4A55-A252-3829429045E5}" destId="{4A2BC687-FFD6-4EBF-9A58-5F5A5936D128}" srcOrd="2" destOrd="0" presId="urn:microsoft.com/office/officeart/2008/layout/LinedList"/>
    <dgm:cxn modelId="{B0BCD1F0-5F6D-4A5C-BF36-3F43798D3604}" type="presParOf" srcId="{162AB6D4-F395-4B55-9519-21B610CC0382}" destId="{AFB2C275-AEA0-46EA-8FAC-DEEB17253C42}" srcOrd="8" destOrd="0" presId="urn:microsoft.com/office/officeart/2008/layout/LinedList"/>
    <dgm:cxn modelId="{59BB6740-9476-4663-88BC-559AF407EDFF}" type="presParOf" srcId="{162AB6D4-F395-4B55-9519-21B610CC0382}" destId="{B63F60B4-89E7-4E26-9559-C63693EDEACE}" srcOrd="9" destOrd="0" presId="urn:microsoft.com/office/officeart/2008/layout/LinedList"/>
    <dgm:cxn modelId="{85428484-143B-4A8A-8DB7-A05C9ED2C1D6}" type="presParOf" srcId="{A4615577-DB07-0E46-BAD9-752076C1E8EB}" destId="{B2F277F3-7CF1-994E-B28A-0B3155C31199}" srcOrd="4" destOrd="0" presId="urn:microsoft.com/office/officeart/2008/layout/LinedList"/>
    <dgm:cxn modelId="{FF928F68-E7C7-4E12-9B66-5B61E1FAA003}" type="presParOf" srcId="{A4615577-DB07-0E46-BAD9-752076C1E8EB}" destId="{0C40495D-3188-9E48-A89E-F64BB2F461F5}" srcOrd="5" destOrd="0" presId="urn:microsoft.com/office/officeart/2008/layout/LinedList"/>
    <dgm:cxn modelId="{ADE62171-79EE-4B1D-874A-E9DD6EF84478}" type="presParOf" srcId="{0C40495D-3188-9E48-A89E-F64BB2F461F5}" destId="{9891002C-403A-A043-B663-E6FEB51C2557}" srcOrd="0" destOrd="0" presId="urn:microsoft.com/office/officeart/2008/layout/LinedList"/>
    <dgm:cxn modelId="{7231BC56-C6DC-4DDA-A736-C7E43E3F4B44}" type="presParOf" srcId="{0C40495D-3188-9E48-A89E-F64BB2F461F5}" destId="{84783DB1-8E64-8549-92F0-B23833CEE8B0}" srcOrd="1" destOrd="0" presId="urn:microsoft.com/office/officeart/2008/layout/LinedList"/>
    <dgm:cxn modelId="{417C6120-947C-4A05-9568-F520A731F58F}" type="presParOf" srcId="{84783DB1-8E64-8549-92F0-B23833CEE8B0}" destId="{7639A2F8-0310-4BED-B4BD-EAB6A5C40B77}" srcOrd="0" destOrd="0" presId="urn:microsoft.com/office/officeart/2008/layout/LinedList"/>
    <dgm:cxn modelId="{EFCBAAFD-7D70-405A-A067-02B09384507D}" type="presParOf" srcId="{84783DB1-8E64-8549-92F0-B23833CEE8B0}" destId="{6A69390F-9BF9-4ABA-8159-EAF93506C37D}" srcOrd="1" destOrd="0" presId="urn:microsoft.com/office/officeart/2008/layout/LinedList"/>
    <dgm:cxn modelId="{BC609DD5-369C-4CED-8DC3-665A54F25F64}" type="presParOf" srcId="{6A69390F-9BF9-4ABA-8159-EAF93506C37D}" destId="{80389192-84FD-488B-A175-87A5FB0572BA}" srcOrd="0" destOrd="0" presId="urn:microsoft.com/office/officeart/2008/layout/LinedList"/>
    <dgm:cxn modelId="{E0C7254F-EB7B-4BB4-B923-CCD31BA7A63B}" type="presParOf" srcId="{6A69390F-9BF9-4ABA-8159-EAF93506C37D}" destId="{CECABC1D-D0D2-4346-AB17-5BDF3AE0B320}" srcOrd="1" destOrd="0" presId="urn:microsoft.com/office/officeart/2008/layout/LinedList"/>
    <dgm:cxn modelId="{1F533083-376D-4E64-AF11-8C06B6FB13F1}" type="presParOf" srcId="{6A69390F-9BF9-4ABA-8159-EAF93506C37D}" destId="{C56FE37B-F98C-4D15-95CF-6DC56554B5B4}" srcOrd="2" destOrd="0" presId="urn:microsoft.com/office/officeart/2008/layout/LinedList"/>
    <dgm:cxn modelId="{85DA5232-214D-432E-A291-9BA8555DD595}" type="presParOf" srcId="{84783DB1-8E64-8549-92F0-B23833CEE8B0}" destId="{5D84D3DB-F553-4712-A813-E34BD39795E9}" srcOrd="2" destOrd="0" presId="urn:microsoft.com/office/officeart/2008/layout/LinedList"/>
    <dgm:cxn modelId="{B31D7064-3CFB-4E38-A7E1-231B78156A84}" type="presParOf" srcId="{84783DB1-8E64-8549-92F0-B23833CEE8B0}" destId="{2128B8DA-3804-468D-B525-5F0093F85BA2}" srcOrd="3" destOrd="0" presId="urn:microsoft.com/office/officeart/2008/layout/LinedList"/>
    <dgm:cxn modelId="{7BF7D068-B75D-4D76-B573-835A4BD7C581}" type="presParOf" srcId="{84783DB1-8E64-8549-92F0-B23833CEE8B0}" destId="{4F42B568-F39A-4181-8658-EC1C2143BBA0}" srcOrd="4" destOrd="0" presId="urn:microsoft.com/office/officeart/2008/layout/LinedList"/>
    <dgm:cxn modelId="{6BFA3972-C7A3-46C4-91ED-C0828855A5F0}" type="presParOf" srcId="{4F42B568-F39A-4181-8658-EC1C2143BBA0}" destId="{4F8359BF-8C47-4A90-A343-AF5BDC5F9DE8}" srcOrd="0" destOrd="0" presId="urn:microsoft.com/office/officeart/2008/layout/LinedList"/>
    <dgm:cxn modelId="{241B4E62-9587-4130-AB3C-8CD542FB4943}" type="presParOf" srcId="{4F42B568-F39A-4181-8658-EC1C2143BBA0}" destId="{70B24025-E2C6-417F-99E1-3AE2064C772D}" srcOrd="1" destOrd="0" presId="urn:microsoft.com/office/officeart/2008/layout/LinedList"/>
    <dgm:cxn modelId="{25E73621-911B-4ECE-B0D0-D8165A302B0A}" type="presParOf" srcId="{4F42B568-F39A-4181-8658-EC1C2143BBA0}" destId="{7CEB9B09-60D8-4882-A2D8-38EF68D5C19F}" srcOrd="2" destOrd="0" presId="urn:microsoft.com/office/officeart/2008/layout/LinedList"/>
    <dgm:cxn modelId="{6CFA1A5C-F3E7-4192-BB9D-1EE61E0C4F95}" type="presParOf" srcId="{84783DB1-8E64-8549-92F0-B23833CEE8B0}" destId="{5E350EE4-2D6A-4A16-A0FE-9FACA9074727}" srcOrd="5" destOrd="0" presId="urn:microsoft.com/office/officeart/2008/layout/LinedList"/>
    <dgm:cxn modelId="{756C81E0-BB72-453D-A2D9-EB133995F1FD}" type="presParOf" srcId="{84783DB1-8E64-8549-92F0-B23833CEE8B0}" destId="{9BB5AFB5-07F7-4132-85A2-44E6D0516C88}" srcOrd="6" destOrd="0" presId="urn:microsoft.com/office/officeart/2008/layout/LinedList"/>
    <dgm:cxn modelId="{048C2FF9-BF68-42D9-85B4-03638474141A}" type="presParOf" srcId="{84783DB1-8E64-8549-92F0-B23833CEE8B0}" destId="{CFD8E1A3-90D3-46A8-AE85-EB36E0237BB5}" srcOrd="7" destOrd="0" presId="urn:microsoft.com/office/officeart/2008/layout/LinedList"/>
    <dgm:cxn modelId="{A7DB02EF-C8A2-49A7-B38C-E5A4A1799F1E}" type="presParOf" srcId="{CFD8E1A3-90D3-46A8-AE85-EB36E0237BB5}" destId="{274EF02C-7D1A-409B-A859-EE71E535A688}" srcOrd="0" destOrd="0" presId="urn:microsoft.com/office/officeart/2008/layout/LinedList"/>
    <dgm:cxn modelId="{BF412CD6-57A5-4CD5-AAD7-663CC360F72A}" type="presParOf" srcId="{CFD8E1A3-90D3-46A8-AE85-EB36E0237BB5}" destId="{1AB85A7C-0FFD-4546-B83C-987E91EDF1C9}" srcOrd="1" destOrd="0" presId="urn:microsoft.com/office/officeart/2008/layout/LinedList"/>
    <dgm:cxn modelId="{E242FA79-AF09-43A2-B8D3-13820A4B34EC}" type="presParOf" srcId="{CFD8E1A3-90D3-46A8-AE85-EB36E0237BB5}" destId="{6F7BAE7F-F22E-4343-8455-8D1D04AE6291}" srcOrd="2" destOrd="0" presId="urn:microsoft.com/office/officeart/2008/layout/LinedList"/>
    <dgm:cxn modelId="{9D4CCEDD-0A61-4FD6-B8E7-7BF213D07855}" type="presParOf" srcId="{84783DB1-8E64-8549-92F0-B23833CEE8B0}" destId="{DF72560F-E95F-423D-A8FF-AAE8DAA00A74}" srcOrd="8" destOrd="0" presId="urn:microsoft.com/office/officeart/2008/layout/LinedList"/>
    <dgm:cxn modelId="{C47FBA6E-B113-4C38-A4E1-8F5BF87DA5B6}" type="presParOf" srcId="{84783DB1-8E64-8549-92F0-B23833CEE8B0}" destId="{D8D1CF1A-EF09-4022-8D03-FD002D4FE754}" srcOrd="9" destOrd="0" presId="urn:microsoft.com/office/officeart/2008/layout/LinedList"/>
    <dgm:cxn modelId="{8B0D32AD-2161-4F68-B787-9A77A1785C80}" type="presParOf" srcId="{84783DB1-8E64-8549-92F0-B23833CEE8B0}" destId="{00451E5C-D19E-4AC4-8C6F-60950BA475F2}" srcOrd="10" destOrd="0" presId="urn:microsoft.com/office/officeart/2008/layout/LinedList"/>
    <dgm:cxn modelId="{44EAA285-1F88-4B3A-B163-3D950A0C7E31}" type="presParOf" srcId="{00451E5C-D19E-4AC4-8C6F-60950BA475F2}" destId="{3C367370-E70B-40CC-9DCF-3FC0C33EDE1B}" srcOrd="0" destOrd="0" presId="urn:microsoft.com/office/officeart/2008/layout/LinedList"/>
    <dgm:cxn modelId="{5D4E4558-6D48-4F99-89E9-3AB90A9B638D}" type="presParOf" srcId="{00451E5C-D19E-4AC4-8C6F-60950BA475F2}" destId="{EDBBCE88-88E0-4C06-BA01-B4EFB6C685E1}" srcOrd="1" destOrd="0" presId="urn:microsoft.com/office/officeart/2008/layout/LinedList"/>
    <dgm:cxn modelId="{0701039C-25CD-42FC-BC6B-64227C67679D}" type="presParOf" srcId="{00451E5C-D19E-4AC4-8C6F-60950BA475F2}" destId="{5EA7847F-7A65-4DE6-AFB0-0784772E4EA1}" srcOrd="2" destOrd="0" presId="urn:microsoft.com/office/officeart/2008/layout/LinedList"/>
    <dgm:cxn modelId="{9E53461C-8C5A-4A72-A509-B165D231217A}" type="presParOf" srcId="{84783DB1-8E64-8549-92F0-B23833CEE8B0}" destId="{22FFB06E-FF71-449B-9AA1-BDA4A6D85DF8}" srcOrd="11" destOrd="0" presId="urn:microsoft.com/office/officeart/2008/layout/LinedList"/>
    <dgm:cxn modelId="{AEACF106-59E9-4260-B121-444ED5A5D247}" type="presParOf" srcId="{84783DB1-8E64-8549-92F0-B23833CEE8B0}" destId="{D29BEB5B-2E19-4BA8-823B-ABEF6ECE6E88}" srcOrd="12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C3CE8D9A-2F5F-E04C-AF81-B61DA3187B58}" type="doc">
      <dgm:prSet loTypeId="urn:microsoft.com/office/officeart/2008/layout/LinedList" loCatId="" qsTypeId="urn:microsoft.com/office/officeart/2005/8/quickstyle/simple3" qsCatId="simple" csTypeId="urn:microsoft.com/office/officeart/2005/8/colors/colorful3" csCatId="colorful" phldr="1"/>
      <dgm:spPr/>
      <dgm:t>
        <a:bodyPr/>
        <a:lstStyle/>
        <a:p>
          <a:endParaRPr lang="es-ES"/>
        </a:p>
      </dgm:t>
    </dgm:pt>
    <dgm:pt modelId="{2D50EED0-437B-1441-8B3B-81295EA238A9}">
      <dgm:prSet phldrT="[Texto]"/>
      <dgm:spPr/>
      <dgm:t>
        <a:bodyPr/>
        <a:lstStyle/>
        <a:p>
          <a:r>
            <a:rPr lang="es-ES" dirty="0"/>
            <a:t>Introducción</a:t>
          </a:r>
        </a:p>
      </dgm:t>
    </dgm:pt>
    <dgm:pt modelId="{A6EDC655-C7CF-5442-9A95-DD52945DD4C2}" type="parTrans" cxnId="{A6D8CB4F-A1A9-2F46-90C6-E855915DE40A}">
      <dgm:prSet/>
      <dgm:spPr/>
      <dgm:t>
        <a:bodyPr/>
        <a:lstStyle/>
        <a:p>
          <a:endParaRPr lang="es-ES"/>
        </a:p>
      </dgm:t>
    </dgm:pt>
    <dgm:pt modelId="{12B35025-375E-9C48-AEA1-E8FB9BD8A8AD}" type="sibTrans" cxnId="{A6D8CB4F-A1A9-2F46-90C6-E855915DE40A}">
      <dgm:prSet/>
      <dgm:spPr/>
      <dgm:t>
        <a:bodyPr/>
        <a:lstStyle/>
        <a:p>
          <a:endParaRPr lang="es-ES"/>
        </a:p>
      </dgm:t>
    </dgm:pt>
    <dgm:pt modelId="{9C0C5B6B-88B0-0644-95CC-DA013289C236}">
      <dgm:prSet phldrT="[Texto]"/>
      <dgm:spPr/>
      <dgm:t>
        <a:bodyPr/>
        <a:lstStyle/>
        <a:p>
          <a:r>
            <a:rPr lang="es-ES" dirty="0"/>
            <a:t>Planificación de la calidad</a:t>
          </a:r>
        </a:p>
      </dgm:t>
    </dgm:pt>
    <dgm:pt modelId="{B8FBE750-BA08-3745-BDB2-8DE244854305}" type="parTrans" cxnId="{B913582A-C51A-7948-8CD7-0EAADAC6E1E7}">
      <dgm:prSet/>
      <dgm:spPr/>
      <dgm:t>
        <a:bodyPr/>
        <a:lstStyle/>
        <a:p>
          <a:endParaRPr lang="es-ES"/>
        </a:p>
      </dgm:t>
    </dgm:pt>
    <dgm:pt modelId="{7720ED4A-2659-4441-8B8A-B12AAECACA03}" type="sibTrans" cxnId="{B913582A-C51A-7948-8CD7-0EAADAC6E1E7}">
      <dgm:prSet/>
      <dgm:spPr/>
      <dgm:t>
        <a:bodyPr/>
        <a:lstStyle/>
        <a:p>
          <a:endParaRPr lang="es-ES"/>
        </a:p>
      </dgm:t>
    </dgm:pt>
    <dgm:pt modelId="{4D7DCE72-F1C7-3648-B096-B3BF2FA1BA56}">
      <dgm:prSet phldrT="[Texto]"/>
      <dgm:spPr/>
      <dgm:t>
        <a:bodyPr/>
        <a:lstStyle/>
        <a:p>
          <a:r>
            <a:rPr lang="es-ES" dirty="0"/>
            <a:t>Realizar el aseguramiento</a:t>
          </a:r>
          <a:r>
            <a:rPr lang="es-ES" baseline="0" dirty="0"/>
            <a:t> de la calidad</a:t>
          </a:r>
          <a:endParaRPr lang="es-ES" dirty="0"/>
        </a:p>
      </dgm:t>
    </dgm:pt>
    <dgm:pt modelId="{4130B51B-54F0-CE46-A291-A4358F1F6F5A}" type="parTrans" cxnId="{CEF75630-A106-2C4A-813E-06273EBC269D}">
      <dgm:prSet/>
      <dgm:spPr/>
      <dgm:t>
        <a:bodyPr/>
        <a:lstStyle/>
        <a:p>
          <a:endParaRPr lang="es-ES"/>
        </a:p>
      </dgm:t>
    </dgm:pt>
    <dgm:pt modelId="{44AA0FEF-23B0-9044-91B0-9D01CCB0457B}" type="sibTrans" cxnId="{CEF75630-A106-2C4A-813E-06273EBC269D}">
      <dgm:prSet/>
      <dgm:spPr/>
      <dgm:t>
        <a:bodyPr/>
        <a:lstStyle/>
        <a:p>
          <a:endParaRPr lang="es-ES"/>
        </a:p>
      </dgm:t>
    </dgm:pt>
    <dgm:pt modelId="{EA05A323-1CD6-E844-BD1C-19A2225C0340}">
      <dgm:prSet phldrT="[Texto]"/>
      <dgm:spPr/>
      <dgm:t>
        <a:bodyPr/>
        <a:lstStyle/>
        <a:p>
          <a:r>
            <a:rPr lang="es-ES" dirty="0"/>
            <a:t>Controlar</a:t>
          </a:r>
          <a:r>
            <a:rPr lang="es-ES" baseline="0" dirty="0"/>
            <a:t> la calidad</a:t>
          </a:r>
          <a:endParaRPr lang="es-ES" dirty="0"/>
        </a:p>
      </dgm:t>
    </dgm:pt>
    <dgm:pt modelId="{30E5782B-3D30-E84E-8B09-5F18CE4DBC15}" type="parTrans" cxnId="{170E0A80-D936-D547-94C5-570AC1082D21}">
      <dgm:prSet/>
      <dgm:spPr/>
      <dgm:t>
        <a:bodyPr/>
        <a:lstStyle/>
        <a:p>
          <a:endParaRPr lang="es-ES"/>
        </a:p>
      </dgm:t>
    </dgm:pt>
    <dgm:pt modelId="{A735D71C-2096-F344-B726-857D36F14FEB}" type="sibTrans" cxnId="{170E0A80-D936-D547-94C5-570AC1082D21}">
      <dgm:prSet/>
      <dgm:spPr/>
      <dgm:t>
        <a:bodyPr/>
        <a:lstStyle/>
        <a:p>
          <a:endParaRPr lang="es-ES"/>
        </a:p>
      </dgm:t>
    </dgm:pt>
    <dgm:pt modelId="{A00DC1EC-B999-A640-8654-4E50ABDDE020}">
      <dgm:prSet phldrT="[Texto]"/>
      <dgm:spPr/>
      <dgm:t>
        <a:bodyPr/>
        <a:lstStyle/>
        <a:p>
          <a:r>
            <a:rPr lang="es-ES" dirty="0"/>
            <a:t>Recursos Humanos</a:t>
          </a:r>
        </a:p>
      </dgm:t>
    </dgm:pt>
    <dgm:pt modelId="{C1FC985A-8FE8-944A-89F3-975B9C62D138}" type="parTrans" cxnId="{C36FE991-C046-254D-B645-ED7CD9E49D91}">
      <dgm:prSet/>
      <dgm:spPr/>
      <dgm:t>
        <a:bodyPr/>
        <a:lstStyle/>
        <a:p>
          <a:endParaRPr lang="es-ES"/>
        </a:p>
      </dgm:t>
    </dgm:pt>
    <dgm:pt modelId="{48BA50DD-A1B0-B142-8134-1733EC7E096A}" type="sibTrans" cxnId="{C36FE991-C046-254D-B645-ED7CD9E49D91}">
      <dgm:prSet/>
      <dgm:spPr/>
      <dgm:t>
        <a:bodyPr/>
        <a:lstStyle/>
        <a:p>
          <a:endParaRPr lang="es-ES"/>
        </a:p>
      </dgm:t>
    </dgm:pt>
    <dgm:pt modelId="{C067AB59-C7C5-C74B-8B60-2FA743781E39}">
      <dgm:prSet phldrT="[Texto]"/>
      <dgm:spPr/>
      <dgm:t>
        <a:bodyPr/>
        <a:lstStyle/>
        <a:p>
          <a:r>
            <a:rPr lang="es-ES" dirty="0"/>
            <a:t>Planificación de los RRHH</a:t>
          </a:r>
        </a:p>
      </dgm:t>
    </dgm:pt>
    <dgm:pt modelId="{E4F708B6-A4DC-E54B-965A-6A91932F4F21}" type="parTrans" cxnId="{FA015F84-3A27-6341-B5E5-5AAABF15FCA7}">
      <dgm:prSet/>
      <dgm:spPr/>
      <dgm:t>
        <a:bodyPr/>
        <a:lstStyle/>
        <a:p>
          <a:endParaRPr lang="es-ES"/>
        </a:p>
      </dgm:t>
    </dgm:pt>
    <dgm:pt modelId="{07AED4AD-A571-FA4C-8F60-2811AAEB8399}" type="sibTrans" cxnId="{FA015F84-3A27-6341-B5E5-5AAABF15FCA7}">
      <dgm:prSet/>
      <dgm:spPr/>
      <dgm:t>
        <a:bodyPr/>
        <a:lstStyle/>
        <a:p>
          <a:endParaRPr lang="es-ES"/>
        </a:p>
      </dgm:t>
    </dgm:pt>
    <dgm:pt modelId="{D206AD7D-6FCF-BA4A-A881-D49C0A782FC3}">
      <dgm:prSet phldrT="[Texto]"/>
      <dgm:spPr/>
      <dgm:t>
        <a:bodyPr/>
        <a:lstStyle/>
        <a:p>
          <a:r>
            <a:rPr lang="es-ES" dirty="0"/>
            <a:t>Adquirir el equipo de trabajo</a:t>
          </a:r>
        </a:p>
      </dgm:t>
    </dgm:pt>
    <dgm:pt modelId="{2FAF4929-896A-4142-A9D4-FCF51F2A7AA6}" type="parTrans" cxnId="{DBA51B96-2BDF-C04D-8EE9-74101BC05F2E}">
      <dgm:prSet/>
      <dgm:spPr/>
      <dgm:t>
        <a:bodyPr/>
        <a:lstStyle/>
        <a:p>
          <a:endParaRPr lang="es-ES"/>
        </a:p>
      </dgm:t>
    </dgm:pt>
    <dgm:pt modelId="{948F4234-2DCD-C24A-ABA8-79BDA4601848}" type="sibTrans" cxnId="{DBA51B96-2BDF-C04D-8EE9-74101BC05F2E}">
      <dgm:prSet/>
      <dgm:spPr/>
      <dgm:t>
        <a:bodyPr/>
        <a:lstStyle/>
        <a:p>
          <a:endParaRPr lang="es-ES"/>
        </a:p>
      </dgm:t>
    </dgm:pt>
    <dgm:pt modelId="{D1D10F65-8C36-4800-AD9D-4A75930380A4}">
      <dgm:prSet phldrT="[Texto]"/>
      <dgm:spPr/>
      <dgm:t>
        <a:bodyPr/>
        <a:lstStyle/>
        <a:p>
          <a:r>
            <a:rPr lang="es-ES" dirty="0"/>
            <a:t>Calidad</a:t>
          </a:r>
        </a:p>
      </dgm:t>
    </dgm:pt>
    <dgm:pt modelId="{90F18EEC-639F-4363-B4CF-89223F0F6C38}" type="parTrans" cxnId="{7D1D3080-7900-4CC4-B4C0-BD39D5B7C3EE}">
      <dgm:prSet/>
      <dgm:spPr/>
      <dgm:t>
        <a:bodyPr/>
        <a:lstStyle/>
        <a:p>
          <a:endParaRPr lang="es-ES_tradnl"/>
        </a:p>
      </dgm:t>
    </dgm:pt>
    <dgm:pt modelId="{99324C82-0C51-4B8E-B7FB-AB0EDB6CDB40}" type="sibTrans" cxnId="{7D1D3080-7900-4CC4-B4C0-BD39D5B7C3EE}">
      <dgm:prSet/>
      <dgm:spPr/>
      <dgm:t>
        <a:bodyPr/>
        <a:lstStyle/>
        <a:p>
          <a:endParaRPr lang="es-ES_tradnl"/>
        </a:p>
      </dgm:t>
    </dgm:pt>
    <dgm:pt modelId="{3440283F-7B94-41E1-A678-109BA5967928}">
      <dgm:prSet phldrT="[Texto]"/>
      <dgm:spPr/>
      <dgm:t>
        <a:bodyPr/>
        <a:lstStyle/>
        <a:p>
          <a:r>
            <a:rPr lang="es-ES" dirty="0"/>
            <a:t>Desarrollar el equipo del proyecto</a:t>
          </a:r>
        </a:p>
      </dgm:t>
    </dgm:pt>
    <dgm:pt modelId="{620191C0-423A-4FE9-A4F1-5C5D36C0C76E}" type="parTrans" cxnId="{2B3AB939-F741-4B55-BCEC-AC60F4C0DC14}">
      <dgm:prSet/>
      <dgm:spPr/>
      <dgm:t>
        <a:bodyPr/>
        <a:lstStyle/>
        <a:p>
          <a:endParaRPr lang="es-ES_tradnl"/>
        </a:p>
      </dgm:t>
    </dgm:pt>
    <dgm:pt modelId="{23C99D01-59D4-4C59-997C-A7CC57B9FF58}" type="sibTrans" cxnId="{2B3AB939-F741-4B55-BCEC-AC60F4C0DC14}">
      <dgm:prSet/>
      <dgm:spPr/>
      <dgm:t>
        <a:bodyPr/>
        <a:lstStyle/>
        <a:p>
          <a:endParaRPr lang="es-ES_tradnl"/>
        </a:p>
      </dgm:t>
    </dgm:pt>
    <dgm:pt modelId="{5B536FDF-F2F3-4D05-AF9A-89E79C92380B}">
      <dgm:prSet phldrT="[Texto]"/>
      <dgm:spPr/>
      <dgm:t>
        <a:bodyPr/>
        <a:lstStyle/>
        <a:p>
          <a:r>
            <a:rPr lang="es-ES" dirty="0"/>
            <a:t>Dirigir el equipo del proyecto</a:t>
          </a:r>
        </a:p>
      </dgm:t>
    </dgm:pt>
    <dgm:pt modelId="{56E7C592-F553-41EA-A0F8-EBF440BF702D}" type="parTrans" cxnId="{366F432C-1A26-4011-8836-F1CB5F23632D}">
      <dgm:prSet/>
      <dgm:spPr/>
      <dgm:t>
        <a:bodyPr/>
        <a:lstStyle/>
        <a:p>
          <a:endParaRPr lang="es-ES_tradnl"/>
        </a:p>
      </dgm:t>
    </dgm:pt>
    <dgm:pt modelId="{3DAEA229-1474-4E45-A55F-BA78088D2142}" type="sibTrans" cxnId="{366F432C-1A26-4011-8836-F1CB5F23632D}">
      <dgm:prSet/>
      <dgm:spPr/>
      <dgm:t>
        <a:bodyPr/>
        <a:lstStyle/>
        <a:p>
          <a:endParaRPr lang="es-ES_tradnl"/>
        </a:p>
      </dgm:t>
    </dgm:pt>
    <dgm:pt modelId="{A4615577-DB07-0E46-BAD9-752076C1E8EB}" type="pres">
      <dgm:prSet presAssocID="{C3CE8D9A-2F5F-E04C-AF81-B61DA3187B58}" presName="vert0" presStyleCnt="0">
        <dgm:presLayoutVars>
          <dgm:dir/>
          <dgm:animOne val="branch"/>
          <dgm:animLvl val="lvl"/>
        </dgm:presLayoutVars>
      </dgm:prSet>
      <dgm:spPr/>
      <dgm:t>
        <a:bodyPr/>
        <a:lstStyle/>
        <a:p>
          <a:endParaRPr lang="es-ES"/>
        </a:p>
      </dgm:t>
    </dgm:pt>
    <dgm:pt modelId="{A70494F9-BBC6-9B4D-ABE0-28B7062A7EEA}" type="pres">
      <dgm:prSet presAssocID="{2D50EED0-437B-1441-8B3B-81295EA238A9}" presName="thickLine" presStyleLbl="alignNode1" presStyleIdx="0" presStyleCnt="3" custLinFactNeighborX="-10898" custLinFactNeighborY="-49191"/>
      <dgm:spPr/>
    </dgm:pt>
    <dgm:pt modelId="{4DE94855-2BF1-EB40-B090-FE0F9B4B301E}" type="pres">
      <dgm:prSet presAssocID="{2D50EED0-437B-1441-8B3B-81295EA238A9}" presName="horz1" presStyleCnt="0"/>
      <dgm:spPr/>
    </dgm:pt>
    <dgm:pt modelId="{0FAAA673-A6AE-2E48-9396-AEC5BB305A0E}" type="pres">
      <dgm:prSet presAssocID="{2D50EED0-437B-1441-8B3B-81295EA238A9}" presName="tx1" presStyleLbl="revTx" presStyleIdx="0" presStyleCnt="10" custScaleY="37525"/>
      <dgm:spPr/>
      <dgm:t>
        <a:bodyPr/>
        <a:lstStyle/>
        <a:p>
          <a:endParaRPr lang="es-ES"/>
        </a:p>
      </dgm:t>
    </dgm:pt>
    <dgm:pt modelId="{4D92E349-5F1C-414C-955E-416A7CFBF9E9}" type="pres">
      <dgm:prSet presAssocID="{2D50EED0-437B-1441-8B3B-81295EA238A9}" presName="vert1" presStyleCnt="0"/>
      <dgm:spPr/>
    </dgm:pt>
    <dgm:pt modelId="{4324E71C-51E4-4FFA-9638-472734009553}" type="pres">
      <dgm:prSet presAssocID="{D1D10F65-8C36-4800-AD9D-4A75930380A4}" presName="thickLine" presStyleLbl="alignNode1" presStyleIdx="1" presStyleCnt="3" custLinFactNeighborY="-59234"/>
      <dgm:spPr/>
    </dgm:pt>
    <dgm:pt modelId="{35D4AF3C-4879-491B-8004-F3B88F6D9FB5}" type="pres">
      <dgm:prSet presAssocID="{D1D10F65-8C36-4800-AD9D-4A75930380A4}" presName="horz1" presStyleCnt="0"/>
      <dgm:spPr/>
    </dgm:pt>
    <dgm:pt modelId="{792A15AE-68CB-4B5E-A488-D8B2430819E0}" type="pres">
      <dgm:prSet presAssocID="{D1D10F65-8C36-4800-AD9D-4A75930380A4}" presName="tx1" presStyleLbl="revTx" presStyleIdx="1" presStyleCnt="10"/>
      <dgm:spPr/>
      <dgm:t>
        <a:bodyPr/>
        <a:lstStyle/>
        <a:p>
          <a:endParaRPr lang="es-ES"/>
        </a:p>
      </dgm:t>
    </dgm:pt>
    <dgm:pt modelId="{162AB6D4-F395-4B55-9519-21B610CC0382}" type="pres">
      <dgm:prSet presAssocID="{D1D10F65-8C36-4800-AD9D-4A75930380A4}" presName="vert1" presStyleCnt="0"/>
      <dgm:spPr/>
    </dgm:pt>
    <dgm:pt modelId="{412C8F4B-57E8-4EE2-95F4-7EAB16DF68B6}" type="pres">
      <dgm:prSet presAssocID="{9C0C5B6B-88B0-0644-95CC-DA013289C236}" presName="vertSpace2a" presStyleCnt="0"/>
      <dgm:spPr/>
    </dgm:pt>
    <dgm:pt modelId="{706ACAA7-2B5D-4D39-81AB-5DAABC04EC1D}" type="pres">
      <dgm:prSet presAssocID="{9C0C5B6B-88B0-0644-95CC-DA013289C236}" presName="horz2" presStyleCnt="0"/>
      <dgm:spPr/>
    </dgm:pt>
    <dgm:pt modelId="{3456CDB8-701B-42F1-87C2-C295CD1E48EE}" type="pres">
      <dgm:prSet presAssocID="{9C0C5B6B-88B0-0644-95CC-DA013289C236}" presName="horzSpace2" presStyleCnt="0"/>
      <dgm:spPr/>
    </dgm:pt>
    <dgm:pt modelId="{520D1D2C-1114-41BF-8F7E-61F71B01A781}" type="pres">
      <dgm:prSet presAssocID="{9C0C5B6B-88B0-0644-95CC-DA013289C236}" presName="tx2" presStyleLbl="revTx" presStyleIdx="2" presStyleCnt="10"/>
      <dgm:spPr/>
      <dgm:t>
        <a:bodyPr/>
        <a:lstStyle/>
        <a:p>
          <a:endParaRPr lang="es-ES"/>
        </a:p>
      </dgm:t>
    </dgm:pt>
    <dgm:pt modelId="{D6DDDC7E-F1A5-4153-9143-0972F5C1698F}" type="pres">
      <dgm:prSet presAssocID="{9C0C5B6B-88B0-0644-95CC-DA013289C236}" presName="vert2" presStyleCnt="0"/>
      <dgm:spPr/>
    </dgm:pt>
    <dgm:pt modelId="{0A0EB41C-54BD-4DBD-AE20-1F9966450DC3}" type="pres">
      <dgm:prSet presAssocID="{9C0C5B6B-88B0-0644-95CC-DA013289C236}" presName="thinLine2b" presStyleLbl="callout" presStyleIdx="0" presStyleCnt="7"/>
      <dgm:spPr/>
    </dgm:pt>
    <dgm:pt modelId="{BD1DC2FA-97F1-47D7-B64D-204FB692D739}" type="pres">
      <dgm:prSet presAssocID="{9C0C5B6B-88B0-0644-95CC-DA013289C236}" presName="vertSpace2b" presStyleCnt="0"/>
      <dgm:spPr/>
    </dgm:pt>
    <dgm:pt modelId="{AA817BFD-CFD8-4863-BA21-FE68B817CC3C}" type="pres">
      <dgm:prSet presAssocID="{4D7DCE72-F1C7-3648-B096-B3BF2FA1BA56}" presName="horz2" presStyleCnt="0"/>
      <dgm:spPr/>
    </dgm:pt>
    <dgm:pt modelId="{BD57D683-A942-4221-A2F2-BB0CF711AC57}" type="pres">
      <dgm:prSet presAssocID="{4D7DCE72-F1C7-3648-B096-B3BF2FA1BA56}" presName="horzSpace2" presStyleCnt="0"/>
      <dgm:spPr/>
    </dgm:pt>
    <dgm:pt modelId="{F1E3A902-B27E-4D1E-9D62-838DBF77570E}" type="pres">
      <dgm:prSet presAssocID="{4D7DCE72-F1C7-3648-B096-B3BF2FA1BA56}" presName="tx2" presStyleLbl="revTx" presStyleIdx="3" presStyleCnt="10"/>
      <dgm:spPr/>
      <dgm:t>
        <a:bodyPr/>
        <a:lstStyle/>
        <a:p>
          <a:endParaRPr lang="es-ES"/>
        </a:p>
      </dgm:t>
    </dgm:pt>
    <dgm:pt modelId="{4F138E20-5633-4DCC-BBC2-20DFBFC7868F}" type="pres">
      <dgm:prSet presAssocID="{4D7DCE72-F1C7-3648-B096-B3BF2FA1BA56}" presName="vert2" presStyleCnt="0"/>
      <dgm:spPr/>
    </dgm:pt>
    <dgm:pt modelId="{2B79C5B5-7045-4C8A-A0D3-ED34D320DACE}" type="pres">
      <dgm:prSet presAssocID="{4D7DCE72-F1C7-3648-B096-B3BF2FA1BA56}" presName="thinLine2b" presStyleLbl="callout" presStyleIdx="1" presStyleCnt="7"/>
      <dgm:spPr/>
    </dgm:pt>
    <dgm:pt modelId="{8C3B0260-807F-409D-975C-EBFF816514C3}" type="pres">
      <dgm:prSet presAssocID="{4D7DCE72-F1C7-3648-B096-B3BF2FA1BA56}" presName="vertSpace2b" presStyleCnt="0"/>
      <dgm:spPr/>
    </dgm:pt>
    <dgm:pt modelId="{DCC37064-A6D2-4A55-A252-3829429045E5}" type="pres">
      <dgm:prSet presAssocID="{EA05A323-1CD6-E844-BD1C-19A2225C0340}" presName="horz2" presStyleCnt="0"/>
      <dgm:spPr/>
    </dgm:pt>
    <dgm:pt modelId="{AF620EF4-9246-40B0-95DD-0F97FD557889}" type="pres">
      <dgm:prSet presAssocID="{EA05A323-1CD6-E844-BD1C-19A2225C0340}" presName="horzSpace2" presStyleCnt="0"/>
      <dgm:spPr/>
    </dgm:pt>
    <dgm:pt modelId="{821592CB-BF1E-40A4-88FF-532C668728A8}" type="pres">
      <dgm:prSet presAssocID="{EA05A323-1CD6-E844-BD1C-19A2225C0340}" presName="tx2" presStyleLbl="revTx" presStyleIdx="4" presStyleCnt="10"/>
      <dgm:spPr/>
      <dgm:t>
        <a:bodyPr/>
        <a:lstStyle/>
        <a:p>
          <a:endParaRPr lang="es-ES"/>
        </a:p>
      </dgm:t>
    </dgm:pt>
    <dgm:pt modelId="{4A2BC687-FFD6-4EBF-9A58-5F5A5936D128}" type="pres">
      <dgm:prSet presAssocID="{EA05A323-1CD6-E844-BD1C-19A2225C0340}" presName="vert2" presStyleCnt="0"/>
      <dgm:spPr/>
    </dgm:pt>
    <dgm:pt modelId="{AFB2C275-AEA0-46EA-8FAC-DEEB17253C42}" type="pres">
      <dgm:prSet presAssocID="{EA05A323-1CD6-E844-BD1C-19A2225C0340}" presName="thinLine2b" presStyleLbl="callout" presStyleIdx="2" presStyleCnt="7"/>
      <dgm:spPr/>
    </dgm:pt>
    <dgm:pt modelId="{B63F60B4-89E7-4E26-9559-C63693EDEACE}" type="pres">
      <dgm:prSet presAssocID="{EA05A323-1CD6-E844-BD1C-19A2225C0340}" presName="vertSpace2b" presStyleCnt="0"/>
      <dgm:spPr/>
    </dgm:pt>
    <dgm:pt modelId="{B2F277F3-7CF1-994E-B28A-0B3155C31199}" type="pres">
      <dgm:prSet presAssocID="{A00DC1EC-B999-A640-8654-4E50ABDDE020}" presName="thickLine" presStyleLbl="alignNode1" presStyleIdx="2" presStyleCnt="3"/>
      <dgm:spPr/>
    </dgm:pt>
    <dgm:pt modelId="{0C40495D-3188-9E48-A89E-F64BB2F461F5}" type="pres">
      <dgm:prSet presAssocID="{A00DC1EC-B999-A640-8654-4E50ABDDE020}" presName="horz1" presStyleCnt="0"/>
      <dgm:spPr/>
    </dgm:pt>
    <dgm:pt modelId="{9891002C-403A-A043-B663-E6FEB51C2557}" type="pres">
      <dgm:prSet presAssocID="{A00DC1EC-B999-A640-8654-4E50ABDDE020}" presName="tx1" presStyleLbl="revTx" presStyleIdx="5" presStyleCnt="10"/>
      <dgm:spPr/>
      <dgm:t>
        <a:bodyPr/>
        <a:lstStyle/>
        <a:p>
          <a:endParaRPr lang="es-ES"/>
        </a:p>
      </dgm:t>
    </dgm:pt>
    <dgm:pt modelId="{84783DB1-8E64-8549-92F0-B23833CEE8B0}" type="pres">
      <dgm:prSet presAssocID="{A00DC1EC-B999-A640-8654-4E50ABDDE020}" presName="vert1" presStyleCnt="0"/>
      <dgm:spPr/>
    </dgm:pt>
    <dgm:pt modelId="{7639A2F8-0310-4BED-B4BD-EAB6A5C40B77}" type="pres">
      <dgm:prSet presAssocID="{C067AB59-C7C5-C74B-8B60-2FA743781E39}" presName="vertSpace2a" presStyleCnt="0"/>
      <dgm:spPr/>
    </dgm:pt>
    <dgm:pt modelId="{6A69390F-9BF9-4ABA-8159-EAF93506C37D}" type="pres">
      <dgm:prSet presAssocID="{C067AB59-C7C5-C74B-8B60-2FA743781E39}" presName="horz2" presStyleCnt="0"/>
      <dgm:spPr/>
    </dgm:pt>
    <dgm:pt modelId="{80389192-84FD-488B-A175-87A5FB0572BA}" type="pres">
      <dgm:prSet presAssocID="{C067AB59-C7C5-C74B-8B60-2FA743781E39}" presName="horzSpace2" presStyleCnt="0"/>
      <dgm:spPr/>
    </dgm:pt>
    <dgm:pt modelId="{CECABC1D-D0D2-4346-AB17-5BDF3AE0B320}" type="pres">
      <dgm:prSet presAssocID="{C067AB59-C7C5-C74B-8B60-2FA743781E39}" presName="tx2" presStyleLbl="revTx" presStyleIdx="6" presStyleCnt="10"/>
      <dgm:spPr/>
      <dgm:t>
        <a:bodyPr/>
        <a:lstStyle/>
        <a:p>
          <a:endParaRPr lang="es-ES"/>
        </a:p>
      </dgm:t>
    </dgm:pt>
    <dgm:pt modelId="{C56FE37B-F98C-4D15-95CF-6DC56554B5B4}" type="pres">
      <dgm:prSet presAssocID="{C067AB59-C7C5-C74B-8B60-2FA743781E39}" presName="vert2" presStyleCnt="0"/>
      <dgm:spPr/>
    </dgm:pt>
    <dgm:pt modelId="{5D84D3DB-F553-4712-A813-E34BD39795E9}" type="pres">
      <dgm:prSet presAssocID="{C067AB59-C7C5-C74B-8B60-2FA743781E39}" presName="thinLine2b" presStyleLbl="callout" presStyleIdx="3" presStyleCnt="7"/>
      <dgm:spPr/>
    </dgm:pt>
    <dgm:pt modelId="{2128B8DA-3804-468D-B525-5F0093F85BA2}" type="pres">
      <dgm:prSet presAssocID="{C067AB59-C7C5-C74B-8B60-2FA743781E39}" presName="vertSpace2b" presStyleCnt="0"/>
      <dgm:spPr/>
    </dgm:pt>
    <dgm:pt modelId="{4F42B568-F39A-4181-8658-EC1C2143BBA0}" type="pres">
      <dgm:prSet presAssocID="{D206AD7D-6FCF-BA4A-A881-D49C0A782FC3}" presName="horz2" presStyleCnt="0"/>
      <dgm:spPr/>
    </dgm:pt>
    <dgm:pt modelId="{4F8359BF-8C47-4A90-A343-AF5BDC5F9DE8}" type="pres">
      <dgm:prSet presAssocID="{D206AD7D-6FCF-BA4A-A881-D49C0A782FC3}" presName="horzSpace2" presStyleCnt="0"/>
      <dgm:spPr/>
    </dgm:pt>
    <dgm:pt modelId="{70B24025-E2C6-417F-99E1-3AE2064C772D}" type="pres">
      <dgm:prSet presAssocID="{D206AD7D-6FCF-BA4A-A881-D49C0A782FC3}" presName="tx2" presStyleLbl="revTx" presStyleIdx="7" presStyleCnt="10"/>
      <dgm:spPr/>
      <dgm:t>
        <a:bodyPr/>
        <a:lstStyle/>
        <a:p>
          <a:endParaRPr lang="es-ES"/>
        </a:p>
      </dgm:t>
    </dgm:pt>
    <dgm:pt modelId="{7CEB9B09-60D8-4882-A2D8-38EF68D5C19F}" type="pres">
      <dgm:prSet presAssocID="{D206AD7D-6FCF-BA4A-A881-D49C0A782FC3}" presName="vert2" presStyleCnt="0"/>
      <dgm:spPr/>
    </dgm:pt>
    <dgm:pt modelId="{5E350EE4-2D6A-4A16-A0FE-9FACA9074727}" type="pres">
      <dgm:prSet presAssocID="{D206AD7D-6FCF-BA4A-A881-D49C0A782FC3}" presName="thinLine2b" presStyleLbl="callout" presStyleIdx="4" presStyleCnt="7"/>
      <dgm:spPr/>
    </dgm:pt>
    <dgm:pt modelId="{9BB5AFB5-07F7-4132-85A2-44E6D0516C88}" type="pres">
      <dgm:prSet presAssocID="{D206AD7D-6FCF-BA4A-A881-D49C0A782FC3}" presName="vertSpace2b" presStyleCnt="0"/>
      <dgm:spPr/>
    </dgm:pt>
    <dgm:pt modelId="{CFD8E1A3-90D3-46A8-AE85-EB36E0237BB5}" type="pres">
      <dgm:prSet presAssocID="{3440283F-7B94-41E1-A678-109BA5967928}" presName="horz2" presStyleCnt="0"/>
      <dgm:spPr/>
    </dgm:pt>
    <dgm:pt modelId="{274EF02C-7D1A-409B-A859-EE71E535A688}" type="pres">
      <dgm:prSet presAssocID="{3440283F-7B94-41E1-A678-109BA5967928}" presName="horzSpace2" presStyleCnt="0"/>
      <dgm:spPr/>
    </dgm:pt>
    <dgm:pt modelId="{1AB85A7C-0FFD-4546-B83C-987E91EDF1C9}" type="pres">
      <dgm:prSet presAssocID="{3440283F-7B94-41E1-A678-109BA5967928}" presName="tx2" presStyleLbl="revTx" presStyleIdx="8" presStyleCnt="10"/>
      <dgm:spPr/>
      <dgm:t>
        <a:bodyPr/>
        <a:lstStyle/>
        <a:p>
          <a:endParaRPr lang="es-ES"/>
        </a:p>
      </dgm:t>
    </dgm:pt>
    <dgm:pt modelId="{6F7BAE7F-F22E-4343-8455-8D1D04AE6291}" type="pres">
      <dgm:prSet presAssocID="{3440283F-7B94-41E1-A678-109BA5967928}" presName="vert2" presStyleCnt="0"/>
      <dgm:spPr/>
    </dgm:pt>
    <dgm:pt modelId="{DF72560F-E95F-423D-A8FF-AAE8DAA00A74}" type="pres">
      <dgm:prSet presAssocID="{3440283F-7B94-41E1-A678-109BA5967928}" presName="thinLine2b" presStyleLbl="callout" presStyleIdx="5" presStyleCnt="7"/>
      <dgm:spPr/>
    </dgm:pt>
    <dgm:pt modelId="{D8D1CF1A-EF09-4022-8D03-FD002D4FE754}" type="pres">
      <dgm:prSet presAssocID="{3440283F-7B94-41E1-A678-109BA5967928}" presName="vertSpace2b" presStyleCnt="0"/>
      <dgm:spPr/>
    </dgm:pt>
    <dgm:pt modelId="{00451E5C-D19E-4AC4-8C6F-60950BA475F2}" type="pres">
      <dgm:prSet presAssocID="{5B536FDF-F2F3-4D05-AF9A-89E79C92380B}" presName="horz2" presStyleCnt="0"/>
      <dgm:spPr/>
    </dgm:pt>
    <dgm:pt modelId="{3C367370-E70B-40CC-9DCF-3FC0C33EDE1B}" type="pres">
      <dgm:prSet presAssocID="{5B536FDF-F2F3-4D05-AF9A-89E79C92380B}" presName="horzSpace2" presStyleCnt="0"/>
      <dgm:spPr/>
    </dgm:pt>
    <dgm:pt modelId="{EDBBCE88-88E0-4C06-BA01-B4EFB6C685E1}" type="pres">
      <dgm:prSet presAssocID="{5B536FDF-F2F3-4D05-AF9A-89E79C92380B}" presName="tx2" presStyleLbl="revTx" presStyleIdx="9" presStyleCnt="10"/>
      <dgm:spPr/>
      <dgm:t>
        <a:bodyPr/>
        <a:lstStyle/>
        <a:p>
          <a:endParaRPr lang="es-ES"/>
        </a:p>
      </dgm:t>
    </dgm:pt>
    <dgm:pt modelId="{5EA7847F-7A65-4DE6-AFB0-0784772E4EA1}" type="pres">
      <dgm:prSet presAssocID="{5B536FDF-F2F3-4D05-AF9A-89E79C92380B}" presName="vert2" presStyleCnt="0"/>
      <dgm:spPr/>
    </dgm:pt>
    <dgm:pt modelId="{22FFB06E-FF71-449B-9AA1-BDA4A6D85DF8}" type="pres">
      <dgm:prSet presAssocID="{5B536FDF-F2F3-4D05-AF9A-89E79C92380B}" presName="thinLine2b" presStyleLbl="callout" presStyleIdx="6" presStyleCnt="7"/>
      <dgm:spPr/>
    </dgm:pt>
    <dgm:pt modelId="{D29BEB5B-2E19-4BA8-823B-ABEF6ECE6E88}" type="pres">
      <dgm:prSet presAssocID="{5B536FDF-F2F3-4D05-AF9A-89E79C92380B}" presName="vertSpace2b" presStyleCnt="0"/>
      <dgm:spPr/>
    </dgm:pt>
  </dgm:ptLst>
  <dgm:cxnLst>
    <dgm:cxn modelId="{C28D53E1-4A5F-4B51-A37D-2626C32A332C}" type="presOf" srcId="{4D7DCE72-F1C7-3648-B096-B3BF2FA1BA56}" destId="{F1E3A902-B27E-4D1E-9D62-838DBF77570E}" srcOrd="0" destOrd="0" presId="urn:microsoft.com/office/officeart/2008/layout/LinedList"/>
    <dgm:cxn modelId="{7C43AE63-EDB0-4A09-A4EF-CF446DC0BABF}" type="presOf" srcId="{2D50EED0-437B-1441-8B3B-81295EA238A9}" destId="{0FAAA673-A6AE-2E48-9396-AEC5BB305A0E}" srcOrd="0" destOrd="0" presId="urn:microsoft.com/office/officeart/2008/layout/LinedList"/>
    <dgm:cxn modelId="{B913BB40-3BBE-4CFD-92CC-65190577230B}" type="presOf" srcId="{9C0C5B6B-88B0-0644-95CC-DA013289C236}" destId="{520D1D2C-1114-41BF-8F7E-61F71B01A781}" srcOrd="0" destOrd="0" presId="urn:microsoft.com/office/officeart/2008/layout/LinedList"/>
    <dgm:cxn modelId="{DBA51B96-2BDF-C04D-8EE9-74101BC05F2E}" srcId="{A00DC1EC-B999-A640-8654-4E50ABDDE020}" destId="{D206AD7D-6FCF-BA4A-A881-D49C0A782FC3}" srcOrd="1" destOrd="0" parTransId="{2FAF4929-896A-4142-A9D4-FCF51F2A7AA6}" sibTransId="{948F4234-2DCD-C24A-ABA8-79BDA4601848}"/>
    <dgm:cxn modelId="{7D1D3080-7900-4CC4-B4C0-BD39D5B7C3EE}" srcId="{C3CE8D9A-2F5F-E04C-AF81-B61DA3187B58}" destId="{D1D10F65-8C36-4800-AD9D-4A75930380A4}" srcOrd="1" destOrd="0" parTransId="{90F18EEC-639F-4363-B4CF-89223F0F6C38}" sibTransId="{99324C82-0C51-4B8E-B7FB-AB0EDB6CDB40}"/>
    <dgm:cxn modelId="{C36FE991-C046-254D-B645-ED7CD9E49D91}" srcId="{C3CE8D9A-2F5F-E04C-AF81-B61DA3187B58}" destId="{A00DC1EC-B999-A640-8654-4E50ABDDE020}" srcOrd="2" destOrd="0" parTransId="{C1FC985A-8FE8-944A-89F3-975B9C62D138}" sibTransId="{48BA50DD-A1B0-B142-8134-1733EC7E096A}"/>
    <dgm:cxn modelId="{F8F2D53F-386B-42DF-9A99-493D5239B629}" type="presOf" srcId="{C3CE8D9A-2F5F-E04C-AF81-B61DA3187B58}" destId="{A4615577-DB07-0E46-BAD9-752076C1E8EB}" srcOrd="0" destOrd="0" presId="urn:microsoft.com/office/officeart/2008/layout/LinedList"/>
    <dgm:cxn modelId="{13C5A0D3-88A3-4E4E-87F8-08F88EF4D6DF}" type="presOf" srcId="{A00DC1EC-B999-A640-8654-4E50ABDDE020}" destId="{9891002C-403A-A043-B663-E6FEB51C2557}" srcOrd="0" destOrd="0" presId="urn:microsoft.com/office/officeart/2008/layout/LinedList"/>
    <dgm:cxn modelId="{DE35BA58-7121-40B9-8548-A3A94C898EFB}" type="presOf" srcId="{EA05A323-1CD6-E844-BD1C-19A2225C0340}" destId="{821592CB-BF1E-40A4-88FF-532C668728A8}" srcOrd="0" destOrd="0" presId="urn:microsoft.com/office/officeart/2008/layout/LinedList"/>
    <dgm:cxn modelId="{B913582A-C51A-7948-8CD7-0EAADAC6E1E7}" srcId="{D1D10F65-8C36-4800-AD9D-4A75930380A4}" destId="{9C0C5B6B-88B0-0644-95CC-DA013289C236}" srcOrd="0" destOrd="0" parTransId="{B8FBE750-BA08-3745-BDB2-8DE244854305}" sibTransId="{7720ED4A-2659-4441-8B8A-B12AAECACA03}"/>
    <dgm:cxn modelId="{24D5DF88-6E2E-4919-916E-D726547D9235}" type="presOf" srcId="{C067AB59-C7C5-C74B-8B60-2FA743781E39}" destId="{CECABC1D-D0D2-4346-AB17-5BDF3AE0B320}" srcOrd="0" destOrd="0" presId="urn:microsoft.com/office/officeart/2008/layout/LinedList"/>
    <dgm:cxn modelId="{A6D8CB4F-A1A9-2F46-90C6-E855915DE40A}" srcId="{C3CE8D9A-2F5F-E04C-AF81-B61DA3187B58}" destId="{2D50EED0-437B-1441-8B3B-81295EA238A9}" srcOrd="0" destOrd="0" parTransId="{A6EDC655-C7CF-5442-9A95-DD52945DD4C2}" sibTransId="{12B35025-375E-9C48-AEA1-E8FB9BD8A8AD}"/>
    <dgm:cxn modelId="{2EDFF52A-EF96-4FA3-BD39-2787EDFF1EFB}" type="presOf" srcId="{D1D10F65-8C36-4800-AD9D-4A75930380A4}" destId="{792A15AE-68CB-4B5E-A488-D8B2430819E0}" srcOrd="0" destOrd="0" presId="urn:microsoft.com/office/officeart/2008/layout/LinedList"/>
    <dgm:cxn modelId="{35B048EB-39B0-48EE-A385-31336F1BDB25}" type="presOf" srcId="{D206AD7D-6FCF-BA4A-A881-D49C0A782FC3}" destId="{70B24025-E2C6-417F-99E1-3AE2064C772D}" srcOrd="0" destOrd="0" presId="urn:microsoft.com/office/officeart/2008/layout/LinedList"/>
    <dgm:cxn modelId="{2D3DA8E9-6A87-4216-B968-254B65E94448}" type="presOf" srcId="{3440283F-7B94-41E1-A678-109BA5967928}" destId="{1AB85A7C-0FFD-4546-B83C-987E91EDF1C9}" srcOrd="0" destOrd="0" presId="urn:microsoft.com/office/officeart/2008/layout/LinedList"/>
    <dgm:cxn modelId="{3C9E68A3-EC5B-403A-A206-CCFD2E629FB9}" type="presOf" srcId="{5B536FDF-F2F3-4D05-AF9A-89E79C92380B}" destId="{EDBBCE88-88E0-4C06-BA01-B4EFB6C685E1}" srcOrd="0" destOrd="0" presId="urn:microsoft.com/office/officeart/2008/layout/LinedList"/>
    <dgm:cxn modelId="{CEF75630-A106-2C4A-813E-06273EBC269D}" srcId="{D1D10F65-8C36-4800-AD9D-4A75930380A4}" destId="{4D7DCE72-F1C7-3648-B096-B3BF2FA1BA56}" srcOrd="1" destOrd="0" parTransId="{4130B51B-54F0-CE46-A291-A4358F1F6F5A}" sibTransId="{44AA0FEF-23B0-9044-91B0-9D01CCB0457B}"/>
    <dgm:cxn modelId="{FA015F84-3A27-6341-B5E5-5AAABF15FCA7}" srcId="{A00DC1EC-B999-A640-8654-4E50ABDDE020}" destId="{C067AB59-C7C5-C74B-8B60-2FA743781E39}" srcOrd="0" destOrd="0" parTransId="{E4F708B6-A4DC-E54B-965A-6A91932F4F21}" sibTransId="{07AED4AD-A571-FA4C-8F60-2811AAEB8399}"/>
    <dgm:cxn modelId="{170E0A80-D936-D547-94C5-570AC1082D21}" srcId="{D1D10F65-8C36-4800-AD9D-4A75930380A4}" destId="{EA05A323-1CD6-E844-BD1C-19A2225C0340}" srcOrd="2" destOrd="0" parTransId="{30E5782B-3D30-E84E-8B09-5F18CE4DBC15}" sibTransId="{A735D71C-2096-F344-B726-857D36F14FEB}"/>
    <dgm:cxn modelId="{366F432C-1A26-4011-8836-F1CB5F23632D}" srcId="{A00DC1EC-B999-A640-8654-4E50ABDDE020}" destId="{5B536FDF-F2F3-4D05-AF9A-89E79C92380B}" srcOrd="3" destOrd="0" parTransId="{56E7C592-F553-41EA-A0F8-EBF440BF702D}" sibTransId="{3DAEA229-1474-4E45-A55F-BA78088D2142}"/>
    <dgm:cxn modelId="{2B3AB939-F741-4B55-BCEC-AC60F4C0DC14}" srcId="{A00DC1EC-B999-A640-8654-4E50ABDDE020}" destId="{3440283F-7B94-41E1-A678-109BA5967928}" srcOrd="2" destOrd="0" parTransId="{620191C0-423A-4FE9-A4F1-5C5D36C0C76E}" sibTransId="{23C99D01-59D4-4C59-997C-A7CC57B9FF58}"/>
    <dgm:cxn modelId="{9BCF0A21-6EB4-42D8-A92F-2B15BDAB3ABB}" type="presParOf" srcId="{A4615577-DB07-0E46-BAD9-752076C1E8EB}" destId="{A70494F9-BBC6-9B4D-ABE0-28B7062A7EEA}" srcOrd="0" destOrd="0" presId="urn:microsoft.com/office/officeart/2008/layout/LinedList"/>
    <dgm:cxn modelId="{4E8D141D-D601-4F53-9FEE-CF9A51F87FBE}" type="presParOf" srcId="{A4615577-DB07-0E46-BAD9-752076C1E8EB}" destId="{4DE94855-2BF1-EB40-B090-FE0F9B4B301E}" srcOrd="1" destOrd="0" presId="urn:microsoft.com/office/officeart/2008/layout/LinedList"/>
    <dgm:cxn modelId="{BE7EFD01-CDEB-4648-8A5A-64087DDE5F2F}" type="presParOf" srcId="{4DE94855-2BF1-EB40-B090-FE0F9B4B301E}" destId="{0FAAA673-A6AE-2E48-9396-AEC5BB305A0E}" srcOrd="0" destOrd="0" presId="urn:microsoft.com/office/officeart/2008/layout/LinedList"/>
    <dgm:cxn modelId="{3A62CE0C-0185-4D40-BD90-F46C9B7BCB42}" type="presParOf" srcId="{4DE94855-2BF1-EB40-B090-FE0F9B4B301E}" destId="{4D92E349-5F1C-414C-955E-416A7CFBF9E9}" srcOrd="1" destOrd="0" presId="urn:microsoft.com/office/officeart/2008/layout/LinedList"/>
    <dgm:cxn modelId="{935CCC15-4AA3-4633-9BFD-A38FA488C286}" type="presParOf" srcId="{A4615577-DB07-0E46-BAD9-752076C1E8EB}" destId="{4324E71C-51E4-4FFA-9638-472734009553}" srcOrd="2" destOrd="0" presId="urn:microsoft.com/office/officeart/2008/layout/LinedList"/>
    <dgm:cxn modelId="{59A1FC6B-FD4A-4A11-84E4-BCFAC37BBB64}" type="presParOf" srcId="{A4615577-DB07-0E46-BAD9-752076C1E8EB}" destId="{35D4AF3C-4879-491B-8004-F3B88F6D9FB5}" srcOrd="3" destOrd="0" presId="urn:microsoft.com/office/officeart/2008/layout/LinedList"/>
    <dgm:cxn modelId="{DF873F77-B724-4962-B4B4-F89FC2882FD5}" type="presParOf" srcId="{35D4AF3C-4879-491B-8004-F3B88F6D9FB5}" destId="{792A15AE-68CB-4B5E-A488-D8B2430819E0}" srcOrd="0" destOrd="0" presId="urn:microsoft.com/office/officeart/2008/layout/LinedList"/>
    <dgm:cxn modelId="{084398B6-73E0-4C53-8A3E-053A541CA75D}" type="presParOf" srcId="{35D4AF3C-4879-491B-8004-F3B88F6D9FB5}" destId="{162AB6D4-F395-4B55-9519-21B610CC0382}" srcOrd="1" destOrd="0" presId="urn:microsoft.com/office/officeart/2008/layout/LinedList"/>
    <dgm:cxn modelId="{EB5F4B8D-30F9-4BD9-9612-0A0DAAA36938}" type="presParOf" srcId="{162AB6D4-F395-4B55-9519-21B610CC0382}" destId="{412C8F4B-57E8-4EE2-95F4-7EAB16DF68B6}" srcOrd="0" destOrd="0" presId="urn:microsoft.com/office/officeart/2008/layout/LinedList"/>
    <dgm:cxn modelId="{C3811F48-EED3-474F-830A-80431E0DCE5B}" type="presParOf" srcId="{162AB6D4-F395-4B55-9519-21B610CC0382}" destId="{706ACAA7-2B5D-4D39-81AB-5DAABC04EC1D}" srcOrd="1" destOrd="0" presId="urn:microsoft.com/office/officeart/2008/layout/LinedList"/>
    <dgm:cxn modelId="{12A623DD-D2FA-42F7-9382-E3E2E2E2DE58}" type="presParOf" srcId="{706ACAA7-2B5D-4D39-81AB-5DAABC04EC1D}" destId="{3456CDB8-701B-42F1-87C2-C295CD1E48EE}" srcOrd="0" destOrd="0" presId="urn:microsoft.com/office/officeart/2008/layout/LinedList"/>
    <dgm:cxn modelId="{446AA8C8-4F57-4436-A2B6-2BCD4394D4A2}" type="presParOf" srcId="{706ACAA7-2B5D-4D39-81AB-5DAABC04EC1D}" destId="{520D1D2C-1114-41BF-8F7E-61F71B01A781}" srcOrd="1" destOrd="0" presId="urn:microsoft.com/office/officeart/2008/layout/LinedList"/>
    <dgm:cxn modelId="{65CDE705-7B99-4548-AD17-5C6EB66ABA80}" type="presParOf" srcId="{706ACAA7-2B5D-4D39-81AB-5DAABC04EC1D}" destId="{D6DDDC7E-F1A5-4153-9143-0972F5C1698F}" srcOrd="2" destOrd="0" presId="urn:microsoft.com/office/officeart/2008/layout/LinedList"/>
    <dgm:cxn modelId="{A97E15EC-DFD1-4B93-AA8D-E68B03321B13}" type="presParOf" srcId="{162AB6D4-F395-4B55-9519-21B610CC0382}" destId="{0A0EB41C-54BD-4DBD-AE20-1F9966450DC3}" srcOrd="2" destOrd="0" presId="urn:microsoft.com/office/officeart/2008/layout/LinedList"/>
    <dgm:cxn modelId="{7A27511B-8B20-46C0-9988-09A08E52D4C7}" type="presParOf" srcId="{162AB6D4-F395-4B55-9519-21B610CC0382}" destId="{BD1DC2FA-97F1-47D7-B64D-204FB692D739}" srcOrd="3" destOrd="0" presId="urn:microsoft.com/office/officeart/2008/layout/LinedList"/>
    <dgm:cxn modelId="{7869438F-3A11-40F3-80A7-41A4C582C111}" type="presParOf" srcId="{162AB6D4-F395-4B55-9519-21B610CC0382}" destId="{AA817BFD-CFD8-4863-BA21-FE68B817CC3C}" srcOrd="4" destOrd="0" presId="urn:microsoft.com/office/officeart/2008/layout/LinedList"/>
    <dgm:cxn modelId="{6ED0D2B4-8F08-4853-8709-8BCFEF407B0E}" type="presParOf" srcId="{AA817BFD-CFD8-4863-BA21-FE68B817CC3C}" destId="{BD57D683-A942-4221-A2F2-BB0CF711AC57}" srcOrd="0" destOrd="0" presId="urn:microsoft.com/office/officeart/2008/layout/LinedList"/>
    <dgm:cxn modelId="{8C509A2C-DA13-4B03-93AC-FF70629D54EE}" type="presParOf" srcId="{AA817BFD-CFD8-4863-BA21-FE68B817CC3C}" destId="{F1E3A902-B27E-4D1E-9D62-838DBF77570E}" srcOrd="1" destOrd="0" presId="urn:microsoft.com/office/officeart/2008/layout/LinedList"/>
    <dgm:cxn modelId="{B291ADF9-B1AB-457C-AA47-30F595F61A0D}" type="presParOf" srcId="{AA817BFD-CFD8-4863-BA21-FE68B817CC3C}" destId="{4F138E20-5633-4DCC-BBC2-20DFBFC7868F}" srcOrd="2" destOrd="0" presId="urn:microsoft.com/office/officeart/2008/layout/LinedList"/>
    <dgm:cxn modelId="{C56BD1CB-68DB-42D1-B927-9BF42484AC7C}" type="presParOf" srcId="{162AB6D4-F395-4B55-9519-21B610CC0382}" destId="{2B79C5B5-7045-4C8A-A0D3-ED34D320DACE}" srcOrd="5" destOrd="0" presId="urn:microsoft.com/office/officeart/2008/layout/LinedList"/>
    <dgm:cxn modelId="{9BE481BF-9F5D-495A-8358-FC4DE8136C87}" type="presParOf" srcId="{162AB6D4-F395-4B55-9519-21B610CC0382}" destId="{8C3B0260-807F-409D-975C-EBFF816514C3}" srcOrd="6" destOrd="0" presId="urn:microsoft.com/office/officeart/2008/layout/LinedList"/>
    <dgm:cxn modelId="{F9A7A64A-62EC-4871-9CFC-86101366BDF5}" type="presParOf" srcId="{162AB6D4-F395-4B55-9519-21B610CC0382}" destId="{DCC37064-A6D2-4A55-A252-3829429045E5}" srcOrd="7" destOrd="0" presId="urn:microsoft.com/office/officeart/2008/layout/LinedList"/>
    <dgm:cxn modelId="{C54C0010-28DF-43C5-8C8F-8B4F1E888D34}" type="presParOf" srcId="{DCC37064-A6D2-4A55-A252-3829429045E5}" destId="{AF620EF4-9246-40B0-95DD-0F97FD557889}" srcOrd="0" destOrd="0" presId="urn:microsoft.com/office/officeart/2008/layout/LinedList"/>
    <dgm:cxn modelId="{B19745F7-A6E4-4E80-B4D6-4275EE78DD00}" type="presParOf" srcId="{DCC37064-A6D2-4A55-A252-3829429045E5}" destId="{821592CB-BF1E-40A4-88FF-532C668728A8}" srcOrd="1" destOrd="0" presId="urn:microsoft.com/office/officeart/2008/layout/LinedList"/>
    <dgm:cxn modelId="{D7056990-ED88-4CB6-AC66-9CC10973C993}" type="presParOf" srcId="{DCC37064-A6D2-4A55-A252-3829429045E5}" destId="{4A2BC687-FFD6-4EBF-9A58-5F5A5936D128}" srcOrd="2" destOrd="0" presId="urn:microsoft.com/office/officeart/2008/layout/LinedList"/>
    <dgm:cxn modelId="{5B6F003B-B9B3-464B-A108-3BE3D0A56E07}" type="presParOf" srcId="{162AB6D4-F395-4B55-9519-21B610CC0382}" destId="{AFB2C275-AEA0-46EA-8FAC-DEEB17253C42}" srcOrd="8" destOrd="0" presId="urn:microsoft.com/office/officeart/2008/layout/LinedList"/>
    <dgm:cxn modelId="{06F4B456-1618-4888-8F83-A0229CE274F9}" type="presParOf" srcId="{162AB6D4-F395-4B55-9519-21B610CC0382}" destId="{B63F60B4-89E7-4E26-9559-C63693EDEACE}" srcOrd="9" destOrd="0" presId="urn:microsoft.com/office/officeart/2008/layout/LinedList"/>
    <dgm:cxn modelId="{4F6BCCE5-90D3-4DCB-86A9-0C3250A91155}" type="presParOf" srcId="{A4615577-DB07-0E46-BAD9-752076C1E8EB}" destId="{B2F277F3-7CF1-994E-B28A-0B3155C31199}" srcOrd="4" destOrd="0" presId="urn:microsoft.com/office/officeart/2008/layout/LinedList"/>
    <dgm:cxn modelId="{1F592CAE-CF5A-4B34-B12F-8B6AE8349BE7}" type="presParOf" srcId="{A4615577-DB07-0E46-BAD9-752076C1E8EB}" destId="{0C40495D-3188-9E48-A89E-F64BB2F461F5}" srcOrd="5" destOrd="0" presId="urn:microsoft.com/office/officeart/2008/layout/LinedList"/>
    <dgm:cxn modelId="{579F1916-5CD7-4218-B4D7-094D2168FEEA}" type="presParOf" srcId="{0C40495D-3188-9E48-A89E-F64BB2F461F5}" destId="{9891002C-403A-A043-B663-E6FEB51C2557}" srcOrd="0" destOrd="0" presId="urn:microsoft.com/office/officeart/2008/layout/LinedList"/>
    <dgm:cxn modelId="{97D9F5DF-B836-4217-8AA6-8EB8A1AD4572}" type="presParOf" srcId="{0C40495D-3188-9E48-A89E-F64BB2F461F5}" destId="{84783DB1-8E64-8549-92F0-B23833CEE8B0}" srcOrd="1" destOrd="0" presId="urn:microsoft.com/office/officeart/2008/layout/LinedList"/>
    <dgm:cxn modelId="{60D06979-C527-4E49-954F-A6583F4A5B33}" type="presParOf" srcId="{84783DB1-8E64-8549-92F0-B23833CEE8B0}" destId="{7639A2F8-0310-4BED-B4BD-EAB6A5C40B77}" srcOrd="0" destOrd="0" presId="urn:microsoft.com/office/officeart/2008/layout/LinedList"/>
    <dgm:cxn modelId="{09B568F0-2F32-4326-9083-67BF1AB28948}" type="presParOf" srcId="{84783DB1-8E64-8549-92F0-B23833CEE8B0}" destId="{6A69390F-9BF9-4ABA-8159-EAF93506C37D}" srcOrd="1" destOrd="0" presId="urn:microsoft.com/office/officeart/2008/layout/LinedList"/>
    <dgm:cxn modelId="{2F443A8C-341E-46B3-888F-D6F1EC094E38}" type="presParOf" srcId="{6A69390F-9BF9-4ABA-8159-EAF93506C37D}" destId="{80389192-84FD-488B-A175-87A5FB0572BA}" srcOrd="0" destOrd="0" presId="urn:microsoft.com/office/officeart/2008/layout/LinedList"/>
    <dgm:cxn modelId="{BC00DB35-F225-430C-9DC2-359906330FE5}" type="presParOf" srcId="{6A69390F-9BF9-4ABA-8159-EAF93506C37D}" destId="{CECABC1D-D0D2-4346-AB17-5BDF3AE0B320}" srcOrd="1" destOrd="0" presId="urn:microsoft.com/office/officeart/2008/layout/LinedList"/>
    <dgm:cxn modelId="{0C10C13D-2FF0-4E03-A006-DC261F3518FD}" type="presParOf" srcId="{6A69390F-9BF9-4ABA-8159-EAF93506C37D}" destId="{C56FE37B-F98C-4D15-95CF-6DC56554B5B4}" srcOrd="2" destOrd="0" presId="urn:microsoft.com/office/officeart/2008/layout/LinedList"/>
    <dgm:cxn modelId="{6D3680BA-02B1-4A76-888A-629CDBD0F4DD}" type="presParOf" srcId="{84783DB1-8E64-8549-92F0-B23833CEE8B0}" destId="{5D84D3DB-F553-4712-A813-E34BD39795E9}" srcOrd="2" destOrd="0" presId="urn:microsoft.com/office/officeart/2008/layout/LinedList"/>
    <dgm:cxn modelId="{569602AD-FD22-46B3-9D4D-C662D8808BBB}" type="presParOf" srcId="{84783DB1-8E64-8549-92F0-B23833CEE8B0}" destId="{2128B8DA-3804-468D-B525-5F0093F85BA2}" srcOrd="3" destOrd="0" presId="urn:microsoft.com/office/officeart/2008/layout/LinedList"/>
    <dgm:cxn modelId="{DBF88484-12DB-4A08-863B-E998CAA15F31}" type="presParOf" srcId="{84783DB1-8E64-8549-92F0-B23833CEE8B0}" destId="{4F42B568-F39A-4181-8658-EC1C2143BBA0}" srcOrd="4" destOrd="0" presId="urn:microsoft.com/office/officeart/2008/layout/LinedList"/>
    <dgm:cxn modelId="{DEC59F6E-D9E6-4D59-84CF-4C4B7784E45C}" type="presParOf" srcId="{4F42B568-F39A-4181-8658-EC1C2143BBA0}" destId="{4F8359BF-8C47-4A90-A343-AF5BDC5F9DE8}" srcOrd="0" destOrd="0" presId="urn:microsoft.com/office/officeart/2008/layout/LinedList"/>
    <dgm:cxn modelId="{D77F6D86-B01B-4144-B59B-0697E556E0AA}" type="presParOf" srcId="{4F42B568-F39A-4181-8658-EC1C2143BBA0}" destId="{70B24025-E2C6-417F-99E1-3AE2064C772D}" srcOrd="1" destOrd="0" presId="urn:microsoft.com/office/officeart/2008/layout/LinedList"/>
    <dgm:cxn modelId="{00EF386B-D023-4826-B0D3-BE97FE572414}" type="presParOf" srcId="{4F42B568-F39A-4181-8658-EC1C2143BBA0}" destId="{7CEB9B09-60D8-4882-A2D8-38EF68D5C19F}" srcOrd="2" destOrd="0" presId="urn:microsoft.com/office/officeart/2008/layout/LinedList"/>
    <dgm:cxn modelId="{4945318C-0402-4575-ADDB-33A4830F4F63}" type="presParOf" srcId="{84783DB1-8E64-8549-92F0-B23833CEE8B0}" destId="{5E350EE4-2D6A-4A16-A0FE-9FACA9074727}" srcOrd="5" destOrd="0" presId="urn:microsoft.com/office/officeart/2008/layout/LinedList"/>
    <dgm:cxn modelId="{8EC6E6E0-0FB1-4C48-B0FB-EA34075A88EC}" type="presParOf" srcId="{84783DB1-8E64-8549-92F0-B23833CEE8B0}" destId="{9BB5AFB5-07F7-4132-85A2-44E6D0516C88}" srcOrd="6" destOrd="0" presId="urn:microsoft.com/office/officeart/2008/layout/LinedList"/>
    <dgm:cxn modelId="{85973451-2310-40D5-BEF7-189D6A12F372}" type="presParOf" srcId="{84783DB1-8E64-8549-92F0-B23833CEE8B0}" destId="{CFD8E1A3-90D3-46A8-AE85-EB36E0237BB5}" srcOrd="7" destOrd="0" presId="urn:microsoft.com/office/officeart/2008/layout/LinedList"/>
    <dgm:cxn modelId="{FADE9AD8-ACC8-4359-B443-6002DC8406B9}" type="presParOf" srcId="{CFD8E1A3-90D3-46A8-AE85-EB36E0237BB5}" destId="{274EF02C-7D1A-409B-A859-EE71E535A688}" srcOrd="0" destOrd="0" presId="urn:microsoft.com/office/officeart/2008/layout/LinedList"/>
    <dgm:cxn modelId="{D184ECB6-1103-4E33-88C1-E3009BD3CC37}" type="presParOf" srcId="{CFD8E1A3-90D3-46A8-AE85-EB36E0237BB5}" destId="{1AB85A7C-0FFD-4546-B83C-987E91EDF1C9}" srcOrd="1" destOrd="0" presId="urn:microsoft.com/office/officeart/2008/layout/LinedList"/>
    <dgm:cxn modelId="{7BF68379-3A47-4154-81A0-3032E829C8BF}" type="presParOf" srcId="{CFD8E1A3-90D3-46A8-AE85-EB36E0237BB5}" destId="{6F7BAE7F-F22E-4343-8455-8D1D04AE6291}" srcOrd="2" destOrd="0" presId="urn:microsoft.com/office/officeart/2008/layout/LinedList"/>
    <dgm:cxn modelId="{3F2B48E3-E52A-40BE-B5E5-060B0DDD343A}" type="presParOf" srcId="{84783DB1-8E64-8549-92F0-B23833CEE8B0}" destId="{DF72560F-E95F-423D-A8FF-AAE8DAA00A74}" srcOrd="8" destOrd="0" presId="urn:microsoft.com/office/officeart/2008/layout/LinedList"/>
    <dgm:cxn modelId="{7A28328D-47A6-4ADA-8D9C-2EDA9945F98F}" type="presParOf" srcId="{84783DB1-8E64-8549-92F0-B23833CEE8B0}" destId="{D8D1CF1A-EF09-4022-8D03-FD002D4FE754}" srcOrd="9" destOrd="0" presId="urn:microsoft.com/office/officeart/2008/layout/LinedList"/>
    <dgm:cxn modelId="{96E02F48-43CC-4A52-8DE5-BF5B200738DD}" type="presParOf" srcId="{84783DB1-8E64-8549-92F0-B23833CEE8B0}" destId="{00451E5C-D19E-4AC4-8C6F-60950BA475F2}" srcOrd="10" destOrd="0" presId="urn:microsoft.com/office/officeart/2008/layout/LinedList"/>
    <dgm:cxn modelId="{185F5C92-0C1B-44C8-905B-46FA18FDA740}" type="presParOf" srcId="{00451E5C-D19E-4AC4-8C6F-60950BA475F2}" destId="{3C367370-E70B-40CC-9DCF-3FC0C33EDE1B}" srcOrd="0" destOrd="0" presId="urn:microsoft.com/office/officeart/2008/layout/LinedList"/>
    <dgm:cxn modelId="{CDE78C31-CD18-4A19-B93C-4935F1A9B90F}" type="presParOf" srcId="{00451E5C-D19E-4AC4-8C6F-60950BA475F2}" destId="{EDBBCE88-88E0-4C06-BA01-B4EFB6C685E1}" srcOrd="1" destOrd="0" presId="urn:microsoft.com/office/officeart/2008/layout/LinedList"/>
    <dgm:cxn modelId="{0BD15870-87D9-45B0-898B-0E6EC0448056}" type="presParOf" srcId="{00451E5C-D19E-4AC4-8C6F-60950BA475F2}" destId="{5EA7847F-7A65-4DE6-AFB0-0784772E4EA1}" srcOrd="2" destOrd="0" presId="urn:microsoft.com/office/officeart/2008/layout/LinedList"/>
    <dgm:cxn modelId="{CBF3DC12-8B62-4882-A73B-DCEA92B4B801}" type="presParOf" srcId="{84783DB1-8E64-8549-92F0-B23833CEE8B0}" destId="{22FFB06E-FF71-449B-9AA1-BDA4A6D85DF8}" srcOrd="11" destOrd="0" presId="urn:microsoft.com/office/officeart/2008/layout/LinedList"/>
    <dgm:cxn modelId="{50717F8A-678D-4A4E-BF99-E8E630B27BF9}" type="presParOf" srcId="{84783DB1-8E64-8549-92F0-B23833CEE8B0}" destId="{D29BEB5B-2E19-4BA8-823B-ABEF6ECE6E88}" srcOrd="12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C3CE8D9A-2F5F-E04C-AF81-B61DA3187B58}" type="doc">
      <dgm:prSet loTypeId="urn:microsoft.com/office/officeart/2008/layout/LinedList" loCatId="" qsTypeId="urn:microsoft.com/office/officeart/2005/8/quickstyle/simple3" qsCatId="simple" csTypeId="urn:microsoft.com/office/officeart/2005/8/colors/colorful3" csCatId="colorful" phldr="1"/>
      <dgm:spPr/>
      <dgm:t>
        <a:bodyPr/>
        <a:lstStyle/>
        <a:p>
          <a:endParaRPr lang="es-ES"/>
        </a:p>
      </dgm:t>
    </dgm:pt>
    <dgm:pt modelId="{2D50EED0-437B-1441-8B3B-81295EA238A9}">
      <dgm:prSet phldrT="[Texto]"/>
      <dgm:spPr/>
      <dgm:t>
        <a:bodyPr/>
        <a:lstStyle/>
        <a:p>
          <a:r>
            <a:rPr lang="es-ES" dirty="0"/>
            <a:t>Introducción</a:t>
          </a:r>
        </a:p>
      </dgm:t>
    </dgm:pt>
    <dgm:pt modelId="{A6EDC655-C7CF-5442-9A95-DD52945DD4C2}" type="parTrans" cxnId="{A6D8CB4F-A1A9-2F46-90C6-E855915DE40A}">
      <dgm:prSet/>
      <dgm:spPr/>
      <dgm:t>
        <a:bodyPr/>
        <a:lstStyle/>
        <a:p>
          <a:endParaRPr lang="es-ES"/>
        </a:p>
      </dgm:t>
    </dgm:pt>
    <dgm:pt modelId="{12B35025-375E-9C48-AEA1-E8FB9BD8A8AD}" type="sibTrans" cxnId="{A6D8CB4F-A1A9-2F46-90C6-E855915DE40A}">
      <dgm:prSet/>
      <dgm:spPr/>
      <dgm:t>
        <a:bodyPr/>
        <a:lstStyle/>
        <a:p>
          <a:endParaRPr lang="es-ES"/>
        </a:p>
      </dgm:t>
    </dgm:pt>
    <dgm:pt modelId="{9C0C5B6B-88B0-0644-95CC-DA013289C236}">
      <dgm:prSet phldrT="[Texto]"/>
      <dgm:spPr/>
      <dgm:t>
        <a:bodyPr/>
        <a:lstStyle/>
        <a:p>
          <a:r>
            <a:rPr lang="es-ES" dirty="0"/>
            <a:t>Planificación de la calidad</a:t>
          </a:r>
        </a:p>
      </dgm:t>
    </dgm:pt>
    <dgm:pt modelId="{B8FBE750-BA08-3745-BDB2-8DE244854305}" type="parTrans" cxnId="{B913582A-C51A-7948-8CD7-0EAADAC6E1E7}">
      <dgm:prSet/>
      <dgm:spPr/>
      <dgm:t>
        <a:bodyPr/>
        <a:lstStyle/>
        <a:p>
          <a:endParaRPr lang="es-ES"/>
        </a:p>
      </dgm:t>
    </dgm:pt>
    <dgm:pt modelId="{7720ED4A-2659-4441-8B8A-B12AAECACA03}" type="sibTrans" cxnId="{B913582A-C51A-7948-8CD7-0EAADAC6E1E7}">
      <dgm:prSet/>
      <dgm:spPr/>
      <dgm:t>
        <a:bodyPr/>
        <a:lstStyle/>
        <a:p>
          <a:endParaRPr lang="es-ES"/>
        </a:p>
      </dgm:t>
    </dgm:pt>
    <dgm:pt modelId="{4D7DCE72-F1C7-3648-B096-B3BF2FA1BA56}">
      <dgm:prSet phldrT="[Texto]"/>
      <dgm:spPr/>
      <dgm:t>
        <a:bodyPr/>
        <a:lstStyle/>
        <a:p>
          <a:r>
            <a:rPr lang="es-ES" dirty="0"/>
            <a:t>Realizar el aseguramiento</a:t>
          </a:r>
          <a:r>
            <a:rPr lang="es-ES" baseline="0" dirty="0"/>
            <a:t> de la calidad</a:t>
          </a:r>
          <a:endParaRPr lang="es-ES" dirty="0"/>
        </a:p>
      </dgm:t>
    </dgm:pt>
    <dgm:pt modelId="{4130B51B-54F0-CE46-A291-A4358F1F6F5A}" type="parTrans" cxnId="{CEF75630-A106-2C4A-813E-06273EBC269D}">
      <dgm:prSet/>
      <dgm:spPr/>
      <dgm:t>
        <a:bodyPr/>
        <a:lstStyle/>
        <a:p>
          <a:endParaRPr lang="es-ES"/>
        </a:p>
      </dgm:t>
    </dgm:pt>
    <dgm:pt modelId="{44AA0FEF-23B0-9044-91B0-9D01CCB0457B}" type="sibTrans" cxnId="{CEF75630-A106-2C4A-813E-06273EBC269D}">
      <dgm:prSet/>
      <dgm:spPr/>
      <dgm:t>
        <a:bodyPr/>
        <a:lstStyle/>
        <a:p>
          <a:endParaRPr lang="es-ES"/>
        </a:p>
      </dgm:t>
    </dgm:pt>
    <dgm:pt modelId="{EA05A323-1CD6-E844-BD1C-19A2225C0340}">
      <dgm:prSet phldrT="[Texto]"/>
      <dgm:spPr/>
      <dgm:t>
        <a:bodyPr/>
        <a:lstStyle/>
        <a:p>
          <a:r>
            <a:rPr lang="es-ES" dirty="0"/>
            <a:t>Controlar</a:t>
          </a:r>
          <a:r>
            <a:rPr lang="es-ES" baseline="0" dirty="0"/>
            <a:t> la calidad</a:t>
          </a:r>
          <a:endParaRPr lang="es-ES" dirty="0"/>
        </a:p>
      </dgm:t>
    </dgm:pt>
    <dgm:pt modelId="{30E5782B-3D30-E84E-8B09-5F18CE4DBC15}" type="parTrans" cxnId="{170E0A80-D936-D547-94C5-570AC1082D21}">
      <dgm:prSet/>
      <dgm:spPr/>
      <dgm:t>
        <a:bodyPr/>
        <a:lstStyle/>
        <a:p>
          <a:endParaRPr lang="es-ES"/>
        </a:p>
      </dgm:t>
    </dgm:pt>
    <dgm:pt modelId="{A735D71C-2096-F344-B726-857D36F14FEB}" type="sibTrans" cxnId="{170E0A80-D936-D547-94C5-570AC1082D21}">
      <dgm:prSet/>
      <dgm:spPr/>
      <dgm:t>
        <a:bodyPr/>
        <a:lstStyle/>
        <a:p>
          <a:endParaRPr lang="es-ES"/>
        </a:p>
      </dgm:t>
    </dgm:pt>
    <dgm:pt modelId="{A00DC1EC-B999-A640-8654-4E50ABDDE020}">
      <dgm:prSet phldrT="[Texto]"/>
      <dgm:spPr/>
      <dgm:t>
        <a:bodyPr/>
        <a:lstStyle/>
        <a:p>
          <a:r>
            <a:rPr lang="es-ES" dirty="0"/>
            <a:t>Recursos Humanos</a:t>
          </a:r>
        </a:p>
      </dgm:t>
    </dgm:pt>
    <dgm:pt modelId="{C1FC985A-8FE8-944A-89F3-975B9C62D138}" type="parTrans" cxnId="{C36FE991-C046-254D-B645-ED7CD9E49D91}">
      <dgm:prSet/>
      <dgm:spPr/>
      <dgm:t>
        <a:bodyPr/>
        <a:lstStyle/>
        <a:p>
          <a:endParaRPr lang="es-ES"/>
        </a:p>
      </dgm:t>
    </dgm:pt>
    <dgm:pt modelId="{48BA50DD-A1B0-B142-8134-1733EC7E096A}" type="sibTrans" cxnId="{C36FE991-C046-254D-B645-ED7CD9E49D91}">
      <dgm:prSet/>
      <dgm:spPr/>
      <dgm:t>
        <a:bodyPr/>
        <a:lstStyle/>
        <a:p>
          <a:endParaRPr lang="es-ES"/>
        </a:p>
      </dgm:t>
    </dgm:pt>
    <dgm:pt modelId="{C067AB59-C7C5-C74B-8B60-2FA743781E39}">
      <dgm:prSet phldrT="[Texto]"/>
      <dgm:spPr/>
      <dgm:t>
        <a:bodyPr/>
        <a:lstStyle/>
        <a:p>
          <a:r>
            <a:rPr lang="es-ES" dirty="0"/>
            <a:t>Planificación de los RRHH</a:t>
          </a:r>
        </a:p>
      </dgm:t>
    </dgm:pt>
    <dgm:pt modelId="{E4F708B6-A4DC-E54B-965A-6A91932F4F21}" type="parTrans" cxnId="{FA015F84-3A27-6341-B5E5-5AAABF15FCA7}">
      <dgm:prSet/>
      <dgm:spPr/>
      <dgm:t>
        <a:bodyPr/>
        <a:lstStyle/>
        <a:p>
          <a:endParaRPr lang="es-ES"/>
        </a:p>
      </dgm:t>
    </dgm:pt>
    <dgm:pt modelId="{07AED4AD-A571-FA4C-8F60-2811AAEB8399}" type="sibTrans" cxnId="{FA015F84-3A27-6341-B5E5-5AAABF15FCA7}">
      <dgm:prSet/>
      <dgm:spPr/>
      <dgm:t>
        <a:bodyPr/>
        <a:lstStyle/>
        <a:p>
          <a:endParaRPr lang="es-ES"/>
        </a:p>
      </dgm:t>
    </dgm:pt>
    <dgm:pt modelId="{D206AD7D-6FCF-BA4A-A881-D49C0A782FC3}">
      <dgm:prSet phldrT="[Texto]"/>
      <dgm:spPr/>
      <dgm:t>
        <a:bodyPr/>
        <a:lstStyle/>
        <a:p>
          <a:r>
            <a:rPr lang="es-ES" dirty="0"/>
            <a:t>Adquirir el equipo de trabajo</a:t>
          </a:r>
        </a:p>
      </dgm:t>
    </dgm:pt>
    <dgm:pt modelId="{2FAF4929-896A-4142-A9D4-FCF51F2A7AA6}" type="parTrans" cxnId="{DBA51B96-2BDF-C04D-8EE9-74101BC05F2E}">
      <dgm:prSet/>
      <dgm:spPr/>
      <dgm:t>
        <a:bodyPr/>
        <a:lstStyle/>
        <a:p>
          <a:endParaRPr lang="es-ES"/>
        </a:p>
      </dgm:t>
    </dgm:pt>
    <dgm:pt modelId="{948F4234-2DCD-C24A-ABA8-79BDA4601848}" type="sibTrans" cxnId="{DBA51B96-2BDF-C04D-8EE9-74101BC05F2E}">
      <dgm:prSet/>
      <dgm:spPr/>
      <dgm:t>
        <a:bodyPr/>
        <a:lstStyle/>
        <a:p>
          <a:endParaRPr lang="es-ES"/>
        </a:p>
      </dgm:t>
    </dgm:pt>
    <dgm:pt modelId="{D1D10F65-8C36-4800-AD9D-4A75930380A4}">
      <dgm:prSet phldrT="[Texto]"/>
      <dgm:spPr/>
      <dgm:t>
        <a:bodyPr/>
        <a:lstStyle/>
        <a:p>
          <a:r>
            <a:rPr lang="es-ES" dirty="0"/>
            <a:t>Calidad</a:t>
          </a:r>
        </a:p>
      </dgm:t>
    </dgm:pt>
    <dgm:pt modelId="{90F18EEC-639F-4363-B4CF-89223F0F6C38}" type="parTrans" cxnId="{7D1D3080-7900-4CC4-B4C0-BD39D5B7C3EE}">
      <dgm:prSet/>
      <dgm:spPr/>
      <dgm:t>
        <a:bodyPr/>
        <a:lstStyle/>
        <a:p>
          <a:endParaRPr lang="es-ES_tradnl"/>
        </a:p>
      </dgm:t>
    </dgm:pt>
    <dgm:pt modelId="{99324C82-0C51-4B8E-B7FB-AB0EDB6CDB40}" type="sibTrans" cxnId="{7D1D3080-7900-4CC4-B4C0-BD39D5B7C3EE}">
      <dgm:prSet/>
      <dgm:spPr/>
      <dgm:t>
        <a:bodyPr/>
        <a:lstStyle/>
        <a:p>
          <a:endParaRPr lang="es-ES_tradnl"/>
        </a:p>
      </dgm:t>
    </dgm:pt>
    <dgm:pt modelId="{3440283F-7B94-41E1-A678-109BA5967928}">
      <dgm:prSet phldrT="[Texto]"/>
      <dgm:spPr/>
      <dgm:t>
        <a:bodyPr/>
        <a:lstStyle/>
        <a:p>
          <a:r>
            <a:rPr lang="es-ES" dirty="0"/>
            <a:t>Desarrollar el equipo del proyecto</a:t>
          </a:r>
        </a:p>
      </dgm:t>
    </dgm:pt>
    <dgm:pt modelId="{620191C0-423A-4FE9-A4F1-5C5D36C0C76E}" type="parTrans" cxnId="{2B3AB939-F741-4B55-BCEC-AC60F4C0DC14}">
      <dgm:prSet/>
      <dgm:spPr/>
      <dgm:t>
        <a:bodyPr/>
        <a:lstStyle/>
        <a:p>
          <a:endParaRPr lang="es-ES_tradnl"/>
        </a:p>
      </dgm:t>
    </dgm:pt>
    <dgm:pt modelId="{23C99D01-59D4-4C59-997C-A7CC57B9FF58}" type="sibTrans" cxnId="{2B3AB939-F741-4B55-BCEC-AC60F4C0DC14}">
      <dgm:prSet/>
      <dgm:spPr/>
      <dgm:t>
        <a:bodyPr/>
        <a:lstStyle/>
        <a:p>
          <a:endParaRPr lang="es-ES_tradnl"/>
        </a:p>
      </dgm:t>
    </dgm:pt>
    <dgm:pt modelId="{5B536FDF-F2F3-4D05-AF9A-89E79C92380B}">
      <dgm:prSet phldrT="[Texto]"/>
      <dgm:spPr/>
      <dgm:t>
        <a:bodyPr/>
        <a:lstStyle/>
        <a:p>
          <a:r>
            <a:rPr lang="es-ES" dirty="0"/>
            <a:t>Dirigir el equipo del proyecto</a:t>
          </a:r>
        </a:p>
      </dgm:t>
    </dgm:pt>
    <dgm:pt modelId="{56E7C592-F553-41EA-A0F8-EBF440BF702D}" type="parTrans" cxnId="{366F432C-1A26-4011-8836-F1CB5F23632D}">
      <dgm:prSet/>
      <dgm:spPr/>
      <dgm:t>
        <a:bodyPr/>
        <a:lstStyle/>
        <a:p>
          <a:endParaRPr lang="es-ES_tradnl"/>
        </a:p>
      </dgm:t>
    </dgm:pt>
    <dgm:pt modelId="{3DAEA229-1474-4E45-A55F-BA78088D2142}" type="sibTrans" cxnId="{366F432C-1A26-4011-8836-F1CB5F23632D}">
      <dgm:prSet/>
      <dgm:spPr/>
      <dgm:t>
        <a:bodyPr/>
        <a:lstStyle/>
        <a:p>
          <a:endParaRPr lang="es-ES_tradnl"/>
        </a:p>
      </dgm:t>
    </dgm:pt>
    <dgm:pt modelId="{A4615577-DB07-0E46-BAD9-752076C1E8EB}" type="pres">
      <dgm:prSet presAssocID="{C3CE8D9A-2F5F-E04C-AF81-B61DA3187B58}" presName="vert0" presStyleCnt="0">
        <dgm:presLayoutVars>
          <dgm:dir/>
          <dgm:animOne val="branch"/>
          <dgm:animLvl val="lvl"/>
        </dgm:presLayoutVars>
      </dgm:prSet>
      <dgm:spPr/>
      <dgm:t>
        <a:bodyPr/>
        <a:lstStyle/>
        <a:p>
          <a:endParaRPr lang="es-ES"/>
        </a:p>
      </dgm:t>
    </dgm:pt>
    <dgm:pt modelId="{A70494F9-BBC6-9B4D-ABE0-28B7062A7EEA}" type="pres">
      <dgm:prSet presAssocID="{2D50EED0-437B-1441-8B3B-81295EA238A9}" presName="thickLine" presStyleLbl="alignNode1" presStyleIdx="0" presStyleCnt="3" custLinFactNeighborX="-10898" custLinFactNeighborY="-49191"/>
      <dgm:spPr/>
    </dgm:pt>
    <dgm:pt modelId="{4DE94855-2BF1-EB40-B090-FE0F9B4B301E}" type="pres">
      <dgm:prSet presAssocID="{2D50EED0-437B-1441-8B3B-81295EA238A9}" presName="horz1" presStyleCnt="0"/>
      <dgm:spPr/>
    </dgm:pt>
    <dgm:pt modelId="{0FAAA673-A6AE-2E48-9396-AEC5BB305A0E}" type="pres">
      <dgm:prSet presAssocID="{2D50EED0-437B-1441-8B3B-81295EA238A9}" presName="tx1" presStyleLbl="revTx" presStyleIdx="0" presStyleCnt="10" custScaleY="37525"/>
      <dgm:spPr/>
      <dgm:t>
        <a:bodyPr/>
        <a:lstStyle/>
        <a:p>
          <a:endParaRPr lang="es-ES"/>
        </a:p>
      </dgm:t>
    </dgm:pt>
    <dgm:pt modelId="{4D92E349-5F1C-414C-955E-416A7CFBF9E9}" type="pres">
      <dgm:prSet presAssocID="{2D50EED0-437B-1441-8B3B-81295EA238A9}" presName="vert1" presStyleCnt="0"/>
      <dgm:spPr/>
    </dgm:pt>
    <dgm:pt modelId="{4324E71C-51E4-4FFA-9638-472734009553}" type="pres">
      <dgm:prSet presAssocID="{D1D10F65-8C36-4800-AD9D-4A75930380A4}" presName="thickLine" presStyleLbl="alignNode1" presStyleIdx="1" presStyleCnt="3" custLinFactNeighborY="-59234"/>
      <dgm:spPr/>
    </dgm:pt>
    <dgm:pt modelId="{35D4AF3C-4879-491B-8004-F3B88F6D9FB5}" type="pres">
      <dgm:prSet presAssocID="{D1D10F65-8C36-4800-AD9D-4A75930380A4}" presName="horz1" presStyleCnt="0"/>
      <dgm:spPr/>
    </dgm:pt>
    <dgm:pt modelId="{792A15AE-68CB-4B5E-A488-D8B2430819E0}" type="pres">
      <dgm:prSet presAssocID="{D1D10F65-8C36-4800-AD9D-4A75930380A4}" presName="tx1" presStyleLbl="revTx" presStyleIdx="1" presStyleCnt="10"/>
      <dgm:spPr/>
      <dgm:t>
        <a:bodyPr/>
        <a:lstStyle/>
        <a:p>
          <a:endParaRPr lang="es-ES"/>
        </a:p>
      </dgm:t>
    </dgm:pt>
    <dgm:pt modelId="{162AB6D4-F395-4B55-9519-21B610CC0382}" type="pres">
      <dgm:prSet presAssocID="{D1D10F65-8C36-4800-AD9D-4A75930380A4}" presName="vert1" presStyleCnt="0"/>
      <dgm:spPr/>
    </dgm:pt>
    <dgm:pt modelId="{412C8F4B-57E8-4EE2-95F4-7EAB16DF68B6}" type="pres">
      <dgm:prSet presAssocID="{9C0C5B6B-88B0-0644-95CC-DA013289C236}" presName="vertSpace2a" presStyleCnt="0"/>
      <dgm:spPr/>
    </dgm:pt>
    <dgm:pt modelId="{706ACAA7-2B5D-4D39-81AB-5DAABC04EC1D}" type="pres">
      <dgm:prSet presAssocID="{9C0C5B6B-88B0-0644-95CC-DA013289C236}" presName="horz2" presStyleCnt="0"/>
      <dgm:spPr/>
    </dgm:pt>
    <dgm:pt modelId="{3456CDB8-701B-42F1-87C2-C295CD1E48EE}" type="pres">
      <dgm:prSet presAssocID="{9C0C5B6B-88B0-0644-95CC-DA013289C236}" presName="horzSpace2" presStyleCnt="0"/>
      <dgm:spPr/>
    </dgm:pt>
    <dgm:pt modelId="{520D1D2C-1114-41BF-8F7E-61F71B01A781}" type="pres">
      <dgm:prSet presAssocID="{9C0C5B6B-88B0-0644-95CC-DA013289C236}" presName="tx2" presStyleLbl="revTx" presStyleIdx="2" presStyleCnt="10"/>
      <dgm:spPr/>
      <dgm:t>
        <a:bodyPr/>
        <a:lstStyle/>
        <a:p>
          <a:endParaRPr lang="es-ES"/>
        </a:p>
      </dgm:t>
    </dgm:pt>
    <dgm:pt modelId="{D6DDDC7E-F1A5-4153-9143-0972F5C1698F}" type="pres">
      <dgm:prSet presAssocID="{9C0C5B6B-88B0-0644-95CC-DA013289C236}" presName="vert2" presStyleCnt="0"/>
      <dgm:spPr/>
    </dgm:pt>
    <dgm:pt modelId="{0A0EB41C-54BD-4DBD-AE20-1F9966450DC3}" type="pres">
      <dgm:prSet presAssocID="{9C0C5B6B-88B0-0644-95CC-DA013289C236}" presName="thinLine2b" presStyleLbl="callout" presStyleIdx="0" presStyleCnt="7"/>
      <dgm:spPr/>
    </dgm:pt>
    <dgm:pt modelId="{BD1DC2FA-97F1-47D7-B64D-204FB692D739}" type="pres">
      <dgm:prSet presAssocID="{9C0C5B6B-88B0-0644-95CC-DA013289C236}" presName="vertSpace2b" presStyleCnt="0"/>
      <dgm:spPr/>
    </dgm:pt>
    <dgm:pt modelId="{AA817BFD-CFD8-4863-BA21-FE68B817CC3C}" type="pres">
      <dgm:prSet presAssocID="{4D7DCE72-F1C7-3648-B096-B3BF2FA1BA56}" presName="horz2" presStyleCnt="0"/>
      <dgm:spPr/>
    </dgm:pt>
    <dgm:pt modelId="{BD57D683-A942-4221-A2F2-BB0CF711AC57}" type="pres">
      <dgm:prSet presAssocID="{4D7DCE72-F1C7-3648-B096-B3BF2FA1BA56}" presName="horzSpace2" presStyleCnt="0"/>
      <dgm:spPr/>
    </dgm:pt>
    <dgm:pt modelId="{F1E3A902-B27E-4D1E-9D62-838DBF77570E}" type="pres">
      <dgm:prSet presAssocID="{4D7DCE72-F1C7-3648-B096-B3BF2FA1BA56}" presName="tx2" presStyleLbl="revTx" presStyleIdx="3" presStyleCnt="10"/>
      <dgm:spPr/>
      <dgm:t>
        <a:bodyPr/>
        <a:lstStyle/>
        <a:p>
          <a:endParaRPr lang="es-ES"/>
        </a:p>
      </dgm:t>
    </dgm:pt>
    <dgm:pt modelId="{4F138E20-5633-4DCC-BBC2-20DFBFC7868F}" type="pres">
      <dgm:prSet presAssocID="{4D7DCE72-F1C7-3648-B096-B3BF2FA1BA56}" presName="vert2" presStyleCnt="0"/>
      <dgm:spPr/>
    </dgm:pt>
    <dgm:pt modelId="{2B79C5B5-7045-4C8A-A0D3-ED34D320DACE}" type="pres">
      <dgm:prSet presAssocID="{4D7DCE72-F1C7-3648-B096-B3BF2FA1BA56}" presName="thinLine2b" presStyleLbl="callout" presStyleIdx="1" presStyleCnt="7"/>
      <dgm:spPr/>
    </dgm:pt>
    <dgm:pt modelId="{8C3B0260-807F-409D-975C-EBFF816514C3}" type="pres">
      <dgm:prSet presAssocID="{4D7DCE72-F1C7-3648-B096-B3BF2FA1BA56}" presName="vertSpace2b" presStyleCnt="0"/>
      <dgm:spPr/>
    </dgm:pt>
    <dgm:pt modelId="{DCC37064-A6D2-4A55-A252-3829429045E5}" type="pres">
      <dgm:prSet presAssocID="{EA05A323-1CD6-E844-BD1C-19A2225C0340}" presName="horz2" presStyleCnt="0"/>
      <dgm:spPr/>
    </dgm:pt>
    <dgm:pt modelId="{AF620EF4-9246-40B0-95DD-0F97FD557889}" type="pres">
      <dgm:prSet presAssocID="{EA05A323-1CD6-E844-BD1C-19A2225C0340}" presName="horzSpace2" presStyleCnt="0"/>
      <dgm:spPr/>
    </dgm:pt>
    <dgm:pt modelId="{821592CB-BF1E-40A4-88FF-532C668728A8}" type="pres">
      <dgm:prSet presAssocID="{EA05A323-1CD6-E844-BD1C-19A2225C0340}" presName="tx2" presStyleLbl="revTx" presStyleIdx="4" presStyleCnt="10"/>
      <dgm:spPr/>
      <dgm:t>
        <a:bodyPr/>
        <a:lstStyle/>
        <a:p>
          <a:endParaRPr lang="es-ES"/>
        </a:p>
      </dgm:t>
    </dgm:pt>
    <dgm:pt modelId="{4A2BC687-FFD6-4EBF-9A58-5F5A5936D128}" type="pres">
      <dgm:prSet presAssocID="{EA05A323-1CD6-E844-BD1C-19A2225C0340}" presName="vert2" presStyleCnt="0"/>
      <dgm:spPr/>
    </dgm:pt>
    <dgm:pt modelId="{AFB2C275-AEA0-46EA-8FAC-DEEB17253C42}" type="pres">
      <dgm:prSet presAssocID="{EA05A323-1CD6-E844-BD1C-19A2225C0340}" presName="thinLine2b" presStyleLbl="callout" presStyleIdx="2" presStyleCnt="7"/>
      <dgm:spPr/>
    </dgm:pt>
    <dgm:pt modelId="{B63F60B4-89E7-4E26-9559-C63693EDEACE}" type="pres">
      <dgm:prSet presAssocID="{EA05A323-1CD6-E844-BD1C-19A2225C0340}" presName="vertSpace2b" presStyleCnt="0"/>
      <dgm:spPr/>
    </dgm:pt>
    <dgm:pt modelId="{B2F277F3-7CF1-994E-B28A-0B3155C31199}" type="pres">
      <dgm:prSet presAssocID="{A00DC1EC-B999-A640-8654-4E50ABDDE020}" presName="thickLine" presStyleLbl="alignNode1" presStyleIdx="2" presStyleCnt="3"/>
      <dgm:spPr/>
    </dgm:pt>
    <dgm:pt modelId="{0C40495D-3188-9E48-A89E-F64BB2F461F5}" type="pres">
      <dgm:prSet presAssocID="{A00DC1EC-B999-A640-8654-4E50ABDDE020}" presName="horz1" presStyleCnt="0"/>
      <dgm:spPr/>
    </dgm:pt>
    <dgm:pt modelId="{9891002C-403A-A043-B663-E6FEB51C2557}" type="pres">
      <dgm:prSet presAssocID="{A00DC1EC-B999-A640-8654-4E50ABDDE020}" presName="tx1" presStyleLbl="revTx" presStyleIdx="5" presStyleCnt="10"/>
      <dgm:spPr/>
      <dgm:t>
        <a:bodyPr/>
        <a:lstStyle/>
        <a:p>
          <a:endParaRPr lang="es-ES"/>
        </a:p>
      </dgm:t>
    </dgm:pt>
    <dgm:pt modelId="{84783DB1-8E64-8549-92F0-B23833CEE8B0}" type="pres">
      <dgm:prSet presAssocID="{A00DC1EC-B999-A640-8654-4E50ABDDE020}" presName="vert1" presStyleCnt="0"/>
      <dgm:spPr/>
    </dgm:pt>
    <dgm:pt modelId="{7639A2F8-0310-4BED-B4BD-EAB6A5C40B77}" type="pres">
      <dgm:prSet presAssocID="{C067AB59-C7C5-C74B-8B60-2FA743781E39}" presName="vertSpace2a" presStyleCnt="0"/>
      <dgm:spPr/>
    </dgm:pt>
    <dgm:pt modelId="{6A69390F-9BF9-4ABA-8159-EAF93506C37D}" type="pres">
      <dgm:prSet presAssocID="{C067AB59-C7C5-C74B-8B60-2FA743781E39}" presName="horz2" presStyleCnt="0"/>
      <dgm:spPr/>
    </dgm:pt>
    <dgm:pt modelId="{80389192-84FD-488B-A175-87A5FB0572BA}" type="pres">
      <dgm:prSet presAssocID="{C067AB59-C7C5-C74B-8B60-2FA743781E39}" presName="horzSpace2" presStyleCnt="0"/>
      <dgm:spPr/>
    </dgm:pt>
    <dgm:pt modelId="{CECABC1D-D0D2-4346-AB17-5BDF3AE0B320}" type="pres">
      <dgm:prSet presAssocID="{C067AB59-C7C5-C74B-8B60-2FA743781E39}" presName="tx2" presStyleLbl="revTx" presStyleIdx="6" presStyleCnt="10"/>
      <dgm:spPr/>
      <dgm:t>
        <a:bodyPr/>
        <a:lstStyle/>
        <a:p>
          <a:endParaRPr lang="es-ES"/>
        </a:p>
      </dgm:t>
    </dgm:pt>
    <dgm:pt modelId="{C56FE37B-F98C-4D15-95CF-6DC56554B5B4}" type="pres">
      <dgm:prSet presAssocID="{C067AB59-C7C5-C74B-8B60-2FA743781E39}" presName="vert2" presStyleCnt="0"/>
      <dgm:spPr/>
    </dgm:pt>
    <dgm:pt modelId="{5D84D3DB-F553-4712-A813-E34BD39795E9}" type="pres">
      <dgm:prSet presAssocID="{C067AB59-C7C5-C74B-8B60-2FA743781E39}" presName="thinLine2b" presStyleLbl="callout" presStyleIdx="3" presStyleCnt="7"/>
      <dgm:spPr/>
    </dgm:pt>
    <dgm:pt modelId="{2128B8DA-3804-468D-B525-5F0093F85BA2}" type="pres">
      <dgm:prSet presAssocID="{C067AB59-C7C5-C74B-8B60-2FA743781E39}" presName="vertSpace2b" presStyleCnt="0"/>
      <dgm:spPr/>
    </dgm:pt>
    <dgm:pt modelId="{4F42B568-F39A-4181-8658-EC1C2143BBA0}" type="pres">
      <dgm:prSet presAssocID="{D206AD7D-6FCF-BA4A-A881-D49C0A782FC3}" presName="horz2" presStyleCnt="0"/>
      <dgm:spPr/>
    </dgm:pt>
    <dgm:pt modelId="{4F8359BF-8C47-4A90-A343-AF5BDC5F9DE8}" type="pres">
      <dgm:prSet presAssocID="{D206AD7D-6FCF-BA4A-A881-D49C0A782FC3}" presName="horzSpace2" presStyleCnt="0"/>
      <dgm:spPr/>
    </dgm:pt>
    <dgm:pt modelId="{70B24025-E2C6-417F-99E1-3AE2064C772D}" type="pres">
      <dgm:prSet presAssocID="{D206AD7D-6FCF-BA4A-A881-D49C0A782FC3}" presName="tx2" presStyleLbl="revTx" presStyleIdx="7" presStyleCnt="10"/>
      <dgm:spPr/>
      <dgm:t>
        <a:bodyPr/>
        <a:lstStyle/>
        <a:p>
          <a:endParaRPr lang="es-ES"/>
        </a:p>
      </dgm:t>
    </dgm:pt>
    <dgm:pt modelId="{7CEB9B09-60D8-4882-A2D8-38EF68D5C19F}" type="pres">
      <dgm:prSet presAssocID="{D206AD7D-6FCF-BA4A-A881-D49C0A782FC3}" presName="vert2" presStyleCnt="0"/>
      <dgm:spPr/>
    </dgm:pt>
    <dgm:pt modelId="{5E350EE4-2D6A-4A16-A0FE-9FACA9074727}" type="pres">
      <dgm:prSet presAssocID="{D206AD7D-6FCF-BA4A-A881-D49C0A782FC3}" presName="thinLine2b" presStyleLbl="callout" presStyleIdx="4" presStyleCnt="7"/>
      <dgm:spPr/>
    </dgm:pt>
    <dgm:pt modelId="{9BB5AFB5-07F7-4132-85A2-44E6D0516C88}" type="pres">
      <dgm:prSet presAssocID="{D206AD7D-6FCF-BA4A-A881-D49C0A782FC3}" presName="vertSpace2b" presStyleCnt="0"/>
      <dgm:spPr/>
    </dgm:pt>
    <dgm:pt modelId="{CFD8E1A3-90D3-46A8-AE85-EB36E0237BB5}" type="pres">
      <dgm:prSet presAssocID="{3440283F-7B94-41E1-A678-109BA5967928}" presName="horz2" presStyleCnt="0"/>
      <dgm:spPr/>
    </dgm:pt>
    <dgm:pt modelId="{274EF02C-7D1A-409B-A859-EE71E535A688}" type="pres">
      <dgm:prSet presAssocID="{3440283F-7B94-41E1-A678-109BA5967928}" presName="horzSpace2" presStyleCnt="0"/>
      <dgm:spPr/>
    </dgm:pt>
    <dgm:pt modelId="{1AB85A7C-0FFD-4546-B83C-987E91EDF1C9}" type="pres">
      <dgm:prSet presAssocID="{3440283F-7B94-41E1-A678-109BA5967928}" presName="tx2" presStyleLbl="revTx" presStyleIdx="8" presStyleCnt="10"/>
      <dgm:spPr/>
      <dgm:t>
        <a:bodyPr/>
        <a:lstStyle/>
        <a:p>
          <a:endParaRPr lang="es-ES"/>
        </a:p>
      </dgm:t>
    </dgm:pt>
    <dgm:pt modelId="{6F7BAE7F-F22E-4343-8455-8D1D04AE6291}" type="pres">
      <dgm:prSet presAssocID="{3440283F-7B94-41E1-A678-109BA5967928}" presName="vert2" presStyleCnt="0"/>
      <dgm:spPr/>
    </dgm:pt>
    <dgm:pt modelId="{DF72560F-E95F-423D-A8FF-AAE8DAA00A74}" type="pres">
      <dgm:prSet presAssocID="{3440283F-7B94-41E1-A678-109BA5967928}" presName="thinLine2b" presStyleLbl="callout" presStyleIdx="5" presStyleCnt="7"/>
      <dgm:spPr/>
    </dgm:pt>
    <dgm:pt modelId="{D8D1CF1A-EF09-4022-8D03-FD002D4FE754}" type="pres">
      <dgm:prSet presAssocID="{3440283F-7B94-41E1-A678-109BA5967928}" presName="vertSpace2b" presStyleCnt="0"/>
      <dgm:spPr/>
    </dgm:pt>
    <dgm:pt modelId="{00451E5C-D19E-4AC4-8C6F-60950BA475F2}" type="pres">
      <dgm:prSet presAssocID="{5B536FDF-F2F3-4D05-AF9A-89E79C92380B}" presName="horz2" presStyleCnt="0"/>
      <dgm:spPr/>
    </dgm:pt>
    <dgm:pt modelId="{3C367370-E70B-40CC-9DCF-3FC0C33EDE1B}" type="pres">
      <dgm:prSet presAssocID="{5B536FDF-F2F3-4D05-AF9A-89E79C92380B}" presName="horzSpace2" presStyleCnt="0"/>
      <dgm:spPr/>
    </dgm:pt>
    <dgm:pt modelId="{EDBBCE88-88E0-4C06-BA01-B4EFB6C685E1}" type="pres">
      <dgm:prSet presAssocID="{5B536FDF-F2F3-4D05-AF9A-89E79C92380B}" presName="tx2" presStyleLbl="revTx" presStyleIdx="9" presStyleCnt="10"/>
      <dgm:spPr/>
      <dgm:t>
        <a:bodyPr/>
        <a:lstStyle/>
        <a:p>
          <a:endParaRPr lang="es-ES"/>
        </a:p>
      </dgm:t>
    </dgm:pt>
    <dgm:pt modelId="{5EA7847F-7A65-4DE6-AFB0-0784772E4EA1}" type="pres">
      <dgm:prSet presAssocID="{5B536FDF-F2F3-4D05-AF9A-89E79C92380B}" presName="vert2" presStyleCnt="0"/>
      <dgm:spPr/>
    </dgm:pt>
    <dgm:pt modelId="{22FFB06E-FF71-449B-9AA1-BDA4A6D85DF8}" type="pres">
      <dgm:prSet presAssocID="{5B536FDF-F2F3-4D05-AF9A-89E79C92380B}" presName="thinLine2b" presStyleLbl="callout" presStyleIdx="6" presStyleCnt="7"/>
      <dgm:spPr/>
    </dgm:pt>
    <dgm:pt modelId="{D29BEB5B-2E19-4BA8-823B-ABEF6ECE6E88}" type="pres">
      <dgm:prSet presAssocID="{5B536FDF-F2F3-4D05-AF9A-89E79C92380B}" presName="vertSpace2b" presStyleCnt="0"/>
      <dgm:spPr/>
    </dgm:pt>
  </dgm:ptLst>
  <dgm:cxnLst>
    <dgm:cxn modelId="{2B3AB939-F741-4B55-BCEC-AC60F4C0DC14}" srcId="{A00DC1EC-B999-A640-8654-4E50ABDDE020}" destId="{3440283F-7B94-41E1-A678-109BA5967928}" srcOrd="2" destOrd="0" parTransId="{620191C0-423A-4FE9-A4F1-5C5D36C0C76E}" sibTransId="{23C99D01-59D4-4C59-997C-A7CC57B9FF58}"/>
    <dgm:cxn modelId="{86483C35-5CC9-483D-88F8-944DF38F5C0A}" type="presOf" srcId="{5B536FDF-F2F3-4D05-AF9A-89E79C92380B}" destId="{EDBBCE88-88E0-4C06-BA01-B4EFB6C685E1}" srcOrd="0" destOrd="0" presId="urn:microsoft.com/office/officeart/2008/layout/LinedList"/>
    <dgm:cxn modelId="{03B11B93-6587-47F1-AE66-3553F2D08E17}" type="presOf" srcId="{D1D10F65-8C36-4800-AD9D-4A75930380A4}" destId="{792A15AE-68CB-4B5E-A488-D8B2430819E0}" srcOrd="0" destOrd="0" presId="urn:microsoft.com/office/officeart/2008/layout/LinedList"/>
    <dgm:cxn modelId="{DBA51B96-2BDF-C04D-8EE9-74101BC05F2E}" srcId="{A00DC1EC-B999-A640-8654-4E50ABDDE020}" destId="{D206AD7D-6FCF-BA4A-A881-D49C0A782FC3}" srcOrd="1" destOrd="0" parTransId="{2FAF4929-896A-4142-A9D4-FCF51F2A7AA6}" sibTransId="{948F4234-2DCD-C24A-ABA8-79BDA4601848}"/>
    <dgm:cxn modelId="{B913582A-C51A-7948-8CD7-0EAADAC6E1E7}" srcId="{D1D10F65-8C36-4800-AD9D-4A75930380A4}" destId="{9C0C5B6B-88B0-0644-95CC-DA013289C236}" srcOrd="0" destOrd="0" parTransId="{B8FBE750-BA08-3745-BDB2-8DE244854305}" sibTransId="{7720ED4A-2659-4441-8B8A-B12AAECACA03}"/>
    <dgm:cxn modelId="{CF8D8A31-A9DA-41E2-9A0F-55FA0161CF38}" type="presOf" srcId="{C3CE8D9A-2F5F-E04C-AF81-B61DA3187B58}" destId="{A4615577-DB07-0E46-BAD9-752076C1E8EB}" srcOrd="0" destOrd="0" presId="urn:microsoft.com/office/officeart/2008/layout/LinedList"/>
    <dgm:cxn modelId="{CF98FE45-4D98-4D18-8F02-CED971133A2A}" type="presOf" srcId="{C067AB59-C7C5-C74B-8B60-2FA743781E39}" destId="{CECABC1D-D0D2-4346-AB17-5BDF3AE0B320}" srcOrd="0" destOrd="0" presId="urn:microsoft.com/office/officeart/2008/layout/LinedList"/>
    <dgm:cxn modelId="{170E0A80-D936-D547-94C5-570AC1082D21}" srcId="{D1D10F65-8C36-4800-AD9D-4A75930380A4}" destId="{EA05A323-1CD6-E844-BD1C-19A2225C0340}" srcOrd="2" destOrd="0" parTransId="{30E5782B-3D30-E84E-8B09-5F18CE4DBC15}" sibTransId="{A735D71C-2096-F344-B726-857D36F14FEB}"/>
    <dgm:cxn modelId="{7D1D3080-7900-4CC4-B4C0-BD39D5B7C3EE}" srcId="{C3CE8D9A-2F5F-E04C-AF81-B61DA3187B58}" destId="{D1D10F65-8C36-4800-AD9D-4A75930380A4}" srcOrd="1" destOrd="0" parTransId="{90F18EEC-639F-4363-B4CF-89223F0F6C38}" sibTransId="{99324C82-0C51-4B8E-B7FB-AB0EDB6CDB40}"/>
    <dgm:cxn modelId="{A6D8CB4F-A1A9-2F46-90C6-E855915DE40A}" srcId="{C3CE8D9A-2F5F-E04C-AF81-B61DA3187B58}" destId="{2D50EED0-437B-1441-8B3B-81295EA238A9}" srcOrd="0" destOrd="0" parTransId="{A6EDC655-C7CF-5442-9A95-DD52945DD4C2}" sibTransId="{12B35025-375E-9C48-AEA1-E8FB9BD8A8AD}"/>
    <dgm:cxn modelId="{16E64914-015F-448B-A037-2E7DB991F267}" type="presOf" srcId="{9C0C5B6B-88B0-0644-95CC-DA013289C236}" destId="{520D1D2C-1114-41BF-8F7E-61F71B01A781}" srcOrd="0" destOrd="0" presId="urn:microsoft.com/office/officeart/2008/layout/LinedList"/>
    <dgm:cxn modelId="{10D5F604-B010-4905-928D-128DC07016ED}" type="presOf" srcId="{2D50EED0-437B-1441-8B3B-81295EA238A9}" destId="{0FAAA673-A6AE-2E48-9396-AEC5BB305A0E}" srcOrd="0" destOrd="0" presId="urn:microsoft.com/office/officeart/2008/layout/LinedList"/>
    <dgm:cxn modelId="{3DE753C6-6EE6-46F8-B09F-B149ADE7D368}" type="presOf" srcId="{4D7DCE72-F1C7-3648-B096-B3BF2FA1BA56}" destId="{F1E3A902-B27E-4D1E-9D62-838DBF77570E}" srcOrd="0" destOrd="0" presId="urn:microsoft.com/office/officeart/2008/layout/LinedList"/>
    <dgm:cxn modelId="{FA015F84-3A27-6341-B5E5-5AAABF15FCA7}" srcId="{A00DC1EC-B999-A640-8654-4E50ABDDE020}" destId="{C067AB59-C7C5-C74B-8B60-2FA743781E39}" srcOrd="0" destOrd="0" parTransId="{E4F708B6-A4DC-E54B-965A-6A91932F4F21}" sibTransId="{07AED4AD-A571-FA4C-8F60-2811AAEB8399}"/>
    <dgm:cxn modelId="{366F432C-1A26-4011-8836-F1CB5F23632D}" srcId="{A00DC1EC-B999-A640-8654-4E50ABDDE020}" destId="{5B536FDF-F2F3-4D05-AF9A-89E79C92380B}" srcOrd="3" destOrd="0" parTransId="{56E7C592-F553-41EA-A0F8-EBF440BF702D}" sibTransId="{3DAEA229-1474-4E45-A55F-BA78088D2142}"/>
    <dgm:cxn modelId="{09B3B3CE-8F5C-4F54-B2D0-7C0C243FD45F}" type="presOf" srcId="{A00DC1EC-B999-A640-8654-4E50ABDDE020}" destId="{9891002C-403A-A043-B663-E6FEB51C2557}" srcOrd="0" destOrd="0" presId="urn:microsoft.com/office/officeart/2008/layout/LinedList"/>
    <dgm:cxn modelId="{55CA817A-B1CE-4DC1-9633-DF8C4D410053}" type="presOf" srcId="{EA05A323-1CD6-E844-BD1C-19A2225C0340}" destId="{821592CB-BF1E-40A4-88FF-532C668728A8}" srcOrd="0" destOrd="0" presId="urn:microsoft.com/office/officeart/2008/layout/LinedList"/>
    <dgm:cxn modelId="{EC21B124-AFB1-4F5E-BBAA-ACE5AA8D00CC}" type="presOf" srcId="{3440283F-7B94-41E1-A678-109BA5967928}" destId="{1AB85A7C-0FFD-4546-B83C-987E91EDF1C9}" srcOrd="0" destOrd="0" presId="urn:microsoft.com/office/officeart/2008/layout/LinedList"/>
    <dgm:cxn modelId="{C5111A31-01D4-46C8-A103-D56B9ADA3035}" type="presOf" srcId="{D206AD7D-6FCF-BA4A-A881-D49C0A782FC3}" destId="{70B24025-E2C6-417F-99E1-3AE2064C772D}" srcOrd="0" destOrd="0" presId="urn:microsoft.com/office/officeart/2008/layout/LinedList"/>
    <dgm:cxn modelId="{C36FE991-C046-254D-B645-ED7CD9E49D91}" srcId="{C3CE8D9A-2F5F-E04C-AF81-B61DA3187B58}" destId="{A00DC1EC-B999-A640-8654-4E50ABDDE020}" srcOrd="2" destOrd="0" parTransId="{C1FC985A-8FE8-944A-89F3-975B9C62D138}" sibTransId="{48BA50DD-A1B0-B142-8134-1733EC7E096A}"/>
    <dgm:cxn modelId="{CEF75630-A106-2C4A-813E-06273EBC269D}" srcId="{D1D10F65-8C36-4800-AD9D-4A75930380A4}" destId="{4D7DCE72-F1C7-3648-B096-B3BF2FA1BA56}" srcOrd="1" destOrd="0" parTransId="{4130B51B-54F0-CE46-A291-A4358F1F6F5A}" sibTransId="{44AA0FEF-23B0-9044-91B0-9D01CCB0457B}"/>
    <dgm:cxn modelId="{81B71852-B6B2-4F9F-9F41-7EB5D3EB9DBD}" type="presParOf" srcId="{A4615577-DB07-0E46-BAD9-752076C1E8EB}" destId="{A70494F9-BBC6-9B4D-ABE0-28B7062A7EEA}" srcOrd="0" destOrd="0" presId="urn:microsoft.com/office/officeart/2008/layout/LinedList"/>
    <dgm:cxn modelId="{189A31EC-92B5-496F-B1B6-8B572ED8F392}" type="presParOf" srcId="{A4615577-DB07-0E46-BAD9-752076C1E8EB}" destId="{4DE94855-2BF1-EB40-B090-FE0F9B4B301E}" srcOrd="1" destOrd="0" presId="urn:microsoft.com/office/officeart/2008/layout/LinedList"/>
    <dgm:cxn modelId="{7DC5001D-879F-4DB9-970E-B2059AE0B955}" type="presParOf" srcId="{4DE94855-2BF1-EB40-B090-FE0F9B4B301E}" destId="{0FAAA673-A6AE-2E48-9396-AEC5BB305A0E}" srcOrd="0" destOrd="0" presId="urn:microsoft.com/office/officeart/2008/layout/LinedList"/>
    <dgm:cxn modelId="{C3CF7A00-9699-4396-ADE6-520B75852477}" type="presParOf" srcId="{4DE94855-2BF1-EB40-B090-FE0F9B4B301E}" destId="{4D92E349-5F1C-414C-955E-416A7CFBF9E9}" srcOrd="1" destOrd="0" presId="urn:microsoft.com/office/officeart/2008/layout/LinedList"/>
    <dgm:cxn modelId="{83ACD113-4F15-4A41-81C9-408E306433C5}" type="presParOf" srcId="{A4615577-DB07-0E46-BAD9-752076C1E8EB}" destId="{4324E71C-51E4-4FFA-9638-472734009553}" srcOrd="2" destOrd="0" presId="urn:microsoft.com/office/officeart/2008/layout/LinedList"/>
    <dgm:cxn modelId="{76D9D08C-6750-464F-84A3-AFDC6B281496}" type="presParOf" srcId="{A4615577-DB07-0E46-BAD9-752076C1E8EB}" destId="{35D4AF3C-4879-491B-8004-F3B88F6D9FB5}" srcOrd="3" destOrd="0" presId="urn:microsoft.com/office/officeart/2008/layout/LinedList"/>
    <dgm:cxn modelId="{55792E65-1FB8-42C2-8061-90082FEB0CD6}" type="presParOf" srcId="{35D4AF3C-4879-491B-8004-F3B88F6D9FB5}" destId="{792A15AE-68CB-4B5E-A488-D8B2430819E0}" srcOrd="0" destOrd="0" presId="urn:microsoft.com/office/officeart/2008/layout/LinedList"/>
    <dgm:cxn modelId="{C2C87286-B6E6-4297-A474-EED4A836414D}" type="presParOf" srcId="{35D4AF3C-4879-491B-8004-F3B88F6D9FB5}" destId="{162AB6D4-F395-4B55-9519-21B610CC0382}" srcOrd="1" destOrd="0" presId="urn:microsoft.com/office/officeart/2008/layout/LinedList"/>
    <dgm:cxn modelId="{1DD8F4A7-F118-444E-B478-DE74DA865107}" type="presParOf" srcId="{162AB6D4-F395-4B55-9519-21B610CC0382}" destId="{412C8F4B-57E8-4EE2-95F4-7EAB16DF68B6}" srcOrd="0" destOrd="0" presId="urn:microsoft.com/office/officeart/2008/layout/LinedList"/>
    <dgm:cxn modelId="{292B9908-F8FD-471E-9479-7432B6B32CC9}" type="presParOf" srcId="{162AB6D4-F395-4B55-9519-21B610CC0382}" destId="{706ACAA7-2B5D-4D39-81AB-5DAABC04EC1D}" srcOrd="1" destOrd="0" presId="urn:microsoft.com/office/officeart/2008/layout/LinedList"/>
    <dgm:cxn modelId="{7448BD50-046A-40CA-BFE1-F2E9BF32E0B7}" type="presParOf" srcId="{706ACAA7-2B5D-4D39-81AB-5DAABC04EC1D}" destId="{3456CDB8-701B-42F1-87C2-C295CD1E48EE}" srcOrd="0" destOrd="0" presId="urn:microsoft.com/office/officeart/2008/layout/LinedList"/>
    <dgm:cxn modelId="{4FA3CD58-BEE8-48F9-ACEF-A3883E6A2D30}" type="presParOf" srcId="{706ACAA7-2B5D-4D39-81AB-5DAABC04EC1D}" destId="{520D1D2C-1114-41BF-8F7E-61F71B01A781}" srcOrd="1" destOrd="0" presId="urn:microsoft.com/office/officeart/2008/layout/LinedList"/>
    <dgm:cxn modelId="{A8CAE9A3-3913-4E0C-9CFF-7FA14DD5963C}" type="presParOf" srcId="{706ACAA7-2B5D-4D39-81AB-5DAABC04EC1D}" destId="{D6DDDC7E-F1A5-4153-9143-0972F5C1698F}" srcOrd="2" destOrd="0" presId="urn:microsoft.com/office/officeart/2008/layout/LinedList"/>
    <dgm:cxn modelId="{629FC114-680B-41D5-9F37-3ED7032FA903}" type="presParOf" srcId="{162AB6D4-F395-4B55-9519-21B610CC0382}" destId="{0A0EB41C-54BD-4DBD-AE20-1F9966450DC3}" srcOrd="2" destOrd="0" presId="urn:microsoft.com/office/officeart/2008/layout/LinedList"/>
    <dgm:cxn modelId="{336AE935-5228-4EEE-AA12-F3AC185C4967}" type="presParOf" srcId="{162AB6D4-F395-4B55-9519-21B610CC0382}" destId="{BD1DC2FA-97F1-47D7-B64D-204FB692D739}" srcOrd="3" destOrd="0" presId="urn:microsoft.com/office/officeart/2008/layout/LinedList"/>
    <dgm:cxn modelId="{9F883374-A611-493D-ADDA-22369150C450}" type="presParOf" srcId="{162AB6D4-F395-4B55-9519-21B610CC0382}" destId="{AA817BFD-CFD8-4863-BA21-FE68B817CC3C}" srcOrd="4" destOrd="0" presId="urn:microsoft.com/office/officeart/2008/layout/LinedList"/>
    <dgm:cxn modelId="{9FB33E9E-A660-49BA-AB4C-AEF737D73B1C}" type="presParOf" srcId="{AA817BFD-CFD8-4863-BA21-FE68B817CC3C}" destId="{BD57D683-A942-4221-A2F2-BB0CF711AC57}" srcOrd="0" destOrd="0" presId="urn:microsoft.com/office/officeart/2008/layout/LinedList"/>
    <dgm:cxn modelId="{D4E9E7F0-1110-4F80-90FE-9DA0D44C3A29}" type="presParOf" srcId="{AA817BFD-CFD8-4863-BA21-FE68B817CC3C}" destId="{F1E3A902-B27E-4D1E-9D62-838DBF77570E}" srcOrd="1" destOrd="0" presId="urn:microsoft.com/office/officeart/2008/layout/LinedList"/>
    <dgm:cxn modelId="{4E7B94F3-784B-4AA6-93EC-B51002471995}" type="presParOf" srcId="{AA817BFD-CFD8-4863-BA21-FE68B817CC3C}" destId="{4F138E20-5633-4DCC-BBC2-20DFBFC7868F}" srcOrd="2" destOrd="0" presId="urn:microsoft.com/office/officeart/2008/layout/LinedList"/>
    <dgm:cxn modelId="{381F134A-5113-431C-BB00-E00ACD7F8800}" type="presParOf" srcId="{162AB6D4-F395-4B55-9519-21B610CC0382}" destId="{2B79C5B5-7045-4C8A-A0D3-ED34D320DACE}" srcOrd="5" destOrd="0" presId="urn:microsoft.com/office/officeart/2008/layout/LinedList"/>
    <dgm:cxn modelId="{4688859F-3033-49F6-8D7B-EE914166B070}" type="presParOf" srcId="{162AB6D4-F395-4B55-9519-21B610CC0382}" destId="{8C3B0260-807F-409D-975C-EBFF816514C3}" srcOrd="6" destOrd="0" presId="urn:microsoft.com/office/officeart/2008/layout/LinedList"/>
    <dgm:cxn modelId="{D2B19BE7-FC9C-45F8-BF31-EE5C73C5A526}" type="presParOf" srcId="{162AB6D4-F395-4B55-9519-21B610CC0382}" destId="{DCC37064-A6D2-4A55-A252-3829429045E5}" srcOrd="7" destOrd="0" presId="urn:microsoft.com/office/officeart/2008/layout/LinedList"/>
    <dgm:cxn modelId="{634876FD-DB05-450B-A2B5-E30506AE5510}" type="presParOf" srcId="{DCC37064-A6D2-4A55-A252-3829429045E5}" destId="{AF620EF4-9246-40B0-95DD-0F97FD557889}" srcOrd="0" destOrd="0" presId="urn:microsoft.com/office/officeart/2008/layout/LinedList"/>
    <dgm:cxn modelId="{D10CE408-972A-49B6-98CA-A7A5CF89FF2A}" type="presParOf" srcId="{DCC37064-A6D2-4A55-A252-3829429045E5}" destId="{821592CB-BF1E-40A4-88FF-532C668728A8}" srcOrd="1" destOrd="0" presId="urn:microsoft.com/office/officeart/2008/layout/LinedList"/>
    <dgm:cxn modelId="{89A98A69-D206-4413-919C-44459C843F06}" type="presParOf" srcId="{DCC37064-A6D2-4A55-A252-3829429045E5}" destId="{4A2BC687-FFD6-4EBF-9A58-5F5A5936D128}" srcOrd="2" destOrd="0" presId="urn:microsoft.com/office/officeart/2008/layout/LinedList"/>
    <dgm:cxn modelId="{6E6C462B-EA96-49D9-A94C-4BE62B2384B3}" type="presParOf" srcId="{162AB6D4-F395-4B55-9519-21B610CC0382}" destId="{AFB2C275-AEA0-46EA-8FAC-DEEB17253C42}" srcOrd="8" destOrd="0" presId="urn:microsoft.com/office/officeart/2008/layout/LinedList"/>
    <dgm:cxn modelId="{9EF1269C-8746-4E3E-9854-AB642DD04A6A}" type="presParOf" srcId="{162AB6D4-F395-4B55-9519-21B610CC0382}" destId="{B63F60B4-89E7-4E26-9559-C63693EDEACE}" srcOrd="9" destOrd="0" presId="urn:microsoft.com/office/officeart/2008/layout/LinedList"/>
    <dgm:cxn modelId="{6C9FD6F2-1E55-4164-9DA3-6AF2855541E2}" type="presParOf" srcId="{A4615577-DB07-0E46-BAD9-752076C1E8EB}" destId="{B2F277F3-7CF1-994E-B28A-0B3155C31199}" srcOrd="4" destOrd="0" presId="urn:microsoft.com/office/officeart/2008/layout/LinedList"/>
    <dgm:cxn modelId="{2F6E07A2-828D-4279-85B4-31D59E772192}" type="presParOf" srcId="{A4615577-DB07-0E46-BAD9-752076C1E8EB}" destId="{0C40495D-3188-9E48-A89E-F64BB2F461F5}" srcOrd="5" destOrd="0" presId="urn:microsoft.com/office/officeart/2008/layout/LinedList"/>
    <dgm:cxn modelId="{86F6830E-2B55-4C84-942A-1FB9B9C35BC9}" type="presParOf" srcId="{0C40495D-3188-9E48-A89E-F64BB2F461F5}" destId="{9891002C-403A-A043-B663-E6FEB51C2557}" srcOrd="0" destOrd="0" presId="urn:microsoft.com/office/officeart/2008/layout/LinedList"/>
    <dgm:cxn modelId="{9E92B894-A4D5-4166-ADEC-E7B11C57F794}" type="presParOf" srcId="{0C40495D-3188-9E48-A89E-F64BB2F461F5}" destId="{84783DB1-8E64-8549-92F0-B23833CEE8B0}" srcOrd="1" destOrd="0" presId="urn:microsoft.com/office/officeart/2008/layout/LinedList"/>
    <dgm:cxn modelId="{321E9857-0CC6-4B75-8099-A0D6AF7D36CA}" type="presParOf" srcId="{84783DB1-8E64-8549-92F0-B23833CEE8B0}" destId="{7639A2F8-0310-4BED-B4BD-EAB6A5C40B77}" srcOrd="0" destOrd="0" presId="urn:microsoft.com/office/officeart/2008/layout/LinedList"/>
    <dgm:cxn modelId="{F452403E-8587-40AA-A233-85D7E201349D}" type="presParOf" srcId="{84783DB1-8E64-8549-92F0-B23833CEE8B0}" destId="{6A69390F-9BF9-4ABA-8159-EAF93506C37D}" srcOrd="1" destOrd="0" presId="urn:microsoft.com/office/officeart/2008/layout/LinedList"/>
    <dgm:cxn modelId="{5869CAE4-8E5E-497C-B1D1-955E3F9D6B6D}" type="presParOf" srcId="{6A69390F-9BF9-4ABA-8159-EAF93506C37D}" destId="{80389192-84FD-488B-A175-87A5FB0572BA}" srcOrd="0" destOrd="0" presId="urn:microsoft.com/office/officeart/2008/layout/LinedList"/>
    <dgm:cxn modelId="{84B1A1D9-9522-4CD4-9588-0672F5CE4DE0}" type="presParOf" srcId="{6A69390F-9BF9-4ABA-8159-EAF93506C37D}" destId="{CECABC1D-D0D2-4346-AB17-5BDF3AE0B320}" srcOrd="1" destOrd="0" presId="urn:microsoft.com/office/officeart/2008/layout/LinedList"/>
    <dgm:cxn modelId="{5091D82D-198F-4A6F-BFCC-09FF49001099}" type="presParOf" srcId="{6A69390F-9BF9-4ABA-8159-EAF93506C37D}" destId="{C56FE37B-F98C-4D15-95CF-6DC56554B5B4}" srcOrd="2" destOrd="0" presId="urn:microsoft.com/office/officeart/2008/layout/LinedList"/>
    <dgm:cxn modelId="{0384C1DA-7363-4B8F-A158-07F9FD3F4753}" type="presParOf" srcId="{84783DB1-8E64-8549-92F0-B23833CEE8B0}" destId="{5D84D3DB-F553-4712-A813-E34BD39795E9}" srcOrd="2" destOrd="0" presId="urn:microsoft.com/office/officeart/2008/layout/LinedList"/>
    <dgm:cxn modelId="{FCF829EE-495A-4FBF-9F59-2A5DE17B546A}" type="presParOf" srcId="{84783DB1-8E64-8549-92F0-B23833CEE8B0}" destId="{2128B8DA-3804-468D-B525-5F0093F85BA2}" srcOrd="3" destOrd="0" presId="urn:microsoft.com/office/officeart/2008/layout/LinedList"/>
    <dgm:cxn modelId="{3A8CDB31-84FF-48B3-A224-3D2EAD981890}" type="presParOf" srcId="{84783DB1-8E64-8549-92F0-B23833CEE8B0}" destId="{4F42B568-F39A-4181-8658-EC1C2143BBA0}" srcOrd="4" destOrd="0" presId="urn:microsoft.com/office/officeart/2008/layout/LinedList"/>
    <dgm:cxn modelId="{90C96265-8637-4428-8F88-E4104850E5E4}" type="presParOf" srcId="{4F42B568-F39A-4181-8658-EC1C2143BBA0}" destId="{4F8359BF-8C47-4A90-A343-AF5BDC5F9DE8}" srcOrd="0" destOrd="0" presId="urn:microsoft.com/office/officeart/2008/layout/LinedList"/>
    <dgm:cxn modelId="{E99DB9BC-CA13-46E7-826C-A3E5262EE8AA}" type="presParOf" srcId="{4F42B568-F39A-4181-8658-EC1C2143BBA0}" destId="{70B24025-E2C6-417F-99E1-3AE2064C772D}" srcOrd="1" destOrd="0" presId="urn:microsoft.com/office/officeart/2008/layout/LinedList"/>
    <dgm:cxn modelId="{6CBA157C-EC13-4ECD-A3BA-2EC079AAE4AF}" type="presParOf" srcId="{4F42B568-F39A-4181-8658-EC1C2143BBA0}" destId="{7CEB9B09-60D8-4882-A2D8-38EF68D5C19F}" srcOrd="2" destOrd="0" presId="urn:microsoft.com/office/officeart/2008/layout/LinedList"/>
    <dgm:cxn modelId="{E1DA25BE-4FAE-4E20-8BF7-C2585A377894}" type="presParOf" srcId="{84783DB1-8E64-8549-92F0-B23833CEE8B0}" destId="{5E350EE4-2D6A-4A16-A0FE-9FACA9074727}" srcOrd="5" destOrd="0" presId="urn:microsoft.com/office/officeart/2008/layout/LinedList"/>
    <dgm:cxn modelId="{A1751125-743F-465A-8014-5A66F64AFAED}" type="presParOf" srcId="{84783DB1-8E64-8549-92F0-B23833CEE8B0}" destId="{9BB5AFB5-07F7-4132-85A2-44E6D0516C88}" srcOrd="6" destOrd="0" presId="urn:microsoft.com/office/officeart/2008/layout/LinedList"/>
    <dgm:cxn modelId="{E54AE059-C5A2-4B7F-86EA-DF2EE4ECDA94}" type="presParOf" srcId="{84783DB1-8E64-8549-92F0-B23833CEE8B0}" destId="{CFD8E1A3-90D3-46A8-AE85-EB36E0237BB5}" srcOrd="7" destOrd="0" presId="urn:microsoft.com/office/officeart/2008/layout/LinedList"/>
    <dgm:cxn modelId="{44EA9835-9F24-42BF-B86E-9D65696FEBFC}" type="presParOf" srcId="{CFD8E1A3-90D3-46A8-AE85-EB36E0237BB5}" destId="{274EF02C-7D1A-409B-A859-EE71E535A688}" srcOrd="0" destOrd="0" presId="urn:microsoft.com/office/officeart/2008/layout/LinedList"/>
    <dgm:cxn modelId="{CA933F7B-530E-435B-BE99-ED4947DCE83F}" type="presParOf" srcId="{CFD8E1A3-90D3-46A8-AE85-EB36E0237BB5}" destId="{1AB85A7C-0FFD-4546-B83C-987E91EDF1C9}" srcOrd="1" destOrd="0" presId="urn:microsoft.com/office/officeart/2008/layout/LinedList"/>
    <dgm:cxn modelId="{3DFEC85E-7872-44A1-B38A-81F280A27980}" type="presParOf" srcId="{CFD8E1A3-90D3-46A8-AE85-EB36E0237BB5}" destId="{6F7BAE7F-F22E-4343-8455-8D1D04AE6291}" srcOrd="2" destOrd="0" presId="urn:microsoft.com/office/officeart/2008/layout/LinedList"/>
    <dgm:cxn modelId="{1CAE5701-53CA-4A1D-9290-8E902CFF0457}" type="presParOf" srcId="{84783DB1-8E64-8549-92F0-B23833CEE8B0}" destId="{DF72560F-E95F-423D-A8FF-AAE8DAA00A74}" srcOrd="8" destOrd="0" presId="urn:microsoft.com/office/officeart/2008/layout/LinedList"/>
    <dgm:cxn modelId="{AC308665-E788-4C4F-A99E-5996F0626FFF}" type="presParOf" srcId="{84783DB1-8E64-8549-92F0-B23833CEE8B0}" destId="{D8D1CF1A-EF09-4022-8D03-FD002D4FE754}" srcOrd="9" destOrd="0" presId="urn:microsoft.com/office/officeart/2008/layout/LinedList"/>
    <dgm:cxn modelId="{76A9934D-D716-45C4-89A9-28FF848E3F8E}" type="presParOf" srcId="{84783DB1-8E64-8549-92F0-B23833CEE8B0}" destId="{00451E5C-D19E-4AC4-8C6F-60950BA475F2}" srcOrd="10" destOrd="0" presId="urn:microsoft.com/office/officeart/2008/layout/LinedList"/>
    <dgm:cxn modelId="{730F96F0-F882-45E9-A075-6BF96F50C3F8}" type="presParOf" srcId="{00451E5C-D19E-4AC4-8C6F-60950BA475F2}" destId="{3C367370-E70B-40CC-9DCF-3FC0C33EDE1B}" srcOrd="0" destOrd="0" presId="urn:microsoft.com/office/officeart/2008/layout/LinedList"/>
    <dgm:cxn modelId="{4CF8C1B4-4140-4B44-A4CA-908D20865CAA}" type="presParOf" srcId="{00451E5C-D19E-4AC4-8C6F-60950BA475F2}" destId="{EDBBCE88-88E0-4C06-BA01-B4EFB6C685E1}" srcOrd="1" destOrd="0" presId="urn:microsoft.com/office/officeart/2008/layout/LinedList"/>
    <dgm:cxn modelId="{9821EDE7-3B46-4F17-B02B-F01E3DFBD9DC}" type="presParOf" srcId="{00451E5C-D19E-4AC4-8C6F-60950BA475F2}" destId="{5EA7847F-7A65-4DE6-AFB0-0784772E4EA1}" srcOrd="2" destOrd="0" presId="urn:microsoft.com/office/officeart/2008/layout/LinedList"/>
    <dgm:cxn modelId="{D4F558F7-947C-44C1-B8E5-CE0E08D7EB24}" type="presParOf" srcId="{84783DB1-8E64-8549-92F0-B23833CEE8B0}" destId="{22FFB06E-FF71-449B-9AA1-BDA4A6D85DF8}" srcOrd="11" destOrd="0" presId="urn:microsoft.com/office/officeart/2008/layout/LinedList"/>
    <dgm:cxn modelId="{D27B5569-D6F2-48F2-93E8-26A76BD53FAF}" type="presParOf" srcId="{84783DB1-8E64-8549-92F0-B23833CEE8B0}" destId="{D29BEB5B-2E19-4BA8-823B-ABEF6ECE6E88}" srcOrd="12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10.xml><?xml version="1.0" encoding="utf-8"?>
<dgm:dataModel xmlns:dgm="http://schemas.openxmlformats.org/drawingml/2006/diagram" xmlns:a="http://schemas.openxmlformats.org/drawingml/2006/main">
  <dgm:ptLst>
    <dgm:pt modelId="{C3CE8D9A-2F5F-E04C-AF81-B61DA3187B58}" type="doc">
      <dgm:prSet loTypeId="urn:microsoft.com/office/officeart/2008/layout/LinedList" loCatId="" qsTypeId="urn:microsoft.com/office/officeart/2005/8/quickstyle/simple3" qsCatId="simple" csTypeId="urn:microsoft.com/office/officeart/2005/8/colors/colorful3" csCatId="colorful" phldr="1"/>
      <dgm:spPr/>
      <dgm:t>
        <a:bodyPr/>
        <a:lstStyle/>
        <a:p>
          <a:endParaRPr lang="es-ES"/>
        </a:p>
      </dgm:t>
    </dgm:pt>
    <dgm:pt modelId="{2D50EED0-437B-1441-8B3B-81295EA238A9}">
      <dgm:prSet phldrT="[Texto]"/>
      <dgm:spPr/>
      <dgm:t>
        <a:bodyPr/>
        <a:lstStyle/>
        <a:p>
          <a:r>
            <a:rPr lang="es-ES" dirty="0"/>
            <a:t>Introducción</a:t>
          </a:r>
        </a:p>
      </dgm:t>
    </dgm:pt>
    <dgm:pt modelId="{A6EDC655-C7CF-5442-9A95-DD52945DD4C2}" type="parTrans" cxnId="{A6D8CB4F-A1A9-2F46-90C6-E855915DE40A}">
      <dgm:prSet/>
      <dgm:spPr/>
      <dgm:t>
        <a:bodyPr/>
        <a:lstStyle/>
        <a:p>
          <a:endParaRPr lang="es-ES"/>
        </a:p>
      </dgm:t>
    </dgm:pt>
    <dgm:pt modelId="{12B35025-375E-9C48-AEA1-E8FB9BD8A8AD}" type="sibTrans" cxnId="{A6D8CB4F-A1A9-2F46-90C6-E855915DE40A}">
      <dgm:prSet/>
      <dgm:spPr/>
      <dgm:t>
        <a:bodyPr/>
        <a:lstStyle/>
        <a:p>
          <a:endParaRPr lang="es-ES"/>
        </a:p>
      </dgm:t>
    </dgm:pt>
    <dgm:pt modelId="{9C0C5B6B-88B0-0644-95CC-DA013289C236}">
      <dgm:prSet phldrT="[Texto]"/>
      <dgm:spPr/>
      <dgm:t>
        <a:bodyPr/>
        <a:lstStyle/>
        <a:p>
          <a:r>
            <a:rPr lang="es-ES" dirty="0"/>
            <a:t>Planificación de la calidad</a:t>
          </a:r>
        </a:p>
      </dgm:t>
    </dgm:pt>
    <dgm:pt modelId="{B8FBE750-BA08-3745-BDB2-8DE244854305}" type="parTrans" cxnId="{B913582A-C51A-7948-8CD7-0EAADAC6E1E7}">
      <dgm:prSet/>
      <dgm:spPr/>
      <dgm:t>
        <a:bodyPr/>
        <a:lstStyle/>
        <a:p>
          <a:endParaRPr lang="es-ES"/>
        </a:p>
      </dgm:t>
    </dgm:pt>
    <dgm:pt modelId="{7720ED4A-2659-4441-8B8A-B12AAECACA03}" type="sibTrans" cxnId="{B913582A-C51A-7948-8CD7-0EAADAC6E1E7}">
      <dgm:prSet/>
      <dgm:spPr/>
      <dgm:t>
        <a:bodyPr/>
        <a:lstStyle/>
        <a:p>
          <a:endParaRPr lang="es-ES"/>
        </a:p>
      </dgm:t>
    </dgm:pt>
    <dgm:pt modelId="{4D7DCE72-F1C7-3648-B096-B3BF2FA1BA56}">
      <dgm:prSet phldrT="[Texto]"/>
      <dgm:spPr/>
      <dgm:t>
        <a:bodyPr/>
        <a:lstStyle/>
        <a:p>
          <a:r>
            <a:rPr lang="es-ES" dirty="0"/>
            <a:t>Realizar el aseguramiento</a:t>
          </a:r>
          <a:r>
            <a:rPr lang="es-ES" baseline="0" dirty="0"/>
            <a:t> de la calidad</a:t>
          </a:r>
          <a:endParaRPr lang="es-ES" dirty="0"/>
        </a:p>
      </dgm:t>
    </dgm:pt>
    <dgm:pt modelId="{4130B51B-54F0-CE46-A291-A4358F1F6F5A}" type="parTrans" cxnId="{CEF75630-A106-2C4A-813E-06273EBC269D}">
      <dgm:prSet/>
      <dgm:spPr/>
      <dgm:t>
        <a:bodyPr/>
        <a:lstStyle/>
        <a:p>
          <a:endParaRPr lang="es-ES"/>
        </a:p>
      </dgm:t>
    </dgm:pt>
    <dgm:pt modelId="{44AA0FEF-23B0-9044-91B0-9D01CCB0457B}" type="sibTrans" cxnId="{CEF75630-A106-2C4A-813E-06273EBC269D}">
      <dgm:prSet/>
      <dgm:spPr/>
      <dgm:t>
        <a:bodyPr/>
        <a:lstStyle/>
        <a:p>
          <a:endParaRPr lang="es-ES"/>
        </a:p>
      </dgm:t>
    </dgm:pt>
    <dgm:pt modelId="{EA05A323-1CD6-E844-BD1C-19A2225C0340}">
      <dgm:prSet phldrT="[Texto]"/>
      <dgm:spPr/>
      <dgm:t>
        <a:bodyPr/>
        <a:lstStyle/>
        <a:p>
          <a:r>
            <a:rPr lang="es-ES" dirty="0"/>
            <a:t>Controlar</a:t>
          </a:r>
          <a:r>
            <a:rPr lang="es-ES" baseline="0" dirty="0"/>
            <a:t> la calidad</a:t>
          </a:r>
          <a:endParaRPr lang="es-ES" dirty="0"/>
        </a:p>
      </dgm:t>
    </dgm:pt>
    <dgm:pt modelId="{30E5782B-3D30-E84E-8B09-5F18CE4DBC15}" type="parTrans" cxnId="{170E0A80-D936-D547-94C5-570AC1082D21}">
      <dgm:prSet/>
      <dgm:spPr/>
      <dgm:t>
        <a:bodyPr/>
        <a:lstStyle/>
        <a:p>
          <a:endParaRPr lang="es-ES"/>
        </a:p>
      </dgm:t>
    </dgm:pt>
    <dgm:pt modelId="{A735D71C-2096-F344-B726-857D36F14FEB}" type="sibTrans" cxnId="{170E0A80-D936-D547-94C5-570AC1082D21}">
      <dgm:prSet/>
      <dgm:spPr/>
      <dgm:t>
        <a:bodyPr/>
        <a:lstStyle/>
        <a:p>
          <a:endParaRPr lang="es-ES"/>
        </a:p>
      </dgm:t>
    </dgm:pt>
    <dgm:pt modelId="{A00DC1EC-B999-A640-8654-4E50ABDDE020}">
      <dgm:prSet phldrT="[Texto]"/>
      <dgm:spPr/>
      <dgm:t>
        <a:bodyPr/>
        <a:lstStyle/>
        <a:p>
          <a:r>
            <a:rPr lang="es-ES" dirty="0"/>
            <a:t>Recursos Humanos</a:t>
          </a:r>
        </a:p>
      </dgm:t>
    </dgm:pt>
    <dgm:pt modelId="{C1FC985A-8FE8-944A-89F3-975B9C62D138}" type="parTrans" cxnId="{C36FE991-C046-254D-B645-ED7CD9E49D91}">
      <dgm:prSet/>
      <dgm:spPr/>
      <dgm:t>
        <a:bodyPr/>
        <a:lstStyle/>
        <a:p>
          <a:endParaRPr lang="es-ES"/>
        </a:p>
      </dgm:t>
    </dgm:pt>
    <dgm:pt modelId="{48BA50DD-A1B0-B142-8134-1733EC7E096A}" type="sibTrans" cxnId="{C36FE991-C046-254D-B645-ED7CD9E49D91}">
      <dgm:prSet/>
      <dgm:spPr/>
      <dgm:t>
        <a:bodyPr/>
        <a:lstStyle/>
        <a:p>
          <a:endParaRPr lang="es-ES"/>
        </a:p>
      </dgm:t>
    </dgm:pt>
    <dgm:pt modelId="{C067AB59-C7C5-C74B-8B60-2FA743781E39}">
      <dgm:prSet phldrT="[Texto]"/>
      <dgm:spPr/>
      <dgm:t>
        <a:bodyPr/>
        <a:lstStyle/>
        <a:p>
          <a:r>
            <a:rPr lang="es-ES" dirty="0"/>
            <a:t>Planificación de los RRHH</a:t>
          </a:r>
        </a:p>
      </dgm:t>
    </dgm:pt>
    <dgm:pt modelId="{E4F708B6-A4DC-E54B-965A-6A91932F4F21}" type="parTrans" cxnId="{FA015F84-3A27-6341-B5E5-5AAABF15FCA7}">
      <dgm:prSet/>
      <dgm:spPr/>
      <dgm:t>
        <a:bodyPr/>
        <a:lstStyle/>
        <a:p>
          <a:endParaRPr lang="es-ES"/>
        </a:p>
      </dgm:t>
    </dgm:pt>
    <dgm:pt modelId="{07AED4AD-A571-FA4C-8F60-2811AAEB8399}" type="sibTrans" cxnId="{FA015F84-3A27-6341-B5E5-5AAABF15FCA7}">
      <dgm:prSet/>
      <dgm:spPr/>
      <dgm:t>
        <a:bodyPr/>
        <a:lstStyle/>
        <a:p>
          <a:endParaRPr lang="es-ES"/>
        </a:p>
      </dgm:t>
    </dgm:pt>
    <dgm:pt modelId="{D206AD7D-6FCF-BA4A-A881-D49C0A782FC3}">
      <dgm:prSet phldrT="[Texto]"/>
      <dgm:spPr/>
      <dgm:t>
        <a:bodyPr/>
        <a:lstStyle/>
        <a:p>
          <a:r>
            <a:rPr lang="es-ES" dirty="0"/>
            <a:t>Adquirir el equipo de trabajo</a:t>
          </a:r>
        </a:p>
      </dgm:t>
    </dgm:pt>
    <dgm:pt modelId="{2FAF4929-896A-4142-A9D4-FCF51F2A7AA6}" type="parTrans" cxnId="{DBA51B96-2BDF-C04D-8EE9-74101BC05F2E}">
      <dgm:prSet/>
      <dgm:spPr/>
      <dgm:t>
        <a:bodyPr/>
        <a:lstStyle/>
        <a:p>
          <a:endParaRPr lang="es-ES"/>
        </a:p>
      </dgm:t>
    </dgm:pt>
    <dgm:pt modelId="{948F4234-2DCD-C24A-ABA8-79BDA4601848}" type="sibTrans" cxnId="{DBA51B96-2BDF-C04D-8EE9-74101BC05F2E}">
      <dgm:prSet/>
      <dgm:spPr/>
      <dgm:t>
        <a:bodyPr/>
        <a:lstStyle/>
        <a:p>
          <a:endParaRPr lang="es-ES"/>
        </a:p>
      </dgm:t>
    </dgm:pt>
    <dgm:pt modelId="{D1D10F65-8C36-4800-AD9D-4A75930380A4}">
      <dgm:prSet phldrT="[Texto]"/>
      <dgm:spPr/>
      <dgm:t>
        <a:bodyPr/>
        <a:lstStyle/>
        <a:p>
          <a:r>
            <a:rPr lang="es-ES" dirty="0"/>
            <a:t>Calidad</a:t>
          </a:r>
        </a:p>
      </dgm:t>
    </dgm:pt>
    <dgm:pt modelId="{90F18EEC-639F-4363-B4CF-89223F0F6C38}" type="parTrans" cxnId="{7D1D3080-7900-4CC4-B4C0-BD39D5B7C3EE}">
      <dgm:prSet/>
      <dgm:spPr/>
      <dgm:t>
        <a:bodyPr/>
        <a:lstStyle/>
        <a:p>
          <a:endParaRPr lang="es-ES_tradnl"/>
        </a:p>
      </dgm:t>
    </dgm:pt>
    <dgm:pt modelId="{99324C82-0C51-4B8E-B7FB-AB0EDB6CDB40}" type="sibTrans" cxnId="{7D1D3080-7900-4CC4-B4C0-BD39D5B7C3EE}">
      <dgm:prSet/>
      <dgm:spPr/>
      <dgm:t>
        <a:bodyPr/>
        <a:lstStyle/>
        <a:p>
          <a:endParaRPr lang="es-ES_tradnl"/>
        </a:p>
      </dgm:t>
    </dgm:pt>
    <dgm:pt modelId="{3440283F-7B94-41E1-A678-109BA5967928}">
      <dgm:prSet phldrT="[Texto]"/>
      <dgm:spPr/>
      <dgm:t>
        <a:bodyPr/>
        <a:lstStyle/>
        <a:p>
          <a:r>
            <a:rPr lang="es-ES" dirty="0"/>
            <a:t>Desarrollar el equipo del proyecto</a:t>
          </a:r>
        </a:p>
      </dgm:t>
    </dgm:pt>
    <dgm:pt modelId="{620191C0-423A-4FE9-A4F1-5C5D36C0C76E}" type="parTrans" cxnId="{2B3AB939-F741-4B55-BCEC-AC60F4C0DC14}">
      <dgm:prSet/>
      <dgm:spPr/>
      <dgm:t>
        <a:bodyPr/>
        <a:lstStyle/>
        <a:p>
          <a:endParaRPr lang="es-ES_tradnl"/>
        </a:p>
      </dgm:t>
    </dgm:pt>
    <dgm:pt modelId="{23C99D01-59D4-4C59-997C-A7CC57B9FF58}" type="sibTrans" cxnId="{2B3AB939-F741-4B55-BCEC-AC60F4C0DC14}">
      <dgm:prSet/>
      <dgm:spPr/>
      <dgm:t>
        <a:bodyPr/>
        <a:lstStyle/>
        <a:p>
          <a:endParaRPr lang="es-ES_tradnl"/>
        </a:p>
      </dgm:t>
    </dgm:pt>
    <dgm:pt modelId="{5B536FDF-F2F3-4D05-AF9A-89E79C92380B}">
      <dgm:prSet phldrT="[Texto]"/>
      <dgm:spPr/>
      <dgm:t>
        <a:bodyPr/>
        <a:lstStyle/>
        <a:p>
          <a:r>
            <a:rPr lang="es-ES" dirty="0"/>
            <a:t>Dirigir el equipo del proyecto</a:t>
          </a:r>
        </a:p>
      </dgm:t>
    </dgm:pt>
    <dgm:pt modelId="{56E7C592-F553-41EA-A0F8-EBF440BF702D}" type="parTrans" cxnId="{366F432C-1A26-4011-8836-F1CB5F23632D}">
      <dgm:prSet/>
      <dgm:spPr/>
      <dgm:t>
        <a:bodyPr/>
        <a:lstStyle/>
        <a:p>
          <a:endParaRPr lang="es-ES_tradnl"/>
        </a:p>
      </dgm:t>
    </dgm:pt>
    <dgm:pt modelId="{3DAEA229-1474-4E45-A55F-BA78088D2142}" type="sibTrans" cxnId="{366F432C-1A26-4011-8836-F1CB5F23632D}">
      <dgm:prSet/>
      <dgm:spPr/>
      <dgm:t>
        <a:bodyPr/>
        <a:lstStyle/>
        <a:p>
          <a:endParaRPr lang="es-ES_tradnl"/>
        </a:p>
      </dgm:t>
    </dgm:pt>
    <dgm:pt modelId="{A4615577-DB07-0E46-BAD9-752076C1E8EB}" type="pres">
      <dgm:prSet presAssocID="{C3CE8D9A-2F5F-E04C-AF81-B61DA3187B58}" presName="vert0" presStyleCnt="0">
        <dgm:presLayoutVars>
          <dgm:dir/>
          <dgm:animOne val="branch"/>
          <dgm:animLvl val="lvl"/>
        </dgm:presLayoutVars>
      </dgm:prSet>
      <dgm:spPr/>
      <dgm:t>
        <a:bodyPr/>
        <a:lstStyle/>
        <a:p>
          <a:endParaRPr lang="es-ES"/>
        </a:p>
      </dgm:t>
    </dgm:pt>
    <dgm:pt modelId="{A70494F9-BBC6-9B4D-ABE0-28B7062A7EEA}" type="pres">
      <dgm:prSet presAssocID="{2D50EED0-437B-1441-8B3B-81295EA238A9}" presName="thickLine" presStyleLbl="alignNode1" presStyleIdx="0" presStyleCnt="3" custLinFactNeighborX="-10898" custLinFactNeighborY="-49191"/>
      <dgm:spPr/>
    </dgm:pt>
    <dgm:pt modelId="{4DE94855-2BF1-EB40-B090-FE0F9B4B301E}" type="pres">
      <dgm:prSet presAssocID="{2D50EED0-437B-1441-8B3B-81295EA238A9}" presName="horz1" presStyleCnt="0"/>
      <dgm:spPr/>
    </dgm:pt>
    <dgm:pt modelId="{0FAAA673-A6AE-2E48-9396-AEC5BB305A0E}" type="pres">
      <dgm:prSet presAssocID="{2D50EED0-437B-1441-8B3B-81295EA238A9}" presName="tx1" presStyleLbl="revTx" presStyleIdx="0" presStyleCnt="10" custScaleY="37525"/>
      <dgm:spPr/>
      <dgm:t>
        <a:bodyPr/>
        <a:lstStyle/>
        <a:p>
          <a:endParaRPr lang="es-ES"/>
        </a:p>
      </dgm:t>
    </dgm:pt>
    <dgm:pt modelId="{4D92E349-5F1C-414C-955E-416A7CFBF9E9}" type="pres">
      <dgm:prSet presAssocID="{2D50EED0-437B-1441-8B3B-81295EA238A9}" presName="vert1" presStyleCnt="0"/>
      <dgm:spPr/>
    </dgm:pt>
    <dgm:pt modelId="{4324E71C-51E4-4FFA-9638-472734009553}" type="pres">
      <dgm:prSet presAssocID="{D1D10F65-8C36-4800-AD9D-4A75930380A4}" presName="thickLine" presStyleLbl="alignNode1" presStyleIdx="1" presStyleCnt="3" custLinFactNeighborY="-59234"/>
      <dgm:spPr/>
    </dgm:pt>
    <dgm:pt modelId="{35D4AF3C-4879-491B-8004-F3B88F6D9FB5}" type="pres">
      <dgm:prSet presAssocID="{D1D10F65-8C36-4800-AD9D-4A75930380A4}" presName="horz1" presStyleCnt="0"/>
      <dgm:spPr/>
    </dgm:pt>
    <dgm:pt modelId="{792A15AE-68CB-4B5E-A488-D8B2430819E0}" type="pres">
      <dgm:prSet presAssocID="{D1D10F65-8C36-4800-AD9D-4A75930380A4}" presName="tx1" presStyleLbl="revTx" presStyleIdx="1" presStyleCnt="10"/>
      <dgm:spPr/>
      <dgm:t>
        <a:bodyPr/>
        <a:lstStyle/>
        <a:p>
          <a:endParaRPr lang="es-ES"/>
        </a:p>
      </dgm:t>
    </dgm:pt>
    <dgm:pt modelId="{162AB6D4-F395-4B55-9519-21B610CC0382}" type="pres">
      <dgm:prSet presAssocID="{D1D10F65-8C36-4800-AD9D-4A75930380A4}" presName="vert1" presStyleCnt="0"/>
      <dgm:spPr/>
    </dgm:pt>
    <dgm:pt modelId="{412C8F4B-57E8-4EE2-95F4-7EAB16DF68B6}" type="pres">
      <dgm:prSet presAssocID="{9C0C5B6B-88B0-0644-95CC-DA013289C236}" presName="vertSpace2a" presStyleCnt="0"/>
      <dgm:spPr/>
    </dgm:pt>
    <dgm:pt modelId="{706ACAA7-2B5D-4D39-81AB-5DAABC04EC1D}" type="pres">
      <dgm:prSet presAssocID="{9C0C5B6B-88B0-0644-95CC-DA013289C236}" presName="horz2" presStyleCnt="0"/>
      <dgm:spPr/>
    </dgm:pt>
    <dgm:pt modelId="{3456CDB8-701B-42F1-87C2-C295CD1E48EE}" type="pres">
      <dgm:prSet presAssocID="{9C0C5B6B-88B0-0644-95CC-DA013289C236}" presName="horzSpace2" presStyleCnt="0"/>
      <dgm:spPr/>
    </dgm:pt>
    <dgm:pt modelId="{520D1D2C-1114-41BF-8F7E-61F71B01A781}" type="pres">
      <dgm:prSet presAssocID="{9C0C5B6B-88B0-0644-95CC-DA013289C236}" presName="tx2" presStyleLbl="revTx" presStyleIdx="2" presStyleCnt="10"/>
      <dgm:spPr/>
      <dgm:t>
        <a:bodyPr/>
        <a:lstStyle/>
        <a:p>
          <a:endParaRPr lang="es-ES"/>
        </a:p>
      </dgm:t>
    </dgm:pt>
    <dgm:pt modelId="{D6DDDC7E-F1A5-4153-9143-0972F5C1698F}" type="pres">
      <dgm:prSet presAssocID="{9C0C5B6B-88B0-0644-95CC-DA013289C236}" presName="vert2" presStyleCnt="0"/>
      <dgm:spPr/>
    </dgm:pt>
    <dgm:pt modelId="{0A0EB41C-54BD-4DBD-AE20-1F9966450DC3}" type="pres">
      <dgm:prSet presAssocID="{9C0C5B6B-88B0-0644-95CC-DA013289C236}" presName="thinLine2b" presStyleLbl="callout" presStyleIdx="0" presStyleCnt="7"/>
      <dgm:spPr/>
    </dgm:pt>
    <dgm:pt modelId="{BD1DC2FA-97F1-47D7-B64D-204FB692D739}" type="pres">
      <dgm:prSet presAssocID="{9C0C5B6B-88B0-0644-95CC-DA013289C236}" presName="vertSpace2b" presStyleCnt="0"/>
      <dgm:spPr/>
    </dgm:pt>
    <dgm:pt modelId="{AA817BFD-CFD8-4863-BA21-FE68B817CC3C}" type="pres">
      <dgm:prSet presAssocID="{4D7DCE72-F1C7-3648-B096-B3BF2FA1BA56}" presName="horz2" presStyleCnt="0"/>
      <dgm:spPr/>
    </dgm:pt>
    <dgm:pt modelId="{BD57D683-A942-4221-A2F2-BB0CF711AC57}" type="pres">
      <dgm:prSet presAssocID="{4D7DCE72-F1C7-3648-B096-B3BF2FA1BA56}" presName="horzSpace2" presStyleCnt="0"/>
      <dgm:spPr/>
    </dgm:pt>
    <dgm:pt modelId="{F1E3A902-B27E-4D1E-9D62-838DBF77570E}" type="pres">
      <dgm:prSet presAssocID="{4D7DCE72-F1C7-3648-B096-B3BF2FA1BA56}" presName="tx2" presStyleLbl="revTx" presStyleIdx="3" presStyleCnt="10"/>
      <dgm:spPr/>
      <dgm:t>
        <a:bodyPr/>
        <a:lstStyle/>
        <a:p>
          <a:endParaRPr lang="es-ES"/>
        </a:p>
      </dgm:t>
    </dgm:pt>
    <dgm:pt modelId="{4F138E20-5633-4DCC-BBC2-20DFBFC7868F}" type="pres">
      <dgm:prSet presAssocID="{4D7DCE72-F1C7-3648-B096-B3BF2FA1BA56}" presName="vert2" presStyleCnt="0"/>
      <dgm:spPr/>
    </dgm:pt>
    <dgm:pt modelId="{2B79C5B5-7045-4C8A-A0D3-ED34D320DACE}" type="pres">
      <dgm:prSet presAssocID="{4D7DCE72-F1C7-3648-B096-B3BF2FA1BA56}" presName="thinLine2b" presStyleLbl="callout" presStyleIdx="1" presStyleCnt="7"/>
      <dgm:spPr/>
    </dgm:pt>
    <dgm:pt modelId="{8C3B0260-807F-409D-975C-EBFF816514C3}" type="pres">
      <dgm:prSet presAssocID="{4D7DCE72-F1C7-3648-B096-B3BF2FA1BA56}" presName="vertSpace2b" presStyleCnt="0"/>
      <dgm:spPr/>
    </dgm:pt>
    <dgm:pt modelId="{DCC37064-A6D2-4A55-A252-3829429045E5}" type="pres">
      <dgm:prSet presAssocID="{EA05A323-1CD6-E844-BD1C-19A2225C0340}" presName="horz2" presStyleCnt="0"/>
      <dgm:spPr/>
    </dgm:pt>
    <dgm:pt modelId="{AF620EF4-9246-40B0-95DD-0F97FD557889}" type="pres">
      <dgm:prSet presAssocID="{EA05A323-1CD6-E844-BD1C-19A2225C0340}" presName="horzSpace2" presStyleCnt="0"/>
      <dgm:spPr/>
    </dgm:pt>
    <dgm:pt modelId="{821592CB-BF1E-40A4-88FF-532C668728A8}" type="pres">
      <dgm:prSet presAssocID="{EA05A323-1CD6-E844-BD1C-19A2225C0340}" presName="tx2" presStyleLbl="revTx" presStyleIdx="4" presStyleCnt="10"/>
      <dgm:spPr/>
      <dgm:t>
        <a:bodyPr/>
        <a:lstStyle/>
        <a:p>
          <a:endParaRPr lang="es-ES"/>
        </a:p>
      </dgm:t>
    </dgm:pt>
    <dgm:pt modelId="{4A2BC687-FFD6-4EBF-9A58-5F5A5936D128}" type="pres">
      <dgm:prSet presAssocID="{EA05A323-1CD6-E844-BD1C-19A2225C0340}" presName="vert2" presStyleCnt="0"/>
      <dgm:spPr/>
    </dgm:pt>
    <dgm:pt modelId="{AFB2C275-AEA0-46EA-8FAC-DEEB17253C42}" type="pres">
      <dgm:prSet presAssocID="{EA05A323-1CD6-E844-BD1C-19A2225C0340}" presName="thinLine2b" presStyleLbl="callout" presStyleIdx="2" presStyleCnt="7"/>
      <dgm:spPr/>
    </dgm:pt>
    <dgm:pt modelId="{B63F60B4-89E7-4E26-9559-C63693EDEACE}" type="pres">
      <dgm:prSet presAssocID="{EA05A323-1CD6-E844-BD1C-19A2225C0340}" presName="vertSpace2b" presStyleCnt="0"/>
      <dgm:spPr/>
    </dgm:pt>
    <dgm:pt modelId="{B2F277F3-7CF1-994E-B28A-0B3155C31199}" type="pres">
      <dgm:prSet presAssocID="{A00DC1EC-B999-A640-8654-4E50ABDDE020}" presName="thickLine" presStyleLbl="alignNode1" presStyleIdx="2" presStyleCnt="3"/>
      <dgm:spPr/>
    </dgm:pt>
    <dgm:pt modelId="{0C40495D-3188-9E48-A89E-F64BB2F461F5}" type="pres">
      <dgm:prSet presAssocID="{A00DC1EC-B999-A640-8654-4E50ABDDE020}" presName="horz1" presStyleCnt="0"/>
      <dgm:spPr/>
    </dgm:pt>
    <dgm:pt modelId="{9891002C-403A-A043-B663-E6FEB51C2557}" type="pres">
      <dgm:prSet presAssocID="{A00DC1EC-B999-A640-8654-4E50ABDDE020}" presName="tx1" presStyleLbl="revTx" presStyleIdx="5" presStyleCnt="10"/>
      <dgm:spPr/>
      <dgm:t>
        <a:bodyPr/>
        <a:lstStyle/>
        <a:p>
          <a:endParaRPr lang="es-ES"/>
        </a:p>
      </dgm:t>
    </dgm:pt>
    <dgm:pt modelId="{84783DB1-8E64-8549-92F0-B23833CEE8B0}" type="pres">
      <dgm:prSet presAssocID="{A00DC1EC-B999-A640-8654-4E50ABDDE020}" presName="vert1" presStyleCnt="0"/>
      <dgm:spPr/>
    </dgm:pt>
    <dgm:pt modelId="{7639A2F8-0310-4BED-B4BD-EAB6A5C40B77}" type="pres">
      <dgm:prSet presAssocID="{C067AB59-C7C5-C74B-8B60-2FA743781E39}" presName="vertSpace2a" presStyleCnt="0"/>
      <dgm:spPr/>
    </dgm:pt>
    <dgm:pt modelId="{6A69390F-9BF9-4ABA-8159-EAF93506C37D}" type="pres">
      <dgm:prSet presAssocID="{C067AB59-C7C5-C74B-8B60-2FA743781E39}" presName="horz2" presStyleCnt="0"/>
      <dgm:spPr/>
    </dgm:pt>
    <dgm:pt modelId="{80389192-84FD-488B-A175-87A5FB0572BA}" type="pres">
      <dgm:prSet presAssocID="{C067AB59-C7C5-C74B-8B60-2FA743781E39}" presName="horzSpace2" presStyleCnt="0"/>
      <dgm:spPr/>
    </dgm:pt>
    <dgm:pt modelId="{CECABC1D-D0D2-4346-AB17-5BDF3AE0B320}" type="pres">
      <dgm:prSet presAssocID="{C067AB59-C7C5-C74B-8B60-2FA743781E39}" presName="tx2" presStyleLbl="revTx" presStyleIdx="6" presStyleCnt="10"/>
      <dgm:spPr/>
      <dgm:t>
        <a:bodyPr/>
        <a:lstStyle/>
        <a:p>
          <a:endParaRPr lang="es-ES"/>
        </a:p>
      </dgm:t>
    </dgm:pt>
    <dgm:pt modelId="{C56FE37B-F98C-4D15-95CF-6DC56554B5B4}" type="pres">
      <dgm:prSet presAssocID="{C067AB59-C7C5-C74B-8B60-2FA743781E39}" presName="vert2" presStyleCnt="0"/>
      <dgm:spPr/>
    </dgm:pt>
    <dgm:pt modelId="{5D84D3DB-F553-4712-A813-E34BD39795E9}" type="pres">
      <dgm:prSet presAssocID="{C067AB59-C7C5-C74B-8B60-2FA743781E39}" presName="thinLine2b" presStyleLbl="callout" presStyleIdx="3" presStyleCnt="7"/>
      <dgm:spPr/>
    </dgm:pt>
    <dgm:pt modelId="{2128B8DA-3804-468D-B525-5F0093F85BA2}" type="pres">
      <dgm:prSet presAssocID="{C067AB59-C7C5-C74B-8B60-2FA743781E39}" presName="vertSpace2b" presStyleCnt="0"/>
      <dgm:spPr/>
    </dgm:pt>
    <dgm:pt modelId="{4F42B568-F39A-4181-8658-EC1C2143BBA0}" type="pres">
      <dgm:prSet presAssocID="{D206AD7D-6FCF-BA4A-A881-D49C0A782FC3}" presName="horz2" presStyleCnt="0"/>
      <dgm:spPr/>
    </dgm:pt>
    <dgm:pt modelId="{4F8359BF-8C47-4A90-A343-AF5BDC5F9DE8}" type="pres">
      <dgm:prSet presAssocID="{D206AD7D-6FCF-BA4A-A881-D49C0A782FC3}" presName="horzSpace2" presStyleCnt="0"/>
      <dgm:spPr/>
    </dgm:pt>
    <dgm:pt modelId="{70B24025-E2C6-417F-99E1-3AE2064C772D}" type="pres">
      <dgm:prSet presAssocID="{D206AD7D-6FCF-BA4A-A881-D49C0A782FC3}" presName="tx2" presStyleLbl="revTx" presStyleIdx="7" presStyleCnt="10"/>
      <dgm:spPr/>
      <dgm:t>
        <a:bodyPr/>
        <a:lstStyle/>
        <a:p>
          <a:endParaRPr lang="es-ES"/>
        </a:p>
      </dgm:t>
    </dgm:pt>
    <dgm:pt modelId="{7CEB9B09-60D8-4882-A2D8-38EF68D5C19F}" type="pres">
      <dgm:prSet presAssocID="{D206AD7D-6FCF-BA4A-A881-D49C0A782FC3}" presName="vert2" presStyleCnt="0"/>
      <dgm:spPr/>
    </dgm:pt>
    <dgm:pt modelId="{5E350EE4-2D6A-4A16-A0FE-9FACA9074727}" type="pres">
      <dgm:prSet presAssocID="{D206AD7D-6FCF-BA4A-A881-D49C0A782FC3}" presName="thinLine2b" presStyleLbl="callout" presStyleIdx="4" presStyleCnt="7"/>
      <dgm:spPr/>
    </dgm:pt>
    <dgm:pt modelId="{9BB5AFB5-07F7-4132-85A2-44E6D0516C88}" type="pres">
      <dgm:prSet presAssocID="{D206AD7D-6FCF-BA4A-A881-D49C0A782FC3}" presName="vertSpace2b" presStyleCnt="0"/>
      <dgm:spPr/>
    </dgm:pt>
    <dgm:pt modelId="{CFD8E1A3-90D3-46A8-AE85-EB36E0237BB5}" type="pres">
      <dgm:prSet presAssocID="{3440283F-7B94-41E1-A678-109BA5967928}" presName="horz2" presStyleCnt="0"/>
      <dgm:spPr/>
    </dgm:pt>
    <dgm:pt modelId="{274EF02C-7D1A-409B-A859-EE71E535A688}" type="pres">
      <dgm:prSet presAssocID="{3440283F-7B94-41E1-A678-109BA5967928}" presName="horzSpace2" presStyleCnt="0"/>
      <dgm:spPr/>
    </dgm:pt>
    <dgm:pt modelId="{1AB85A7C-0FFD-4546-B83C-987E91EDF1C9}" type="pres">
      <dgm:prSet presAssocID="{3440283F-7B94-41E1-A678-109BA5967928}" presName="tx2" presStyleLbl="revTx" presStyleIdx="8" presStyleCnt="10"/>
      <dgm:spPr/>
      <dgm:t>
        <a:bodyPr/>
        <a:lstStyle/>
        <a:p>
          <a:endParaRPr lang="es-ES"/>
        </a:p>
      </dgm:t>
    </dgm:pt>
    <dgm:pt modelId="{6F7BAE7F-F22E-4343-8455-8D1D04AE6291}" type="pres">
      <dgm:prSet presAssocID="{3440283F-7B94-41E1-A678-109BA5967928}" presName="vert2" presStyleCnt="0"/>
      <dgm:spPr/>
    </dgm:pt>
    <dgm:pt modelId="{DF72560F-E95F-423D-A8FF-AAE8DAA00A74}" type="pres">
      <dgm:prSet presAssocID="{3440283F-7B94-41E1-A678-109BA5967928}" presName="thinLine2b" presStyleLbl="callout" presStyleIdx="5" presStyleCnt="7"/>
      <dgm:spPr/>
    </dgm:pt>
    <dgm:pt modelId="{D8D1CF1A-EF09-4022-8D03-FD002D4FE754}" type="pres">
      <dgm:prSet presAssocID="{3440283F-7B94-41E1-A678-109BA5967928}" presName="vertSpace2b" presStyleCnt="0"/>
      <dgm:spPr/>
    </dgm:pt>
    <dgm:pt modelId="{00451E5C-D19E-4AC4-8C6F-60950BA475F2}" type="pres">
      <dgm:prSet presAssocID="{5B536FDF-F2F3-4D05-AF9A-89E79C92380B}" presName="horz2" presStyleCnt="0"/>
      <dgm:spPr/>
    </dgm:pt>
    <dgm:pt modelId="{3C367370-E70B-40CC-9DCF-3FC0C33EDE1B}" type="pres">
      <dgm:prSet presAssocID="{5B536FDF-F2F3-4D05-AF9A-89E79C92380B}" presName="horzSpace2" presStyleCnt="0"/>
      <dgm:spPr/>
    </dgm:pt>
    <dgm:pt modelId="{EDBBCE88-88E0-4C06-BA01-B4EFB6C685E1}" type="pres">
      <dgm:prSet presAssocID="{5B536FDF-F2F3-4D05-AF9A-89E79C92380B}" presName="tx2" presStyleLbl="revTx" presStyleIdx="9" presStyleCnt="10"/>
      <dgm:spPr/>
      <dgm:t>
        <a:bodyPr/>
        <a:lstStyle/>
        <a:p>
          <a:endParaRPr lang="es-ES"/>
        </a:p>
      </dgm:t>
    </dgm:pt>
    <dgm:pt modelId="{5EA7847F-7A65-4DE6-AFB0-0784772E4EA1}" type="pres">
      <dgm:prSet presAssocID="{5B536FDF-F2F3-4D05-AF9A-89E79C92380B}" presName="vert2" presStyleCnt="0"/>
      <dgm:spPr/>
    </dgm:pt>
    <dgm:pt modelId="{22FFB06E-FF71-449B-9AA1-BDA4A6D85DF8}" type="pres">
      <dgm:prSet presAssocID="{5B536FDF-F2F3-4D05-AF9A-89E79C92380B}" presName="thinLine2b" presStyleLbl="callout" presStyleIdx="6" presStyleCnt="7"/>
      <dgm:spPr/>
    </dgm:pt>
    <dgm:pt modelId="{D29BEB5B-2E19-4BA8-823B-ABEF6ECE6E88}" type="pres">
      <dgm:prSet presAssocID="{5B536FDF-F2F3-4D05-AF9A-89E79C92380B}" presName="vertSpace2b" presStyleCnt="0"/>
      <dgm:spPr/>
    </dgm:pt>
  </dgm:ptLst>
  <dgm:cxnLst>
    <dgm:cxn modelId="{2B3AB939-F741-4B55-BCEC-AC60F4C0DC14}" srcId="{A00DC1EC-B999-A640-8654-4E50ABDDE020}" destId="{3440283F-7B94-41E1-A678-109BA5967928}" srcOrd="2" destOrd="0" parTransId="{620191C0-423A-4FE9-A4F1-5C5D36C0C76E}" sibTransId="{23C99D01-59D4-4C59-997C-A7CC57B9FF58}"/>
    <dgm:cxn modelId="{20308A9A-9E1E-4B82-A011-D19E3EEF261C}" type="presOf" srcId="{2D50EED0-437B-1441-8B3B-81295EA238A9}" destId="{0FAAA673-A6AE-2E48-9396-AEC5BB305A0E}" srcOrd="0" destOrd="0" presId="urn:microsoft.com/office/officeart/2008/layout/LinedList"/>
    <dgm:cxn modelId="{DBA51B96-2BDF-C04D-8EE9-74101BC05F2E}" srcId="{A00DC1EC-B999-A640-8654-4E50ABDDE020}" destId="{D206AD7D-6FCF-BA4A-A881-D49C0A782FC3}" srcOrd="1" destOrd="0" parTransId="{2FAF4929-896A-4142-A9D4-FCF51F2A7AA6}" sibTransId="{948F4234-2DCD-C24A-ABA8-79BDA4601848}"/>
    <dgm:cxn modelId="{B913582A-C51A-7948-8CD7-0EAADAC6E1E7}" srcId="{D1D10F65-8C36-4800-AD9D-4A75930380A4}" destId="{9C0C5B6B-88B0-0644-95CC-DA013289C236}" srcOrd="0" destOrd="0" parTransId="{B8FBE750-BA08-3745-BDB2-8DE244854305}" sibTransId="{7720ED4A-2659-4441-8B8A-B12AAECACA03}"/>
    <dgm:cxn modelId="{64019BC4-982B-47A9-8134-6FCF31A8DCC6}" type="presOf" srcId="{5B536FDF-F2F3-4D05-AF9A-89E79C92380B}" destId="{EDBBCE88-88E0-4C06-BA01-B4EFB6C685E1}" srcOrd="0" destOrd="0" presId="urn:microsoft.com/office/officeart/2008/layout/LinedList"/>
    <dgm:cxn modelId="{D9DA2835-91F9-44AD-ACED-CECF9E2C8601}" type="presOf" srcId="{A00DC1EC-B999-A640-8654-4E50ABDDE020}" destId="{9891002C-403A-A043-B663-E6FEB51C2557}" srcOrd="0" destOrd="0" presId="urn:microsoft.com/office/officeart/2008/layout/LinedList"/>
    <dgm:cxn modelId="{170E0A80-D936-D547-94C5-570AC1082D21}" srcId="{D1D10F65-8C36-4800-AD9D-4A75930380A4}" destId="{EA05A323-1CD6-E844-BD1C-19A2225C0340}" srcOrd="2" destOrd="0" parTransId="{30E5782B-3D30-E84E-8B09-5F18CE4DBC15}" sibTransId="{A735D71C-2096-F344-B726-857D36F14FEB}"/>
    <dgm:cxn modelId="{F533509C-09D4-4B80-9E15-FEA16C494EC6}" type="presOf" srcId="{4D7DCE72-F1C7-3648-B096-B3BF2FA1BA56}" destId="{F1E3A902-B27E-4D1E-9D62-838DBF77570E}" srcOrd="0" destOrd="0" presId="urn:microsoft.com/office/officeart/2008/layout/LinedList"/>
    <dgm:cxn modelId="{D3D9744C-902E-469C-A560-DB4A53841634}" type="presOf" srcId="{C067AB59-C7C5-C74B-8B60-2FA743781E39}" destId="{CECABC1D-D0D2-4346-AB17-5BDF3AE0B320}" srcOrd="0" destOrd="0" presId="urn:microsoft.com/office/officeart/2008/layout/LinedList"/>
    <dgm:cxn modelId="{A9FB4E97-A77E-4206-AA51-DB8C03DB688C}" type="presOf" srcId="{D1D10F65-8C36-4800-AD9D-4A75930380A4}" destId="{792A15AE-68CB-4B5E-A488-D8B2430819E0}" srcOrd="0" destOrd="0" presId="urn:microsoft.com/office/officeart/2008/layout/LinedList"/>
    <dgm:cxn modelId="{7D1D3080-7900-4CC4-B4C0-BD39D5B7C3EE}" srcId="{C3CE8D9A-2F5F-E04C-AF81-B61DA3187B58}" destId="{D1D10F65-8C36-4800-AD9D-4A75930380A4}" srcOrd="1" destOrd="0" parTransId="{90F18EEC-639F-4363-B4CF-89223F0F6C38}" sibTransId="{99324C82-0C51-4B8E-B7FB-AB0EDB6CDB40}"/>
    <dgm:cxn modelId="{A6D8CB4F-A1A9-2F46-90C6-E855915DE40A}" srcId="{C3CE8D9A-2F5F-E04C-AF81-B61DA3187B58}" destId="{2D50EED0-437B-1441-8B3B-81295EA238A9}" srcOrd="0" destOrd="0" parTransId="{A6EDC655-C7CF-5442-9A95-DD52945DD4C2}" sibTransId="{12B35025-375E-9C48-AEA1-E8FB9BD8A8AD}"/>
    <dgm:cxn modelId="{D516A759-BCA2-4FDD-87B5-2B4B2C5A2EAA}" type="presOf" srcId="{EA05A323-1CD6-E844-BD1C-19A2225C0340}" destId="{821592CB-BF1E-40A4-88FF-532C668728A8}" srcOrd="0" destOrd="0" presId="urn:microsoft.com/office/officeart/2008/layout/LinedList"/>
    <dgm:cxn modelId="{6503E986-098A-4545-9FA3-54F4EC34DD18}" type="presOf" srcId="{D206AD7D-6FCF-BA4A-A881-D49C0A782FC3}" destId="{70B24025-E2C6-417F-99E1-3AE2064C772D}" srcOrd="0" destOrd="0" presId="urn:microsoft.com/office/officeart/2008/layout/LinedList"/>
    <dgm:cxn modelId="{2DDC7957-5499-4445-AA25-4A5F5EC0458E}" type="presOf" srcId="{3440283F-7B94-41E1-A678-109BA5967928}" destId="{1AB85A7C-0FFD-4546-B83C-987E91EDF1C9}" srcOrd="0" destOrd="0" presId="urn:microsoft.com/office/officeart/2008/layout/LinedList"/>
    <dgm:cxn modelId="{FF1F6D71-F0BF-4095-9FCC-B383F06731CE}" type="presOf" srcId="{C3CE8D9A-2F5F-E04C-AF81-B61DA3187B58}" destId="{A4615577-DB07-0E46-BAD9-752076C1E8EB}" srcOrd="0" destOrd="0" presId="urn:microsoft.com/office/officeart/2008/layout/LinedList"/>
    <dgm:cxn modelId="{FA015F84-3A27-6341-B5E5-5AAABF15FCA7}" srcId="{A00DC1EC-B999-A640-8654-4E50ABDDE020}" destId="{C067AB59-C7C5-C74B-8B60-2FA743781E39}" srcOrd="0" destOrd="0" parTransId="{E4F708B6-A4DC-E54B-965A-6A91932F4F21}" sibTransId="{07AED4AD-A571-FA4C-8F60-2811AAEB8399}"/>
    <dgm:cxn modelId="{366F432C-1A26-4011-8836-F1CB5F23632D}" srcId="{A00DC1EC-B999-A640-8654-4E50ABDDE020}" destId="{5B536FDF-F2F3-4D05-AF9A-89E79C92380B}" srcOrd="3" destOrd="0" parTransId="{56E7C592-F553-41EA-A0F8-EBF440BF702D}" sibTransId="{3DAEA229-1474-4E45-A55F-BA78088D2142}"/>
    <dgm:cxn modelId="{C36FE991-C046-254D-B645-ED7CD9E49D91}" srcId="{C3CE8D9A-2F5F-E04C-AF81-B61DA3187B58}" destId="{A00DC1EC-B999-A640-8654-4E50ABDDE020}" srcOrd="2" destOrd="0" parTransId="{C1FC985A-8FE8-944A-89F3-975B9C62D138}" sibTransId="{48BA50DD-A1B0-B142-8134-1733EC7E096A}"/>
    <dgm:cxn modelId="{CEF75630-A106-2C4A-813E-06273EBC269D}" srcId="{D1D10F65-8C36-4800-AD9D-4A75930380A4}" destId="{4D7DCE72-F1C7-3648-B096-B3BF2FA1BA56}" srcOrd="1" destOrd="0" parTransId="{4130B51B-54F0-CE46-A291-A4358F1F6F5A}" sibTransId="{44AA0FEF-23B0-9044-91B0-9D01CCB0457B}"/>
    <dgm:cxn modelId="{71E7EEC5-4D9B-4A11-B4C1-05444551BD7F}" type="presOf" srcId="{9C0C5B6B-88B0-0644-95CC-DA013289C236}" destId="{520D1D2C-1114-41BF-8F7E-61F71B01A781}" srcOrd="0" destOrd="0" presId="urn:microsoft.com/office/officeart/2008/layout/LinedList"/>
    <dgm:cxn modelId="{5301664B-7D3F-4F62-89D2-EEBC14259E08}" type="presParOf" srcId="{A4615577-DB07-0E46-BAD9-752076C1E8EB}" destId="{A70494F9-BBC6-9B4D-ABE0-28B7062A7EEA}" srcOrd="0" destOrd="0" presId="urn:microsoft.com/office/officeart/2008/layout/LinedList"/>
    <dgm:cxn modelId="{7727E5F9-A82A-486E-B32F-BF4E597D3C14}" type="presParOf" srcId="{A4615577-DB07-0E46-BAD9-752076C1E8EB}" destId="{4DE94855-2BF1-EB40-B090-FE0F9B4B301E}" srcOrd="1" destOrd="0" presId="urn:microsoft.com/office/officeart/2008/layout/LinedList"/>
    <dgm:cxn modelId="{227D72D9-9EC5-4BF5-9BD6-D1B8C67A4179}" type="presParOf" srcId="{4DE94855-2BF1-EB40-B090-FE0F9B4B301E}" destId="{0FAAA673-A6AE-2E48-9396-AEC5BB305A0E}" srcOrd="0" destOrd="0" presId="urn:microsoft.com/office/officeart/2008/layout/LinedList"/>
    <dgm:cxn modelId="{90666213-37C0-4E58-9ADD-83061194972C}" type="presParOf" srcId="{4DE94855-2BF1-EB40-B090-FE0F9B4B301E}" destId="{4D92E349-5F1C-414C-955E-416A7CFBF9E9}" srcOrd="1" destOrd="0" presId="urn:microsoft.com/office/officeart/2008/layout/LinedList"/>
    <dgm:cxn modelId="{B0EDEC4A-82BC-4CB3-A6A8-D152CBCA1595}" type="presParOf" srcId="{A4615577-DB07-0E46-BAD9-752076C1E8EB}" destId="{4324E71C-51E4-4FFA-9638-472734009553}" srcOrd="2" destOrd="0" presId="urn:microsoft.com/office/officeart/2008/layout/LinedList"/>
    <dgm:cxn modelId="{103C8783-ED48-4681-8472-7FC1C26E1294}" type="presParOf" srcId="{A4615577-DB07-0E46-BAD9-752076C1E8EB}" destId="{35D4AF3C-4879-491B-8004-F3B88F6D9FB5}" srcOrd="3" destOrd="0" presId="urn:microsoft.com/office/officeart/2008/layout/LinedList"/>
    <dgm:cxn modelId="{018196D9-106C-4F51-BBDD-9952623973DC}" type="presParOf" srcId="{35D4AF3C-4879-491B-8004-F3B88F6D9FB5}" destId="{792A15AE-68CB-4B5E-A488-D8B2430819E0}" srcOrd="0" destOrd="0" presId="urn:microsoft.com/office/officeart/2008/layout/LinedList"/>
    <dgm:cxn modelId="{4ED9EFE4-9A65-4007-839C-A48729082CBA}" type="presParOf" srcId="{35D4AF3C-4879-491B-8004-F3B88F6D9FB5}" destId="{162AB6D4-F395-4B55-9519-21B610CC0382}" srcOrd="1" destOrd="0" presId="urn:microsoft.com/office/officeart/2008/layout/LinedList"/>
    <dgm:cxn modelId="{4C33BD82-BD56-4194-9EDE-77E43273CE17}" type="presParOf" srcId="{162AB6D4-F395-4B55-9519-21B610CC0382}" destId="{412C8F4B-57E8-4EE2-95F4-7EAB16DF68B6}" srcOrd="0" destOrd="0" presId="urn:microsoft.com/office/officeart/2008/layout/LinedList"/>
    <dgm:cxn modelId="{1D8C0FB3-DA4F-477C-8863-EE5A639059D6}" type="presParOf" srcId="{162AB6D4-F395-4B55-9519-21B610CC0382}" destId="{706ACAA7-2B5D-4D39-81AB-5DAABC04EC1D}" srcOrd="1" destOrd="0" presId="urn:microsoft.com/office/officeart/2008/layout/LinedList"/>
    <dgm:cxn modelId="{DCD0CB0F-13A8-4DEF-AB96-E8EEAB389BBE}" type="presParOf" srcId="{706ACAA7-2B5D-4D39-81AB-5DAABC04EC1D}" destId="{3456CDB8-701B-42F1-87C2-C295CD1E48EE}" srcOrd="0" destOrd="0" presId="urn:microsoft.com/office/officeart/2008/layout/LinedList"/>
    <dgm:cxn modelId="{1C23D83B-89E2-4C5F-91EF-B5CC11244737}" type="presParOf" srcId="{706ACAA7-2B5D-4D39-81AB-5DAABC04EC1D}" destId="{520D1D2C-1114-41BF-8F7E-61F71B01A781}" srcOrd="1" destOrd="0" presId="urn:microsoft.com/office/officeart/2008/layout/LinedList"/>
    <dgm:cxn modelId="{0B1D77F4-0F12-4864-9863-DD742E620FBE}" type="presParOf" srcId="{706ACAA7-2B5D-4D39-81AB-5DAABC04EC1D}" destId="{D6DDDC7E-F1A5-4153-9143-0972F5C1698F}" srcOrd="2" destOrd="0" presId="urn:microsoft.com/office/officeart/2008/layout/LinedList"/>
    <dgm:cxn modelId="{14F6AF0E-6912-4734-A66B-964390F7B1FD}" type="presParOf" srcId="{162AB6D4-F395-4B55-9519-21B610CC0382}" destId="{0A0EB41C-54BD-4DBD-AE20-1F9966450DC3}" srcOrd="2" destOrd="0" presId="urn:microsoft.com/office/officeart/2008/layout/LinedList"/>
    <dgm:cxn modelId="{D6BEF5B1-F752-4D2E-9C72-2F5D719D2D06}" type="presParOf" srcId="{162AB6D4-F395-4B55-9519-21B610CC0382}" destId="{BD1DC2FA-97F1-47D7-B64D-204FB692D739}" srcOrd="3" destOrd="0" presId="urn:microsoft.com/office/officeart/2008/layout/LinedList"/>
    <dgm:cxn modelId="{94501DC5-B046-40EA-A134-BE20F949B4BA}" type="presParOf" srcId="{162AB6D4-F395-4B55-9519-21B610CC0382}" destId="{AA817BFD-CFD8-4863-BA21-FE68B817CC3C}" srcOrd="4" destOrd="0" presId="urn:microsoft.com/office/officeart/2008/layout/LinedList"/>
    <dgm:cxn modelId="{03C4D239-9582-4ADB-A525-F21E6F934F22}" type="presParOf" srcId="{AA817BFD-CFD8-4863-BA21-FE68B817CC3C}" destId="{BD57D683-A942-4221-A2F2-BB0CF711AC57}" srcOrd="0" destOrd="0" presId="urn:microsoft.com/office/officeart/2008/layout/LinedList"/>
    <dgm:cxn modelId="{53F14DD8-7B3A-4607-8845-91338F3AC6CF}" type="presParOf" srcId="{AA817BFD-CFD8-4863-BA21-FE68B817CC3C}" destId="{F1E3A902-B27E-4D1E-9D62-838DBF77570E}" srcOrd="1" destOrd="0" presId="urn:microsoft.com/office/officeart/2008/layout/LinedList"/>
    <dgm:cxn modelId="{4F23EDE5-3297-46E3-B7EC-0FCB1710F4C6}" type="presParOf" srcId="{AA817BFD-CFD8-4863-BA21-FE68B817CC3C}" destId="{4F138E20-5633-4DCC-BBC2-20DFBFC7868F}" srcOrd="2" destOrd="0" presId="urn:microsoft.com/office/officeart/2008/layout/LinedList"/>
    <dgm:cxn modelId="{401C58A0-E3A0-44B7-B4E1-E5272B305B9B}" type="presParOf" srcId="{162AB6D4-F395-4B55-9519-21B610CC0382}" destId="{2B79C5B5-7045-4C8A-A0D3-ED34D320DACE}" srcOrd="5" destOrd="0" presId="urn:microsoft.com/office/officeart/2008/layout/LinedList"/>
    <dgm:cxn modelId="{53AA8D62-35B1-4899-B574-71E1D21815C6}" type="presParOf" srcId="{162AB6D4-F395-4B55-9519-21B610CC0382}" destId="{8C3B0260-807F-409D-975C-EBFF816514C3}" srcOrd="6" destOrd="0" presId="urn:microsoft.com/office/officeart/2008/layout/LinedList"/>
    <dgm:cxn modelId="{B2C6B17D-F557-46D6-9E3F-B9CEA92141B7}" type="presParOf" srcId="{162AB6D4-F395-4B55-9519-21B610CC0382}" destId="{DCC37064-A6D2-4A55-A252-3829429045E5}" srcOrd="7" destOrd="0" presId="urn:microsoft.com/office/officeart/2008/layout/LinedList"/>
    <dgm:cxn modelId="{9192D4FC-E7CD-4984-B107-C482CFEC3EA5}" type="presParOf" srcId="{DCC37064-A6D2-4A55-A252-3829429045E5}" destId="{AF620EF4-9246-40B0-95DD-0F97FD557889}" srcOrd="0" destOrd="0" presId="urn:microsoft.com/office/officeart/2008/layout/LinedList"/>
    <dgm:cxn modelId="{23FD3F96-6930-401B-9B8A-4BC681BB524E}" type="presParOf" srcId="{DCC37064-A6D2-4A55-A252-3829429045E5}" destId="{821592CB-BF1E-40A4-88FF-532C668728A8}" srcOrd="1" destOrd="0" presId="urn:microsoft.com/office/officeart/2008/layout/LinedList"/>
    <dgm:cxn modelId="{66B36BA8-E1BA-4A9F-B56D-1E46E7D8B652}" type="presParOf" srcId="{DCC37064-A6D2-4A55-A252-3829429045E5}" destId="{4A2BC687-FFD6-4EBF-9A58-5F5A5936D128}" srcOrd="2" destOrd="0" presId="urn:microsoft.com/office/officeart/2008/layout/LinedList"/>
    <dgm:cxn modelId="{DD9AE828-15E9-46A9-BC97-BD46D086CA98}" type="presParOf" srcId="{162AB6D4-F395-4B55-9519-21B610CC0382}" destId="{AFB2C275-AEA0-46EA-8FAC-DEEB17253C42}" srcOrd="8" destOrd="0" presId="urn:microsoft.com/office/officeart/2008/layout/LinedList"/>
    <dgm:cxn modelId="{DBCBE147-E411-48C1-AB6C-A7E4C66CB1F3}" type="presParOf" srcId="{162AB6D4-F395-4B55-9519-21B610CC0382}" destId="{B63F60B4-89E7-4E26-9559-C63693EDEACE}" srcOrd="9" destOrd="0" presId="urn:microsoft.com/office/officeart/2008/layout/LinedList"/>
    <dgm:cxn modelId="{281DCB55-B445-4BC3-B2C0-7E999B450177}" type="presParOf" srcId="{A4615577-DB07-0E46-BAD9-752076C1E8EB}" destId="{B2F277F3-7CF1-994E-B28A-0B3155C31199}" srcOrd="4" destOrd="0" presId="urn:microsoft.com/office/officeart/2008/layout/LinedList"/>
    <dgm:cxn modelId="{D48AA671-39FC-4D2B-828E-D20D48FCEBAF}" type="presParOf" srcId="{A4615577-DB07-0E46-BAD9-752076C1E8EB}" destId="{0C40495D-3188-9E48-A89E-F64BB2F461F5}" srcOrd="5" destOrd="0" presId="urn:microsoft.com/office/officeart/2008/layout/LinedList"/>
    <dgm:cxn modelId="{B053D9B0-822D-4E64-A59E-E19F0E69678D}" type="presParOf" srcId="{0C40495D-3188-9E48-A89E-F64BB2F461F5}" destId="{9891002C-403A-A043-B663-E6FEB51C2557}" srcOrd="0" destOrd="0" presId="urn:microsoft.com/office/officeart/2008/layout/LinedList"/>
    <dgm:cxn modelId="{E5E4276E-612C-4F64-9575-89CA49B10732}" type="presParOf" srcId="{0C40495D-3188-9E48-A89E-F64BB2F461F5}" destId="{84783DB1-8E64-8549-92F0-B23833CEE8B0}" srcOrd="1" destOrd="0" presId="urn:microsoft.com/office/officeart/2008/layout/LinedList"/>
    <dgm:cxn modelId="{542483D7-4D23-431A-BDAC-E0ECC67DC75C}" type="presParOf" srcId="{84783DB1-8E64-8549-92F0-B23833CEE8B0}" destId="{7639A2F8-0310-4BED-B4BD-EAB6A5C40B77}" srcOrd="0" destOrd="0" presId="urn:microsoft.com/office/officeart/2008/layout/LinedList"/>
    <dgm:cxn modelId="{CD543C0C-930F-43F5-90E4-C0CF2D21A24F}" type="presParOf" srcId="{84783DB1-8E64-8549-92F0-B23833CEE8B0}" destId="{6A69390F-9BF9-4ABA-8159-EAF93506C37D}" srcOrd="1" destOrd="0" presId="urn:microsoft.com/office/officeart/2008/layout/LinedList"/>
    <dgm:cxn modelId="{ED28EDF3-5BBE-45D3-ABA0-B320CD5697C6}" type="presParOf" srcId="{6A69390F-9BF9-4ABA-8159-EAF93506C37D}" destId="{80389192-84FD-488B-A175-87A5FB0572BA}" srcOrd="0" destOrd="0" presId="urn:microsoft.com/office/officeart/2008/layout/LinedList"/>
    <dgm:cxn modelId="{26B05BBA-9D0C-43A6-A88A-CC21511EFF1F}" type="presParOf" srcId="{6A69390F-9BF9-4ABA-8159-EAF93506C37D}" destId="{CECABC1D-D0D2-4346-AB17-5BDF3AE0B320}" srcOrd="1" destOrd="0" presId="urn:microsoft.com/office/officeart/2008/layout/LinedList"/>
    <dgm:cxn modelId="{73ECD30E-675F-4013-8550-430DDDF383DA}" type="presParOf" srcId="{6A69390F-9BF9-4ABA-8159-EAF93506C37D}" destId="{C56FE37B-F98C-4D15-95CF-6DC56554B5B4}" srcOrd="2" destOrd="0" presId="urn:microsoft.com/office/officeart/2008/layout/LinedList"/>
    <dgm:cxn modelId="{5EDAFF07-AAD2-4F7B-A68C-D8579605BE9C}" type="presParOf" srcId="{84783DB1-8E64-8549-92F0-B23833CEE8B0}" destId="{5D84D3DB-F553-4712-A813-E34BD39795E9}" srcOrd="2" destOrd="0" presId="urn:microsoft.com/office/officeart/2008/layout/LinedList"/>
    <dgm:cxn modelId="{10CBEAF9-152E-4EEA-AEF1-F0E2D9360811}" type="presParOf" srcId="{84783DB1-8E64-8549-92F0-B23833CEE8B0}" destId="{2128B8DA-3804-468D-B525-5F0093F85BA2}" srcOrd="3" destOrd="0" presId="urn:microsoft.com/office/officeart/2008/layout/LinedList"/>
    <dgm:cxn modelId="{676AD124-11CF-4AAA-BEA4-C32B4C0E8E10}" type="presParOf" srcId="{84783DB1-8E64-8549-92F0-B23833CEE8B0}" destId="{4F42B568-F39A-4181-8658-EC1C2143BBA0}" srcOrd="4" destOrd="0" presId="urn:microsoft.com/office/officeart/2008/layout/LinedList"/>
    <dgm:cxn modelId="{86197941-A067-4B23-8F48-883B9CFC9756}" type="presParOf" srcId="{4F42B568-F39A-4181-8658-EC1C2143BBA0}" destId="{4F8359BF-8C47-4A90-A343-AF5BDC5F9DE8}" srcOrd="0" destOrd="0" presId="urn:microsoft.com/office/officeart/2008/layout/LinedList"/>
    <dgm:cxn modelId="{FD14128C-1FD9-47BE-9857-920247E05BFE}" type="presParOf" srcId="{4F42B568-F39A-4181-8658-EC1C2143BBA0}" destId="{70B24025-E2C6-417F-99E1-3AE2064C772D}" srcOrd="1" destOrd="0" presId="urn:microsoft.com/office/officeart/2008/layout/LinedList"/>
    <dgm:cxn modelId="{288A3110-E589-4833-B180-7965F000E350}" type="presParOf" srcId="{4F42B568-F39A-4181-8658-EC1C2143BBA0}" destId="{7CEB9B09-60D8-4882-A2D8-38EF68D5C19F}" srcOrd="2" destOrd="0" presId="urn:microsoft.com/office/officeart/2008/layout/LinedList"/>
    <dgm:cxn modelId="{F875285D-820C-4A43-B363-548235870722}" type="presParOf" srcId="{84783DB1-8E64-8549-92F0-B23833CEE8B0}" destId="{5E350EE4-2D6A-4A16-A0FE-9FACA9074727}" srcOrd="5" destOrd="0" presId="urn:microsoft.com/office/officeart/2008/layout/LinedList"/>
    <dgm:cxn modelId="{BA321C4F-A477-4066-8BC0-51C9773781A8}" type="presParOf" srcId="{84783DB1-8E64-8549-92F0-B23833CEE8B0}" destId="{9BB5AFB5-07F7-4132-85A2-44E6D0516C88}" srcOrd="6" destOrd="0" presId="urn:microsoft.com/office/officeart/2008/layout/LinedList"/>
    <dgm:cxn modelId="{EFA867B4-1576-42B2-A6AE-C27AF7AD4257}" type="presParOf" srcId="{84783DB1-8E64-8549-92F0-B23833CEE8B0}" destId="{CFD8E1A3-90D3-46A8-AE85-EB36E0237BB5}" srcOrd="7" destOrd="0" presId="urn:microsoft.com/office/officeart/2008/layout/LinedList"/>
    <dgm:cxn modelId="{F94467EA-733B-461A-B0E5-4FA9A6307A4C}" type="presParOf" srcId="{CFD8E1A3-90D3-46A8-AE85-EB36E0237BB5}" destId="{274EF02C-7D1A-409B-A859-EE71E535A688}" srcOrd="0" destOrd="0" presId="urn:microsoft.com/office/officeart/2008/layout/LinedList"/>
    <dgm:cxn modelId="{0736F011-94D5-4559-A3DA-D046B0AFDF46}" type="presParOf" srcId="{CFD8E1A3-90D3-46A8-AE85-EB36E0237BB5}" destId="{1AB85A7C-0FFD-4546-B83C-987E91EDF1C9}" srcOrd="1" destOrd="0" presId="urn:microsoft.com/office/officeart/2008/layout/LinedList"/>
    <dgm:cxn modelId="{B76FF98A-9EA2-4295-882B-BB51D4424078}" type="presParOf" srcId="{CFD8E1A3-90D3-46A8-AE85-EB36E0237BB5}" destId="{6F7BAE7F-F22E-4343-8455-8D1D04AE6291}" srcOrd="2" destOrd="0" presId="urn:microsoft.com/office/officeart/2008/layout/LinedList"/>
    <dgm:cxn modelId="{B7A4EF42-ECA2-4AC3-8E40-4349527640C0}" type="presParOf" srcId="{84783DB1-8E64-8549-92F0-B23833CEE8B0}" destId="{DF72560F-E95F-423D-A8FF-AAE8DAA00A74}" srcOrd="8" destOrd="0" presId="urn:microsoft.com/office/officeart/2008/layout/LinedList"/>
    <dgm:cxn modelId="{E72D534B-A130-4BB7-8CB7-582F011BF8FC}" type="presParOf" srcId="{84783DB1-8E64-8549-92F0-B23833CEE8B0}" destId="{D8D1CF1A-EF09-4022-8D03-FD002D4FE754}" srcOrd="9" destOrd="0" presId="urn:microsoft.com/office/officeart/2008/layout/LinedList"/>
    <dgm:cxn modelId="{08ED7780-737F-4B1F-8031-06DA75E2DBE6}" type="presParOf" srcId="{84783DB1-8E64-8549-92F0-B23833CEE8B0}" destId="{00451E5C-D19E-4AC4-8C6F-60950BA475F2}" srcOrd="10" destOrd="0" presId="urn:microsoft.com/office/officeart/2008/layout/LinedList"/>
    <dgm:cxn modelId="{6AFFE313-AD81-4C6F-9D6E-976F589D5246}" type="presParOf" srcId="{00451E5C-D19E-4AC4-8C6F-60950BA475F2}" destId="{3C367370-E70B-40CC-9DCF-3FC0C33EDE1B}" srcOrd="0" destOrd="0" presId="urn:microsoft.com/office/officeart/2008/layout/LinedList"/>
    <dgm:cxn modelId="{A06CB0F5-4D6A-4FE3-9031-E2A910D2C081}" type="presParOf" srcId="{00451E5C-D19E-4AC4-8C6F-60950BA475F2}" destId="{EDBBCE88-88E0-4C06-BA01-B4EFB6C685E1}" srcOrd="1" destOrd="0" presId="urn:microsoft.com/office/officeart/2008/layout/LinedList"/>
    <dgm:cxn modelId="{2ABDC69C-A954-4CA0-9079-29FE28022EA6}" type="presParOf" srcId="{00451E5C-D19E-4AC4-8C6F-60950BA475F2}" destId="{5EA7847F-7A65-4DE6-AFB0-0784772E4EA1}" srcOrd="2" destOrd="0" presId="urn:microsoft.com/office/officeart/2008/layout/LinedList"/>
    <dgm:cxn modelId="{9740C9AC-CC19-4B5D-B6E3-AAAC1A2A852F}" type="presParOf" srcId="{84783DB1-8E64-8549-92F0-B23833CEE8B0}" destId="{22FFB06E-FF71-449B-9AA1-BDA4A6D85DF8}" srcOrd="11" destOrd="0" presId="urn:microsoft.com/office/officeart/2008/layout/LinedList"/>
    <dgm:cxn modelId="{2976E8B3-762F-4E33-8339-0470E145A0CE}" type="presParOf" srcId="{84783DB1-8E64-8549-92F0-B23833CEE8B0}" destId="{D29BEB5B-2E19-4BA8-823B-ABEF6ECE6E88}" srcOrd="12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324E71C-51E4-4FFA-9638-472734009553}">
      <dsp:nvSpPr>
        <dsp:cNvPr id="0" name=""/>
        <dsp:cNvSpPr/>
      </dsp:nvSpPr>
      <dsp:spPr>
        <a:xfrm>
          <a:off x="0" y="0"/>
          <a:ext cx="7486835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792A15AE-68CB-4B5E-A488-D8B2430819E0}">
      <dsp:nvSpPr>
        <dsp:cNvPr id="0" name=""/>
        <dsp:cNvSpPr/>
      </dsp:nvSpPr>
      <dsp:spPr>
        <a:xfrm>
          <a:off x="0" y="0"/>
          <a:ext cx="1497367" cy="228215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t" anchorCtr="0">
          <a:noAutofit/>
        </a:bodyPr>
        <a:lstStyle/>
        <a:p>
          <a:pPr lvl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2200" kern="1200" dirty="0"/>
            <a:t>Calidad</a:t>
          </a:r>
        </a:p>
      </dsp:txBody>
      <dsp:txXfrm>
        <a:off x="0" y="0"/>
        <a:ext cx="1497367" cy="2282151"/>
      </dsp:txXfrm>
    </dsp:sp>
    <dsp:sp modelId="{520D1D2C-1114-41BF-8F7E-61F71B01A781}">
      <dsp:nvSpPr>
        <dsp:cNvPr id="0" name=""/>
        <dsp:cNvSpPr/>
      </dsp:nvSpPr>
      <dsp:spPr>
        <a:xfrm>
          <a:off x="1609669" y="35658"/>
          <a:ext cx="5877165" cy="71317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lvl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2400" kern="1200" dirty="0"/>
            <a:t>Planificación de la calidad</a:t>
          </a:r>
        </a:p>
      </dsp:txBody>
      <dsp:txXfrm>
        <a:off x="1609669" y="35658"/>
        <a:ext cx="5877165" cy="713172"/>
      </dsp:txXfrm>
    </dsp:sp>
    <dsp:sp modelId="{0A0EB41C-54BD-4DBD-AE20-1F9966450DC3}">
      <dsp:nvSpPr>
        <dsp:cNvPr id="0" name=""/>
        <dsp:cNvSpPr/>
      </dsp:nvSpPr>
      <dsp:spPr>
        <a:xfrm>
          <a:off x="1497367" y="748830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F1E3A902-B27E-4D1E-9D62-838DBF77570E}">
      <dsp:nvSpPr>
        <dsp:cNvPr id="0" name=""/>
        <dsp:cNvSpPr/>
      </dsp:nvSpPr>
      <dsp:spPr>
        <a:xfrm>
          <a:off x="1609669" y="784489"/>
          <a:ext cx="5877165" cy="71317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lvl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2400" kern="1200" dirty="0"/>
            <a:t>Realizar el aseguramiento</a:t>
          </a:r>
          <a:r>
            <a:rPr lang="es-ES" sz="2400" kern="1200" baseline="0" dirty="0"/>
            <a:t> de calidad</a:t>
          </a:r>
          <a:endParaRPr lang="es-ES" sz="2400" kern="1200" dirty="0"/>
        </a:p>
      </dsp:txBody>
      <dsp:txXfrm>
        <a:off x="1609669" y="784489"/>
        <a:ext cx="5877165" cy="713172"/>
      </dsp:txXfrm>
    </dsp:sp>
    <dsp:sp modelId="{2B79C5B5-7045-4C8A-A0D3-ED34D320DACE}">
      <dsp:nvSpPr>
        <dsp:cNvPr id="0" name=""/>
        <dsp:cNvSpPr/>
      </dsp:nvSpPr>
      <dsp:spPr>
        <a:xfrm>
          <a:off x="1497367" y="1497661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821592CB-BF1E-40A4-88FF-532C668728A8}">
      <dsp:nvSpPr>
        <dsp:cNvPr id="0" name=""/>
        <dsp:cNvSpPr/>
      </dsp:nvSpPr>
      <dsp:spPr>
        <a:xfrm>
          <a:off x="1609669" y="1533320"/>
          <a:ext cx="5877165" cy="71317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lvl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2400" kern="1200" dirty="0"/>
            <a:t>Controlar</a:t>
          </a:r>
          <a:r>
            <a:rPr lang="es-ES" sz="2400" kern="1200" baseline="0" dirty="0"/>
            <a:t> la calidad</a:t>
          </a:r>
          <a:endParaRPr lang="es-ES" sz="2400" kern="1200" dirty="0"/>
        </a:p>
      </dsp:txBody>
      <dsp:txXfrm>
        <a:off x="1609669" y="1533320"/>
        <a:ext cx="5877165" cy="713172"/>
      </dsp:txXfrm>
    </dsp:sp>
    <dsp:sp modelId="{AFB2C275-AEA0-46EA-8FAC-DEEB17253C42}">
      <dsp:nvSpPr>
        <dsp:cNvPr id="0" name=""/>
        <dsp:cNvSpPr/>
      </dsp:nvSpPr>
      <dsp:spPr>
        <a:xfrm>
          <a:off x="1497367" y="2246492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B2F277F3-7CF1-994E-B28A-0B3155C31199}">
      <dsp:nvSpPr>
        <dsp:cNvPr id="0" name=""/>
        <dsp:cNvSpPr/>
      </dsp:nvSpPr>
      <dsp:spPr>
        <a:xfrm>
          <a:off x="0" y="2254012"/>
          <a:ext cx="7486835" cy="0"/>
        </a:xfrm>
        <a:prstGeom prst="line">
          <a:avLst/>
        </a:prstGeom>
        <a:gradFill rotWithShape="0">
          <a:gsLst>
            <a:gs pos="0">
              <a:schemeClr val="accent3">
                <a:hueOff val="2541193"/>
                <a:satOff val="-25720"/>
                <a:lumOff val="-98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2541193"/>
                <a:satOff val="-25720"/>
                <a:lumOff val="-98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2541193"/>
                <a:satOff val="-25720"/>
                <a:lumOff val="-98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2541193"/>
              <a:satOff val="-25720"/>
              <a:lumOff val="-98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9891002C-403A-A043-B663-E6FEB51C2557}">
      <dsp:nvSpPr>
        <dsp:cNvPr id="0" name=""/>
        <dsp:cNvSpPr/>
      </dsp:nvSpPr>
      <dsp:spPr>
        <a:xfrm>
          <a:off x="0" y="2282151"/>
          <a:ext cx="1497367" cy="228215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t" anchorCtr="0">
          <a:noAutofit/>
        </a:bodyPr>
        <a:lstStyle/>
        <a:p>
          <a:pPr lvl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2200" kern="1200" dirty="0"/>
            <a:t>Recursos Humanos</a:t>
          </a:r>
        </a:p>
      </dsp:txBody>
      <dsp:txXfrm>
        <a:off x="0" y="2282151"/>
        <a:ext cx="1497367" cy="2282151"/>
      </dsp:txXfrm>
    </dsp:sp>
    <dsp:sp modelId="{CECABC1D-D0D2-4346-AB17-5BDF3AE0B320}">
      <dsp:nvSpPr>
        <dsp:cNvPr id="0" name=""/>
        <dsp:cNvSpPr/>
      </dsp:nvSpPr>
      <dsp:spPr>
        <a:xfrm>
          <a:off x="1609669" y="2308978"/>
          <a:ext cx="5877165" cy="53655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lvl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2400" kern="1200" dirty="0"/>
            <a:t>Planificación de los RRHH</a:t>
          </a:r>
        </a:p>
      </dsp:txBody>
      <dsp:txXfrm>
        <a:off x="1609669" y="2308978"/>
        <a:ext cx="5877165" cy="536550"/>
      </dsp:txXfrm>
    </dsp:sp>
    <dsp:sp modelId="{5D84D3DB-F553-4712-A813-E34BD39795E9}">
      <dsp:nvSpPr>
        <dsp:cNvPr id="0" name=""/>
        <dsp:cNvSpPr/>
      </dsp:nvSpPr>
      <dsp:spPr>
        <a:xfrm>
          <a:off x="1497367" y="2845529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70B24025-E2C6-417F-99E1-3AE2064C772D}">
      <dsp:nvSpPr>
        <dsp:cNvPr id="0" name=""/>
        <dsp:cNvSpPr/>
      </dsp:nvSpPr>
      <dsp:spPr>
        <a:xfrm>
          <a:off x="1609669" y="2872356"/>
          <a:ext cx="5877165" cy="53655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lvl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2400" kern="1200" dirty="0"/>
            <a:t>Adquirir el equipo de trabajo</a:t>
          </a:r>
        </a:p>
      </dsp:txBody>
      <dsp:txXfrm>
        <a:off x="1609669" y="2872356"/>
        <a:ext cx="5877165" cy="536550"/>
      </dsp:txXfrm>
    </dsp:sp>
    <dsp:sp modelId="{5E350EE4-2D6A-4A16-A0FE-9FACA9074727}">
      <dsp:nvSpPr>
        <dsp:cNvPr id="0" name=""/>
        <dsp:cNvSpPr/>
      </dsp:nvSpPr>
      <dsp:spPr>
        <a:xfrm>
          <a:off x="1497367" y="3408907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1AB85A7C-0FFD-4546-B83C-987E91EDF1C9}">
      <dsp:nvSpPr>
        <dsp:cNvPr id="0" name=""/>
        <dsp:cNvSpPr/>
      </dsp:nvSpPr>
      <dsp:spPr>
        <a:xfrm>
          <a:off x="1609669" y="3435734"/>
          <a:ext cx="5877165" cy="53655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lvl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2400" kern="1200" dirty="0"/>
            <a:t>Desarrollar el equipo del proyecto</a:t>
          </a:r>
        </a:p>
      </dsp:txBody>
      <dsp:txXfrm>
        <a:off x="1609669" y="3435734"/>
        <a:ext cx="5877165" cy="536550"/>
      </dsp:txXfrm>
    </dsp:sp>
    <dsp:sp modelId="{DF72560F-E95F-423D-A8FF-AAE8DAA00A74}">
      <dsp:nvSpPr>
        <dsp:cNvPr id="0" name=""/>
        <dsp:cNvSpPr/>
      </dsp:nvSpPr>
      <dsp:spPr>
        <a:xfrm>
          <a:off x="1497367" y="3972285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EDBBCE88-88E0-4C06-BA01-B4EFB6C685E1}">
      <dsp:nvSpPr>
        <dsp:cNvPr id="0" name=""/>
        <dsp:cNvSpPr/>
      </dsp:nvSpPr>
      <dsp:spPr>
        <a:xfrm>
          <a:off x="1609669" y="3999113"/>
          <a:ext cx="5877165" cy="53655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lvl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2400" kern="1200" dirty="0"/>
            <a:t>Dirigir el equipo del proyecto</a:t>
          </a:r>
        </a:p>
      </dsp:txBody>
      <dsp:txXfrm>
        <a:off x="1609669" y="3999113"/>
        <a:ext cx="5877165" cy="536550"/>
      </dsp:txXfrm>
    </dsp:sp>
    <dsp:sp modelId="{22FFB06E-FF71-449B-9AA1-BDA4A6D85DF8}">
      <dsp:nvSpPr>
        <dsp:cNvPr id="0" name=""/>
        <dsp:cNvSpPr/>
      </dsp:nvSpPr>
      <dsp:spPr>
        <a:xfrm>
          <a:off x="1497367" y="4535663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424BBEB-B53A-4BAE-9AA3-7349701FD205}">
      <dsp:nvSpPr>
        <dsp:cNvPr id="0" name=""/>
        <dsp:cNvSpPr/>
      </dsp:nvSpPr>
      <dsp:spPr>
        <a:xfrm>
          <a:off x="-6126981" y="-937410"/>
          <a:ext cx="7293488" cy="7293488"/>
        </a:xfrm>
        <a:prstGeom prst="blockArc">
          <a:avLst>
            <a:gd name="adj1" fmla="val 18900000"/>
            <a:gd name="adj2" fmla="val 2700000"/>
            <a:gd name="adj3" fmla="val 296"/>
          </a:avLst>
        </a:prstGeom>
        <a:noFill/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E9CFAB5-6530-43DC-BD52-AE67075EA74A}">
      <dsp:nvSpPr>
        <dsp:cNvPr id="0" name=""/>
        <dsp:cNvSpPr/>
      </dsp:nvSpPr>
      <dsp:spPr>
        <a:xfrm>
          <a:off x="610504" y="416587"/>
          <a:ext cx="7440913" cy="833607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61676" tIns="93980" rIns="93980" bIns="93980" numCol="1" spcCol="1270" anchor="ctr" anchorCtr="0">
          <a:noAutofit/>
        </a:bodyPr>
        <a:lstStyle/>
        <a:p>
          <a:pPr lvl="0" algn="l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_tradnl" sz="3700" kern="1200" dirty="0"/>
            <a:t>Plan de gestión de calidad</a:t>
          </a:r>
        </a:p>
      </dsp:txBody>
      <dsp:txXfrm>
        <a:off x="610504" y="416587"/>
        <a:ext cx="7440913" cy="833607"/>
      </dsp:txXfrm>
    </dsp:sp>
    <dsp:sp modelId="{2E3A7CCC-AD74-4634-9862-9ED327ADCE6A}">
      <dsp:nvSpPr>
        <dsp:cNvPr id="0" name=""/>
        <dsp:cNvSpPr/>
      </dsp:nvSpPr>
      <dsp:spPr>
        <a:xfrm>
          <a:off x="89500" y="312386"/>
          <a:ext cx="1042009" cy="1042009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A71267A-8A01-4F05-9A6D-CBED4D7308AE}">
      <dsp:nvSpPr>
        <dsp:cNvPr id="0" name=""/>
        <dsp:cNvSpPr/>
      </dsp:nvSpPr>
      <dsp:spPr>
        <a:xfrm>
          <a:off x="1088431" y="1667215"/>
          <a:ext cx="6962986" cy="833607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61676" tIns="93980" rIns="93980" bIns="93980" numCol="1" spcCol="1270" anchor="ctr" anchorCtr="0">
          <a:noAutofit/>
        </a:bodyPr>
        <a:lstStyle/>
        <a:p>
          <a:pPr lvl="0" algn="l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_tradnl" sz="3700" kern="1200" dirty="0"/>
            <a:t>Métricas de calidad</a:t>
          </a:r>
        </a:p>
      </dsp:txBody>
      <dsp:txXfrm>
        <a:off x="1088431" y="1667215"/>
        <a:ext cx="6962986" cy="833607"/>
      </dsp:txXfrm>
    </dsp:sp>
    <dsp:sp modelId="{C7DD3862-EA8E-4D72-9F7F-C4EF5C5B048C}">
      <dsp:nvSpPr>
        <dsp:cNvPr id="0" name=""/>
        <dsp:cNvSpPr/>
      </dsp:nvSpPr>
      <dsp:spPr>
        <a:xfrm>
          <a:off x="567426" y="1563014"/>
          <a:ext cx="1042009" cy="1042009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F15CA57-99EB-4A49-BEDA-B87C1719DA6F}">
      <dsp:nvSpPr>
        <dsp:cNvPr id="0" name=""/>
        <dsp:cNvSpPr/>
      </dsp:nvSpPr>
      <dsp:spPr>
        <a:xfrm>
          <a:off x="1088431" y="2917843"/>
          <a:ext cx="6962986" cy="833607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61676" tIns="93980" rIns="93980" bIns="93980" numCol="1" spcCol="1270" anchor="ctr" anchorCtr="0">
          <a:noAutofit/>
        </a:bodyPr>
        <a:lstStyle/>
        <a:p>
          <a:pPr lvl="0" algn="l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_tradnl" sz="3700" kern="1200" dirty="0"/>
            <a:t>Listas de verificación </a:t>
          </a:r>
        </a:p>
      </dsp:txBody>
      <dsp:txXfrm>
        <a:off x="1088431" y="2917843"/>
        <a:ext cx="6962986" cy="833607"/>
      </dsp:txXfrm>
    </dsp:sp>
    <dsp:sp modelId="{3372E0D7-7345-40DF-BBA2-A743623239FA}">
      <dsp:nvSpPr>
        <dsp:cNvPr id="0" name=""/>
        <dsp:cNvSpPr/>
      </dsp:nvSpPr>
      <dsp:spPr>
        <a:xfrm>
          <a:off x="567426" y="2813642"/>
          <a:ext cx="1042009" cy="1042009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4945275-FECF-4A96-ADC7-1C2E0846DBE4}">
      <dsp:nvSpPr>
        <dsp:cNvPr id="0" name=""/>
        <dsp:cNvSpPr/>
      </dsp:nvSpPr>
      <dsp:spPr>
        <a:xfrm>
          <a:off x="610504" y="4168472"/>
          <a:ext cx="7440913" cy="833607"/>
        </a:xfrm>
        <a:prstGeom prst="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61676" tIns="93980" rIns="93980" bIns="93980" numCol="1" spcCol="1270" anchor="ctr" anchorCtr="0">
          <a:noAutofit/>
        </a:bodyPr>
        <a:lstStyle/>
        <a:p>
          <a:pPr lvl="0" algn="l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_tradnl" sz="3700" kern="1200" dirty="0"/>
            <a:t>Plan de mejoras del proceso</a:t>
          </a:r>
        </a:p>
      </dsp:txBody>
      <dsp:txXfrm>
        <a:off x="610504" y="4168472"/>
        <a:ext cx="7440913" cy="833607"/>
      </dsp:txXfrm>
    </dsp:sp>
    <dsp:sp modelId="{20BA1873-8175-425E-8748-05879752D31B}">
      <dsp:nvSpPr>
        <dsp:cNvPr id="0" name=""/>
        <dsp:cNvSpPr/>
      </dsp:nvSpPr>
      <dsp:spPr>
        <a:xfrm>
          <a:off x="89500" y="4064271"/>
          <a:ext cx="1042009" cy="1042009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77D0E02-146F-4633-9106-BCB80C1B967B}">
      <dsp:nvSpPr>
        <dsp:cNvPr id="0" name=""/>
        <dsp:cNvSpPr/>
      </dsp:nvSpPr>
      <dsp:spPr>
        <a:xfrm rot="5400000">
          <a:off x="-236434" y="238785"/>
          <a:ext cx="1576227" cy="1103359"/>
        </a:xfrm>
        <a:prstGeom prst="chevron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lvl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_tradnl" sz="1400" b="1" kern="1200" dirty="0">
              <a:solidFill>
                <a:schemeClr val="tx1"/>
              </a:solidFill>
            </a:rPr>
            <a:t>Actividad a mejorar</a:t>
          </a:r>
        </a:p>
      </dsp:txBody>
      <dsp:txXfrm rot="-5400000">
        <a:off x="1" y="554031"/>
        <a:ext cx="1103359" cy="472868"/>
      </dsp:txXfrm>
    </dsp:sp>
    <dsp:sp modelId="{A23A205F-38EA-466D-A73B-94A53A1CB6CA}">
      <dsp:nvSpPr>
        <dsp:cNvPr id="0" name=""/>
        <dsp:cNvSpPr/>
      </dsp:nvSpPr>
      <dsp:spPr>
        <a:xfrm rot="5400000">
          <a:off x="3581338" y="-2475627"/>
          <a:ext cx="1024548" cy="598050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4912" tIns="16510" rIns="16510" bIns="16510" numCol="1" spcCol="1270" anchor="ctr" anchorCtr="0">
          <a:noAutofit/>
        </a:bodyPr>
        <a:lstStyle/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s-ES_tradnl" sz="2600" kern="1200" dirty="0"/>
            <a:t>Resultado de listas de verificación</a:t>
          </a:r>
        </a:p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s-ES_tradnl" sz="2600" kern="1200" dirty="0"/>
            <a:t>Monitorización y control</a:t>
          </a:r>
        </a:p>
      </dsp:txBody>
      <dsp:txXfrm rot="-5400000">
        <a:off x="1103360" y="52365"/>
        <a:ext cx="5930491" cy="924520"/>
      </dsp:txXfrm>
    </dsp:sp>
    <dsp:sp modelId="{719A3758-D0A2-4275-8304-A137EF0402C7}">
      <dsp:nvSpPr>
        <dsp:cNvPr id="0" name=""/>
        <dsp:cNvSpPr/>
      </dsp:nvSpPr>
      <dsp:spPr>
        <a:xfrm rot="5400000">
          <a:off x="-236434" y="1620671"/>
          <a:ext cx="1576227" cy="1103359"/>
        </a:xfrm>
        <a:prstGeom prst="chevron">
          <a:avLst/>
        </a:prstGeom>
        <a:solidFill>
          <a:schemeClr val="accent4">
            <a:hueOff val="2399126"/>
            <a:satOff val="-220"/>
            <a:lumOff val="686"/>
            <a:alphaOff val="0"/>
          </a:schemeClr>
        </a:solidFill>
        <a:ln w="12700" cap="flat" cmpd="sng" algn="ctr">
          <a:solidFill>
            <a:schemeClr val="accent4">
              <a:hueOff val="2399126"/>
              <a:satOff val="-220"/>
              <a:lumOff val="686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lvl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_tradnl" sz="1400" b="1" kern="1200" dirty="0">
              <a:solidFill>
                <a:schemeClr val="tx1"/>
              </a:solidFill>
            </a:rPr>
            <a:t>Estudio de mejora</a:t>
          </a:r>
        </a:p>
      </dsp:txBody>
      <dsp:txXfrm rot="-5400000">
        <a:off x="1" y="1935917"/>
        <a:ext cx="1103359" cy="472868"/>
      </dsp:txXfrm>
    </dsp:sp>
    <dsp:sp modelId="{D87B9659-AB68-41CE-8186-623A5B13B042}">
      <dsp:nvSpPr>
        <dsp:cNvPr id="0" name=""/>
        <dsp:cNvSpPr/>
      </dsp:nvSpPr>
      <dsp:spPr>
        <a:xfrm rot="5400000">
          <a:off x="3581338" y="-1093741"/>
          <a:ext cx="1024548" cy="598050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hueOff val="2399126"/>
              <a:satOff val="-220"/>
              <a:lumOff val="686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4912" tIns="16510" rIns="16510" bIns="16510" numCol="1" spcCol="1270" anchor="ctr" anchorCtr="0">
          <a:noAutofit/>
        </a:bodyPr>
        <a:lstStyle/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s-ES_tradnl" sz="2600" kern="1200" dirty="0"/>
            <a:t>¿Problema</a:t>
          </a:r>
          <a:r>
            <a:rPr lang="es-ES_tradnl" sz="2600" kern="1200" dirty="0">
              <a:latin typeface="Century Gothic" panose="020B0502020202020204" pitchFamily="34" charset="0"/>
            </a:rPr>
            <a:t>?</a:t>
          </a:r>
          <a:r>
            <a:rPr lang="es-ES_tradnl" sz="2600" kern="1200" dirty="0"/>
            <a:t> -&gt; Causa/s</a:t>
          </a:r>
        </a:p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s-ES_tradnl" sz="2600" kern="1200" dirty="0"/>
            <a:t>Posibles soluciones</a:t>
          </a:r>
        </a:p>
      </dsp:txBody>
      <dsp:txXfrm rot="-5400000">
        <a:off x="1103360" y="1434251"/>
        <a:ext cx="5930491" cy="924520"/>
      </dsp:txXfrm>
    </dsp:sp>
    <dsp:sp modelId="{99C6DDC6-4BD7-4FE3-8827-B93EB2F50D9F}">
      <dsp:nvSpPr>
        <dsp:cNvPr id="0" name=""/>
        <dsp:cNvSpPr/>
      </dsp:nvSpPr>
      <dsp:spPr>
        <a:xfrm rot="5400000">
          <a:off x="-236434" y="3002558"/>
          <a:ext cx="1576227" cy="1103359"/>
        </a:xfrm>
        <a:prstGeom prst="chevron">
          <a:avLst/>
        </a:prstGeom>
        <a:solidFill>
          <a:schemeClr val="accent4">
            <a:hueOff val="4798252"/>
            <a:satOff val="-440"/>
            <a:lumOff val="1373"/>
            <a:alphaOff val="0"/>
          </a:schemeClr>
        </a:solidFill>
        <a:ln w="12700" cap="flat" cmpd="sng" algn="ctr">
          <a:solidFill>
            <a:schemeClr val="accent4">
              <a:hueOff val="4798252"/>
              <a:satOff val="-440"/>
              <a:lumOff val="1373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lvl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_tradnl" sz="1400" b="1" kern="1200" dirty="0">
              <a:solidFill>
                <a:schemeClr val="tx1"/>
              </a:solidFill>
            </a:rPr>
            <a:t>Aceptación de cambios</a:t>
          </a:r>
        </a:p>
      </dsp:txBody>
      <dsp:txXfrm rot="-5400000">
        <a:off x="1" y="3317804"/>
        <a:ext cx="1103359" cy="472868"/>
      </dsp:txXfrm>
    </dsp:sp>
    <dsp:sp modelId="{2162F8AB-9CD8-41C6-BCC5-1C58C137DF6E}">
      <dsp:nvSpPr>
        <dsp:cNvPr id="0" name=""/>
        <dsp:cNvSpPr/>
      </dsp:nvSpPr>
      <dsp:spPr>
        <a:xfrm rot="5400000">
          <a:off x="3581338" y="288145"/>
          <a:ext cx="1024548" cy="598050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hueOff val="4798252"/>
              <a:satOff val="-440"/>
              <a:lumOff val="1373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4912" tIns="16510" rIns="16510" bIns="16510" numCol="1" spcCol="1270" anchor="ctr" anchorCtr="0">
          <a:noAutofit/>
        </a:bodyPr>
        <a:lstStyle/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s-ES_tradnl" sz="2600" kern="1200" dirty="0"/>
            <a:t>Project Manager</a:t>
          </a:r>
        </a:p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s-ES_tradnl" sz="2600" kern="1200" dirty="0"/>
            <a:t>PMO</a:t>
          </a:r>
        </a:p>
      </dsp:txBody>
      <dsp:txXfrm rot="-5400000">
        <a:off x="1103360" y="2816137"/>
        <a:ext cx="5930491" cy="924520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70494F9-BBC6-9B4D-ABE0-28B7062A7EEA}">
      <dsp:nvSpPr>
        <dsp:cNvPr id="0" name=""/>
        <dsp:cNvSpPr/>
      </dsp:nvSpPr>
      <dsp:spPr>
        <a:xfrm>
          <a:off x="0" y="0"/>
          <a:ext cx="7486835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0FAAA673-A6AE-2E48-9396-AEC5BB305A0E}">
      <dsp:nvSpPr>
        <dsp:cNvPr id="0" name=""/>
        <dsp:cNvSpPr/>
      </dsp:nvSpPr>
      <dsp:spPr>
        <a:xfrm>
          <a:off x="0" y="595"/>
          <a:ext cx="1497367" cy="72089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lvl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700" kern="1200" dirty="0"/>
            <a:t>Introducción</a:t>
          </a:r>
        </a:p>
      </dsp:txBody>
      <dsp:txXfrm>
        <a:off x="0" y="595"/>
        <a:ext cx="1497367" cy="720895"/>
      </dsp:txXfrm>
    </dsp:sp>
    <dsp:sp modelId="{4324E71C-51E4-4FFA-9638-472734009553}">
      <dsp:nvSpPr>
        <dsp:cNvPr id="0" name=""/>
        <dsp:cNvSpPr/>
      </dsp:nvSpPr>
      <dsp:spPr>
        <a:xfrm>
          <a:off x="0" y="0"/>
          <a:ext cx="7486835" cy="0"/>
        </a:xfrm>
        <a:prstGeom prst="line">
          <a:avLst/>
        </a:prstGeom>
        <a:gradFill rotWithShape="0">
          <a:gsLst>
            <a:gs pos="0">
              <a:schemeClr val="accent3">
                <a:hueOff val="1270596"/>
                <a:satOff val="-12860"/>
                <a:lumOff val="-49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1270596"/>
                <a:satOff val="-12860"/>
                <a:lumOff val="-49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1270596"/>
                <a:satOff val="-12860"/>
                <a:lumOff val="-49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1270596"/>
              <a:satOff val="-12860"/>
              <a:lumOff val="-49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792A15AE-68CB-4B5E-A488-D8B2430819E0}">
      <dsp:nvSpPr>
        <dsp:cNvPr id="0" name=""/>
        <dsp:cNvSpPr/>
      </dsp:nvSpPr>
      <dsp:spPr>
        <a:xfrm>
          <a:off x="0" y="721491"/>
          <a:ext cx="1497367" cy="192110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lvl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700" kern="1200" dirty="0"/>
            <a:t>Calidad</a:t>
          </a:r>
        </a:p>
      </dsp:txBody>
      <dsp:txXfrm>
        <a:off x="0" y="721491"/>
        <a:ext cx="1497367" cy="1921107"/>
      </dsp:txXfrm>
    </dsp:sp>
    <dsp:sp modelId="{520D1D2C-1114-41BF-8F7E-61F71B01A781}">
      <dsp:nvSpPr>
        <dsp:cNvPr id="0" name=""/>
        <dsp:cNvSpPr/>
      </dsp:nvSpPr>
      <dsp:spPr>
        <a:xfrm>
          <a:off x="1609669" y="751508"/>
          <a:ext cx="5877165" cy="6003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lvl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2000" kern="1200" dirty="0"/>
            <a:t>Planificación de la calidad</a:t>
          </a:r>
        </a:p>
      </dsp:txBody>
      <dsp:txXfrm>
        <a:off x="1609669" y="751508"/>
        <a:ext cx="5877165" cy="600346"/>
      </dsp:txXfrm>
    </dsp:sp>
    <dsp:sp modelId="{0A0EB41C-54BD-4DBD-AE20-1F9966450DC3}">
      <dsp:nvSpPr>
        <dsp:cNvPr id="0" name=""/>
        <dsp:cNvSpPr/>
      </dsp:nvSpPr>
      <dsp:spPr>
        <a:xfrm>
          <a:off x="1497366" y="1351854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F1E3A902-B27E-4D1E-9D62-838DBF77570E}">
      <dsp:nvSpPr>
        <dsp:cNvPr id="0" name=""/>
        <dsp:cNvSpPr/>
      </dsp:nvSpPr>
      <dsp:spPr>
        <a:xfrm>
          <a:off x="1609669" y="1381871"/>
          <a:ext cx="5877165" cy="6003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lvl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2000" kern="1200" dirty="0"/>
            <a:t>Realizar el aseguramiento</a:t>
          </a:r>
          <a:r>
            <a:rPr lang="es-ES" sz="2000" kern="1200" baseline="0" dirty="0"/>
            <a:t> de la calidad</a:t>
          </a:r>
          <a:endParaRPr lang="es-ES" sz="2000" kern="1200" dirty="0"/>
        </a:p>
      </dsp:txBody>
      <dsp:txXfrm>
        <a:off x="1609669" y="1381871"/>
        <a:ext cx="5877165" cy="600346"/>
      </dsp:txXfrm>
    </dsp:sp>
    <dsp:sp modelId="{2B79C5B5-7045-4C8A-A0D3-ED34D320DACE}">
      <dsp:nvSpPr>
        <dsp:cNvPr id="0" name=""/>
        <dsp:cNvSpPr/>
      </dsp:nvSpPr>
      <dsp:spPr>
        <a:xfrm>
          <a:off x="1497366" y="198221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821592CB-BF1E-40A4-88FF-532C668728A8}">
      <dsp:nvSpPr>
        <dsp:cNvPr id="0" name=""/>
        <dsp:cNvSpPr/>
      </dsp:nvSpPr>
      <dsp:spPr>
        <a:xfrm>
          <a:off x="1609669" y="2012235"/>
          <a:ext cx="5877165" cy="6003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lvl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2000" kern="1200" dirty="0"/>
            <a:t>Controlar</a:t>
          </a:r>
          <a:r>
            <a:rPr lang="es-ES" sz="2000" kern="1200" baseline="0" dirty="0"/>
            <a:t> la calidad</a:t>
          </a:r>
          <a:endParaRPr lang="es-ES" sz="2000" kern="1200" dirty="0"/>
        </a:p>
      </dsp:txBody>
      <dsp:txXfrm>
        <a:off x="1609669" y="2012235"/>
        <a:ext cx="5877165" cy="600346"/>
      </dsp:txXfrm>
    </dsp:sp>
    <dsp:sp modelId="{AFB2C275-AEA0-46EA-8FAC-DEEB17253C42}">
      <dsp:nvSpPr>
        <dsp:cNvPr id="0" name=""/>
        <dsp:cNvSpPr/>
      </dsp:nvSpPr>
      <dsp:spPr>
        <a:xfrm>
          <a:off x="1497366" y="2612581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B2F277F3-7CF1-994E-B28A-0B3155C31199}">
      <dsp:nvSpPr>
        <dsp:cNvPr id="0" name=""/>
        <dsp:cNvSpPr/>
      </dsp:nvSpPr>
      <dsp:spPr>
        <a:xfrm>
          <a:off x="0" y="2642598"/>
          <a:ext cx="7486835" cy="0"/>
        </a:xfrm>
        <a:prstGeom prst="line">
          <a:avLst/>
        </a:prstGeom>
        <a:gradFill rotWithShape="0">
          <a:gsLst>
            <a:gs pos="0">
              <a:schemeClr val="accent3">
                <a:hueOff val="2541193"/>
                <a:satOff val="-25720"/>
                <a:lumOff val="-98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2541193"/>
                <a:satOff val="-25720"/>
                <a:lumOff val="-98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2541193"/>
                <a:satOff val="-25720"/>
                <a:lumOff val="-98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2541193"/>
              <a:satOff val="-25720"/>
              <a:lumOff val="-98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9891002C-403A-A043-B663-E6FEB51C2557}">
      <dsp:nvSpPr>
        <dsp:cNvPr id="0" name=""/>
        <dsp:cNvSpPr/>
      </dsp:nvSpPr>
      <dsp:spPr>
        <a:xfrm>
          <a:off x="0" y="2642598"/>
          <a:ext cx="1497367" cy="192110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lvl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700" kern="1200" dirty="0"/>
            <a:t>Recursos Humanos</a:t>
          </a:r>
        </a:p>
      </dsp:txBody>
      <dsp:txXfrm>
        <a:off x="0" y="2642598"/>
        <a:ext cx="1497367" cy="1921107"/>
      </dsp:txXfrm>
    </dsp:sp>
    <dsp:sp modelId="{CECABC1D-D0D2-4346-AB17-5BDF3AE0B320}">
      <dsp:nvSpPr>
        <dsp:cNvPr id="0" name=""/>
        <dsp:cNvSpPr/>
      </dsp:nvSpPr>
      <dsp:spPr>
        <a:xfrm>
          <a:off x="1609669" y="2665182"/>
          <a:ext cx="5877165" cy="4516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lvl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2000" kern="1200" dirty="0"/>
            <a:t>Planificación de los RRHH</a:t>
          </a:r>
        </a:p>
      </dsp:txBody>
      <dsp:txXfrm>
        <a:off x="1609669" y="2665182"/>
        <a:ext cx="5877165" cy="451666"/>
      </dsp:txXfrm>
    </dsp:sp>
    <dsp:sp modelId="{5D84D3DB-F553-4712-A813-E34BD39795E9}">
      <dsp:nvSpPr>
        <dsp:cNvPr id="0" name=""/>
        <dsp:cNvSpPr/>
      </dsp:nvSpPr>
      <dsp:spPr>
        <a:xfrm>
          <a:off x="1497366" y="311684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70B24025-E2C6-417F-99E1-3AE2064C772D}">
      <dsp:nvSpPr>
        <dsp:cNvPr id="0" name=""/>
        <dsp:cNvSpPr/>
      </dsp:nvSpPr>
      <dsp:spPr>
        <a:xfrm>
          <a:off x="1609669" y="3139432"/>
          <a:ext cx="5877165" cy="4516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lvl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2000" kern="1200" dirty="0"/>
            <a:t>Adquirir el equipo de trabajo</a:t>
          </a:r>
        </a:p>
      </dsp:txBody>
      <dsp:txXfrm>
        <a:off x="1609669" y="3139432"/>
        <a:ext cx="5877165" cy="451666"/>
      </dsp:txXfrm>
    </dsp:sp>
    <dsp:sp modelId="{5E350EE4-2D6A-4A16-A0FE-9FACA9074727}">
      <dsp:nvSpPr>
        <dsp:cNvPr id="0" name=""/>
        <dsp:cNvSpPr/>
      </dsp:nvSpPr>
      <dsp:spPr>
        <a:xfrm>
          <a:off x="1497366" y="359109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1AB85A7C-0FFD-4546-B83C-987E91EDF1C9}">
      <dsp:nvSpPr>
        <dsp:cNvPr id="0" name=""/>
        <dsp:cNvSpPr/>
      </dsp:nvSpPr>
      <dsp:spPr>
        <a:xfrm>
          <a:off x="1609669" y="3613682"/>
          <a:ext cx="5877165" cy="4516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lvl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2000" kern="1200" dirty="0"/>
            <a:t>Desarrollar el equipo del proyecto</a:t>
          </a:r>
        </a:p>
      </dsp:txBody>
      <dsp:txXfrm>
        <a:off x="1609669" y="3613682"/>
        <a:ext cx="5877165" cy="451666"/>
      </dsp:txXfrm>
    </dsp:sp>
    <dsp:sp modelId="{DF72560F-E95F-423D-A8FF-AAE8DAA00A74}">
      <dsp:nvSpPr>
        <dsp:cNvPr id="0" name=""/>
        <dsp:cNvSpPr/>
      </dsp:nvSpPr>
      <dsp:spPr>
        <a:xfrm>
          <a:off x="1497366" y="406534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EDBBCE88-88E0-4C06-BA01-B4EFB6C685E1}">
      <dsp:nvSpPr>
        <dsp:cNvPr id="0" name=""/>
        <dsp:cNvSpPr/>
      </dsp:nvSpPr>
      <dsp:spPr>
        <a:xfrm>
          <a:off x="1609669" y="4087932"/>
          <a:ext cx="5877165" cy="4516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lvl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2000" kern="1200" dirty="0"/>
            <a:t>Dirigir el equipo del proyecto</a:t>
          </a:r>
        </a:p>
      </dsp:txBody>
      <dsp:txXfrm>
        <a:off x="1609669" y="4087932"/>
        <a:ext cx="5877165" cy="451666"/>
      </dsp:txXfrm>
    </dsp:sp>
    <dsp:sp modelId="{22FFB06E-FF71-449B-9AA1-BDA4A6D85DF8}">
      <dsp:nvSpPr>
        <dsp:cNvPr id="0" name=""/>
        <dsp:cNvSpPr/>
      </dsp:nvSpPr>
      <dsp:spPr>
        <a:xfrm>
          <a:off x="1497366" y="453959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729D2EE-F3F5-4947-BAD3-F992910D4A8A}">
      <dsp:nvSpPr>
        <dsp:cNvPr id="0" name=""/>
        <dsp:cNvSpPr/>
      </dsp:nvSpPr>
      <dsp:spPr>
        <a:xfrm>
          <a:off x="1201999" y="-90213"/>
          <a:ext cx="4280620" cy="4280620"/>
        </a:xfrm>
        <a:prstGeom prst="circularArrow">
          <a:avLst>
            <a:gd name="adj1" fmla="val 4668"/>
            <a:gd name="adj2" fmla="val 272909"/>
            <a:gd name="adj3" fmla="val 12962508"/>
            <a:gd name="adj4" fmla="val 17942077"/>
            <a:gd name="adj5" fmla="val 4847"/>
          </a:avLst>
        </a:prstGeom>
        <a:gradFill rotWithShape="0">
          <a:gsLst>
            <a:gs pos="0">
              <a:schemeClr val="accent2">
                <a:tint val="40000"/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2">
                <a:tint val="40000"/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z="-152400" extrusionH="63500" prstMaterial="matte">
          <a:bevelT w="144450" h="6350" prst="relaxedInset"/>
          <a:contourClr>
            <a:schemeClr val="bg1"/>
          </a:contourClr>
        </a:sp3d>
      </dsp:spPr>
      <dsp:style>
        <a:lnRef idx="0">
          <a:scrgbClr r="0" g="0" b="0"/>
        </a:lnRef>
        <a:fillRef idx="3">
          <a:scrgbClr r="0" g="0" b="0"/>
        </a:fillRef>
        <a:effectRef idx="0">
          <a:scrgbClr r="0" g="0" b="0"/>
        </a:effectRef>
        <a:fontRef idx="minor"/>
      </dsp:style>
    </dsp:sp>
    <dsp:sp modelId="{8DE2072A-129D-4ED2-A2EA-4835686120E4}">
      <dsp:nvSpPr>
        <dsp:cNvPr id="0" name=""/>
        <dsp:cNvSpPr/>
      </dsp:nvSpPr>
      <dsp:spPr>
        <a:xfrm>
          <a:off x="1964912" y="0"/>
          <a:ext cx="2754794" cy="1377397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2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33350" tIns="133350" rIns="133350" bIns="133350" numCol="1" spcCol="1270" anchor="ctr" anchorCtr="0">
          <a:noAutofit/>
        </a:bodyPr>
        <a:lstStyle/>
        <a:p>
          <a:pPr lvl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_tradnl" sz="3500" kern="1200" dirty="0"/>
            <a:t>Planificar</a:t>
          </a:r>
        </a:p>
      </dsp:txBody>
      <dsp:txXfrm>
        <a:off x="2032151" y="67239"/>
        <a:ext cx="2620316" cy="1242919"/>
      </dsp:txXfrm>
    </dsp:sp>
    <dsp:sp modelId="{44F1A0CC-49C9-4B0C-B459-27C6274EBE93}">
      <dsp:nvSpPr>
        <dsp:cNvPr id="0" name=""/>
        <dsp:cNvSpPr/>
      </dsp:nvSpPr>
      <dsp:spPr>
        <a:xfrm>
          <a:off x="3501939" y="1538466"/>
          <a:ext cx="2754794" cy="1377397"/>
        </a:xfrm>
        <a:prstGeom prst="roundRect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3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33350" tIns="133350" rIns="133350" bIns="133350" numCol="1" spcCol="1270" anchor="ctr" anchorCtr="0">
          <a:noAutofit/>
        </a:bodyPr>
        <a:lstStyle/>
        <a:p>
          <a:pPr lvl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_tradnl" sz="3500" kern="1200" dirty="0"/>
            <a:t>Hacer</a:t>
          </a:r>
        </a:p>
      </dsp:txBody>
      <dsp:txXfrm>
        <a:off x="3569178" y="1605705"/>
        <a:ext cx="2620316" cy="1242919"/>
      </dsp:txXfrm>
    </dsp:sp>
    <dsp:sp modelId="{058EDF98-D69D-4850-A7EE-7423CED16A92}">
      <dsp:nvSpPr>
        <dsp:cNvPr id="0" name=""/>
        <dsp:cNvSpPr/>
      </dsp:nvSpPr>
      <dsp:spPr>
        <a:xfrm>
          <a:off x="1964912" y="3075493"/>
          <a:ext cx="2754794" cy="1377397"/>
        </a:xfrm>
        <a:prstGeom prst="roundRect">
          <a:avLst/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4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33350" tIns="133350" rIns="133350" bIns="133350" numCol="1" spcCol="1270" anchor="ctr" anchorCtr="0">
          <a:noAutofit/>
        </a:bodyPr>
        <a:lstStyle/>
        <a:p>
          <a:pPr lvl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_tradnl" sz="3500" kern="1200" dirty="0"/>
            <a:t>Monitorizar</a:t>
          </a:r>
        </a:p>
      </dsp:txBody>
      <dsp:txXfrm>
        <a:off x="2032151" y="3142732"/>
        <a:ext cx="2620316" cy="1242919"/>
      </dsp:txXfrm>
    </dsp:sp>
    <dsp:sp modelId="{38068B84-2D50-4738-AAA8-AE29F2F9B2DC}">
      <dsp:nvSpPr>
        <dsp:cNvPr id="0" name=""/>
        <dsp:cNvSpPr/>
      </dsp:nvSpPr>
      <dsp:spPr>
        <a:xfrm>
          <a:off x="427885" y="1538466"/>
          <a:ext cx="2754794" cy="1377397"/>
        </a:xfrm>
        <a:prstGeom prst="round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5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33350" tIns="133350" rIns="133350" bIns="133350" numCol="1" spcCol="1270" anchor="ctr" anchorCtr="0">
          <a:noAutofit/>
        </a:bodyPr>
        <a:lstStyle/>
        <a:p>
          <a:pPr lvl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_tradnl" sz="3500" kern="1200" dirty="0"/>
            <a:t>Actuar</a:t>
          </a:r>
        </a:p>
      </dsp:txBody>
      <dsp:txXfrm>
        <a:off x="495124" y="1605705"/>
        <a:ext cx="2620316" cy="1242919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70494F9-BBC6-9B4D-ABE0-28B7062A7EEA}">
      <dsp:nvSpPr>
        <dsp:cNvPr id="0" name=""/>
        <dsp:cNvSpPr/>
      </dsp:nvSpPr>
      <dsp:spPr>
        <a:xfrm>
          <a:off x="0" y="0"/>
          <a:ext cx="7486835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0FAAA673-A6AE-2E48-9396-AEC5BB305A0E}">
      <dsp:nvSpPr>
        <dsp:cNvPr id="0" name=""/>
        <dsp:cNvSpPr/>
      </dsp:nvSpPr>
      <dsp:spPr>
        <a:xfrm>
          <a:off x="0" y="595"/>
          <a:ext cx="1497367" cy="72089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lvl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700" kern="1200" dirty="0"/>
            <a:t>Introducción</a:t>
          </a:r>
        </a:p>
      </dsp:txBody>
      <dsp:txXfrm>
        <a:off x="0" y="595"/>
        <a:ext cx="1497367" cy="720895"/>
      </dsp:txXfrm>
    </dsp:sp>
    <dsp:sp modelId="{4324E71C-51E4-4FFA-9638-472734009553}">
      <dsp:nvSpPr>
        <dsp:cNvPr id="0" name=""/>
        <dsp:cNvSpPr/>
      </dsp:nvSpPr>
      <dsp:spPr>
        <a:xfrm>
          <a:off x="0" y="0"/>
          <a:ext cx="7486835" cy="0"/>
        </a:xfrm>
        <a:prstGeom prst="line">
          <a:avLst/>
        </a:prstGeom>
        <a:gradFill rotWithShape="0">
          <a:gsLst>
            <a:gs pos="0">
              <a:schemeClr val="accent3">
                <a:hueOff val="1270596"/>
                <a:satOff val="-12860"/>
                <a:lumOff val="-49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1270596"/>
                <a:satOff val="-12860"/>
                <a:lumOff val="-49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1270596"/>
                <a:satOff val="-12860"/>
                <a:lumOff val="-49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1270596"/>
              <a:satOff val="-12860"/>
              <a:lumOff val="-49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792A15AE-68CB-4B5E-A488-D8B2430819E0}">
      <dsp:nvSpPr>
        <dsp:cNvPr id="0" name=""/>
        <dsp:cNvSpPr/>
      </dsp:nvSpPr>
      <dsp:spPr>
        <a:xfrm>
          <a:off x="0" y="721491"/>
          <a:ext cx="1497367" cy="192110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lvl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700" kern="1200" dirty="0"/>
            <a:t>Calidad</a:t>
          </a:r>
        </a:p>
      </dsp:txBody>
      <dsp:txXfrm>
        <a:off x="0" y="721491"/>
        <a:ext cx="1497367" cy="1921107"/>
      </dsp:txXfrm>
    </dsp:sp>
    <dsp:sp modelId="{520D1D2C-1114-41BF-8F7E-61F71B01A781}">
      <dsp:nvSpPr>
        <dsp:cNvPr id="0" name=""/>
        <dsp:cNvSpPr/>
      </dsp:nvSpPr>
      <dsp:spPr>
        <a:xfrm>
          <a:off x="1609669" y="751508"/>
          <a:ext cx="5877165" cy="6003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lvl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2000" kern="1200" dirty="0"/>
            <a:t>Planificación de la calidad</a:t>
          </a:r>
        </a:p>
      </dsp:txBody>
      <dsp:txXfrm>
        <a:off x="1609669" y="751508"/>
        <a:ext cx="5877165" cy="600346"/>
      </dsp:txXfrm>
    </dsp:sp>
    <dsp:sp modelId="{0A0EB41C-54BD-4DBD-AE20-1F9966450DC3}">
      <dsp:nvSpPr>
        <dsp:cNvPr id="0" name=""/>
        <dsp:cNvSpPr/>
      </dsp:nvSpPr>
      <dsp:spPr>
        <a:xfrm>
          <a:off x="1497366" y="1351854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F1E3A902-B27E-4D1E-9D62-838DBF77570E}">
      <dsp:nvSpPr>
        <dsp:cNvPr id="0" name=""/>
        <dsp:cNvSpPr/>
      </dsp:nvSpPr>
      <dsp:spPr>
        <a:xfrm>
          <a:off x="1609669" y="1381871"/>
          <a:ext cx="5877165" cy="6003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lvl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2000" kern="1200" dirty="0"/>
            <a:t>Realizar el aseguramiento</a:t>
          </a:r>
          <a:r>
            <a:rPr lang="es-ES" sz="2000" kern="1200" baseline="0" dirty="0"/>
            <a:t> de la calidad</a:t>
          </a:r>
          <a:endParaRPr lang="es-ES" sz="2000" kern="1200" dirty="0"/>
        </a:p>
      </dsp:txBody>
      <dsp:txXfrm>
        <a:off x="1609669" y="1381871"/>
        <a:ext cx="5877165" cy="600346"/>
      </dsp:txXfrm>
    </dsp:sp>
    <dsp:sp modelId="{2B79C5B5-7045-4C8A-A0D3-ED34D320DACE}">
      <dsp:nvSpPr>
        <dsp:cNvPr id="0" name=""/>
        <dsp:cNvSpPr/>
      </dsp:nvSpPr>
      <dsp:spPr>
        <a:xfrm>
          <a:off x="1497366" y="198221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821592CB-BF1E-40A4-88FF-532C668728A8}">
      <dsp:nvSpPr>
        <dsp:cNvPr id="0" name=""/>
        <dsp:cNvSpPr/>
      </dsp:nvSpPr>
      <dsp:spPr>
        <a:xfrm>
          <a:off x="1609669" y="2012235"/>
          <a:ext cx="5877165" cy="6003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lvl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2000" kern="1200" dirty="0"/>
            <a:t>Controlar</a:t>
          </a:r>
          <a:r>
            <a:rPr lang="es-ES" sz="2000" kern="1200" baseline="0" dirty="0"/>
            <a:t> la calidad</a:t>
          </a:r>
          <a:endParaRPr lang="es-ES" sz="2000" kern="1200" dirty="0"/>
        </a:p>
      </dsp:txBody>
      <dsp:txXfrm>
        <a:off x="1609669" y="2012235"/>
        <a:ext cx="5877165" cy="600346"/>
      </dsp:txXfrm>
    </dsp:sp>
    <dsp:sp modelId="{AFB2C275-AEA0-46EA-8FAC-DEEB17253C42}">
      <dsp:nvSpPr>
        <dsp:cNvPr id="0" name=""/>
        <dsp:cNvSpPr/>
      </dsp:nvSpPr>
      <dsp:spPr>
        <a:xfrm>
          <a:off x="1497366" y="2612581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B2F277F3-7CF1-994E-B28A-0B3155C31199}">
      <dsp:nvSpPr>
        <dsp:cNvPr id="0" name=""/>
        <dsp:cNvSpPr/>
      </dsp:nvSpPr>
      <dsp:spPr>
        <a:xfrm>
          <a:off x="0" y="2642598"/>
          <a:ext cx="7486835" cy="0"/>
        </a:xfrm>
        <a:prstGeom prst="line">
          <a:avLst/>
        </a:prstGeom>
        <a:gradFill rotWithShape="0">
          <a:gsLst>
            <a:gs pos="0">
              <a:schemeClr val="accent3">
                <a:hueOff val="2541193"/>
                <a:satOff val="-25720"/>
                <a:lumOff val="-98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2541193"/>
                <a:satOff val="-25720"/>
                <a:lumOff val="-98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2541193"/>
                <a:satOff val="-25720"/>
                <a:lumOff val="-98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2541193"/>
              <a:satOff val="-25720"/>
              <a:lumOff val="-98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9891002C-403A-A043-B663-E6FEB51C2557}">
      <dsp:nvSpPr>
        <dsp:cNvPr id="0" name=""/>
        <dsp:cNvSpPr/>
      </dsp:nvSpPr>
      <dsp:spPr>
        <a:xfrm>
          <a:off x="0" y="2642598"/>
          <a:ext cx="1497367" cy="192110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lvl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700" kern="1200" dirty="0"/>
            <a:t>Recursos Humanos</a:t>
          </a:r>
        </a:p>
      </dsp:txBody>
      <dsp:txXfrm>
        <a:off x="0" y="2642598"/>
        <a:ext cx="1497367" cy="1921107"/>
      </dsp:txXfrm>
    </dsp:sp>
    <dsp:sp modelId="{CECABC1D-D0D2-4346-AB17-5BDF3AE0B320}">
      <dsp:nvSpPr>
        <dsp:cNvPr id="0" name=""/>
        <dsp:cNvSpPr/>
      </dsp:nvSpPr>
      <dsp:spPr>
        <a:xfrm>
          <a:off x="1609669" y="2665182"/>
          <a:ext cx="5877165" cy="4516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lvl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2000" kern="1200" dirty="0"/>
            <a:t>Planificación de los RRHH</a:t>
          </a:r>
        </a:p>
      </dsp:txBody>
      <dsp:txXfrm>
        <a:off x="1609669" y="2665182"/>
        <a:ext cx="5877165" cy="451666"/>
      </dsp:txXfrm>
    </dsp:sp>
    <dsp:sp modelId="{5D84D3DB-F553-4712-A813-E34BD39795E9}">
      <dsp:nvSpPr>
        <dsp:cNvPr id="0" name=""/>
        <dsp:cNvSpPr/>
      </dsp:nvSpPr>
      <dsp:spPr>
        <a:xfrm>
          <a:off x="1497366" y="311684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70B24025-E2C6-417F-99E1-3AE2064C772D}">
      <dsp:nvSpPr>
        <dsp:cNvPr id="0" name=""/>
        <dsp:cNvSpPr/>
      </dsp:nvSpPr>
      <dsp:spPr>
        <a:xfrm>
          <a:off x="1609669" y="3139432"/>
          <a:ext cx="5877165" cy="4516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lvl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2000" kern="1200" dirty="0"/>
            <a:t>Adquirir el equipo de trabajo</a:t>
          </a:r>
        </a:p>
      </dsp:txBody>
      <dsp:txXfrm>
        <a:off x="1609669" y="3139432"/>
        <a:ext cx="5877165" cy="451666"/>
      </dsp:txXfrm>
    </dsp:sp>
    <dsp:sp modelId="{5E350EE4-2D6A-4A16-A0FE-9FACA9074727}">
      <dsp:nvSpPr>
        <dsp:cNvPr id="0" name=""/>
        <dsp:cNvSpPr/>
      </dsp:nvSpPr>
      <dsp:spPr>
        <a:xfrm>
          <a:off x="1497366" y="359109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1AB85A7C-0FFD-4546-B83C-987E91EDF1C9}">
      <dsp:nvSpPr>
        <dsp:cNvPr id="0" name=""/>
        <dsp:cNvSpPr/>
      </dsp:nvSpPr>
      <dsp:spPr>
        <a:xfrm>
          <a:off x="1609669" y="3613682"/>
          <a:ext cx="5877165" cy="4516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lvl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2000" kern="1200" dirty="0"/>
            <a:t>Desarrollar el equipo del proyecto</a:t>
          </a:r>
        </a:p>
      </dsp:txBody>
      <dsp:txXfrm>
        <a:off x="1609669" y="3613682"/>
        <a:ext cx="5877165" cy="451666"/>
      </dsp:txXfrm>
    </dsp:sp>
    <dsp:sp modelId="{DF72560F-E95F-423D-A8FF-AAE8DAA00A74}">
      <dsp:nvSpPr>
        <dsp:cNvPr id="0" name=""/>
        <dsp:cNvSpPr/>
      </dsp:nvSpPr>
      <dsp:spPr>
        <a:xfrm>
          <a:off x="1497366" y="406534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EDBBCE88-88E0-4C06-BA01-B4EFB6C685E1}">
      <dsp:nvSpPr>
        <dsp:cNvPr id="0" name=""/>
        <dsp:cNvSpPr/>
      </dsp:nvSpPr>
      <dsp:spPr>
        <a:xfrm>
          <a:off x="1609669" y="4087932"/>
          <a:ext cx="5877165" cy="4516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lvl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2000" kern="1200" dirty="0"/>
            <a:t>Dirigir el equipo del proyecto</a:t>
          </a:r>
        </a:p>
      </dsp:txBody>
      <dsp:txXfrm>
        <a:off x="1609669" y="4087932"/>
        <a:ext cx="5877165" cy="451666"/>
      </dsp:txXfrm>
    </dsp:sp>
    <dsp:sp modelId="{22FFB06E-FF71-449B-9AA1-BDA4A6D85DF8}">
      <dsp:nvSpPr>
        <dsp:cNvPr id="0" name=""/>
        <dsp:cNvSpPr/>
      </dsp:nvSpPr>
      <dsp:spPr>
        <a:xfrm>
          <a:off x="1497366" y="453959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70494F9-BBC6-9B4D-ABE0-28B7062A7EEA}">
      <dsp:nvSpPr>
        <dsp:cNvPr id="0" name=""/>
        <dsp:cNvSpPr/>
      </dsp:nvSpPr>
      <dsp:spPr>
        <a:xfrm>
          <a:off x="0" y="0"/>
          <a:ext cx="7486835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0FAAA673-A6AE-2E48-9396-AEC5BB305A0E}">
      <dsp:nvSpPr>
        <dsp:cNvPr id="0" name=""/>
        <dsp:cNvSpPr/>
      </dsp:nvSpPr>
      <dsp:spPr>
        <a:xfrm>
          <a:off x="0" y="595"/>
          <a:ext cx="1497367" cy="72089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lvl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700" kern="1200" dirty="0"/>
            <a:t>Introducción</a:t>
          </a:r>
        </a:p>
      </dsp:txBody>
      <dsp:txXfrm>
        <a:off x="0" y="595"/>
        <a:ext cx="1497367" cy="720895"/>
      </dsp:txXfrm>
    </dsp:sp>
    <dsp:sp modelId="{4324E71C-51E4-4FFA-9638-472734009553}">
      <dsp:nvSpPr>
        <dsp:cNvPr id="0" name=""/>
        <dsp:cNvSpPr/>
      </dsp:nvSpPr>
      <dsp:spPr>
        <a:xfrm>
          <a:off x="0" y="0"/>
          <a:ext cx="7486835" cy="0"/>
        </a:xfrm>
        <a:prstGeom prst="line">
          <a:avLst/>
        </a:prstGeom>
        <a:gradFill rotWithShape="0">
          <a:gsLst>
            <a:gs pos="0">
              <a:schemeClr val="accent3">
                <a:hueOff val="1270596"/>
                <a:satOff val="-12860"/>
                <a:lumOff val="-49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1270596"/>
                <a:satOff val="-12860"/>
                <a:lumOff val="-49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1270596"/>
                <a:satOff val="-12860"/>
                <a:lumOff val="-49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1270596"/>
              <a:satOff val="-12860"/>
              <a:lumOff val="-49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792A15AE-68CB-4B5E-A488-D8B2430819E0}">
      <dsp:nvSpPr>
        <dsp:cNvPr id="0" name=""/>
        <dsp:cNvSpPr/>
      </dsp:nvSpPr>
      <dsp:spPr>
        <a:xfrm>
          <a:off x="0" y="721491"/>
          <a:ext cx="1497367" cy="192110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lvl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700" kern="1200" dirty="0"/>
            <a:t>Calidad</a:t>
          </a:r>
        </a:p>
      </dsp:txBody>
      <dsp:txXfrm>
        <a:off x="0" y="721491"/>
        <a:ext cx="1497367" cy="1921107"/>
      </dsp:txXfrm>
    </dsp:sp>
    <dsp:sp modelId="{520D1D2C-1114-41BF-8F7E-61F71B01A781}">
      <dsp:nvSpPr>
        <dsp:cNvPr id="0" name=""/>
        <dsp:cNvSpPr/>
      </dsp:nvSpPr>
      <dsp:spPr>
        <a:xfrm>
          <a:off x="1609669" y="751508"/>
          <a:ext cx="5877165" cy="6003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lvl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2000" kern="1200" dirty="0"/>
            <a:t>Planificación de la calidad</a:t>
          </a:r>
        </a:p>
      </dsp:txBody>
      <dsp:txXfrm>
        <a:off x="1609669" y="751508"/>
        <a:ext cx="5877165" cy="600346"/>
      </dsp:txXfrm>
    </dsp:sp>
    <dsp:sp modelId="{0A0EB41C-54BD-4DBD-AE20-1F9966450DC3}">
      <dsp:nvSpPr>
        <dsp:cNvPr id="0" name=""/>
        <dsp:cNvSpPr/>
      </dsp:nvSpPr>
      <dsp:spPr>
        <a:xfrm>
          <a:off x="1497366" y="1351854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F1E3A902-B27E-4D1E-9D62-838DBF77570E}">
      <dsp:nvSpPr>
        <dsp:cNvPr id="0" name=""/>
        <dsp:cNvSpPr/>
      </dsp:nvSpPr>
      <dsp:spPr>
        <a:xfrm>
          <a:off x="1609669" y="1381871"/>
          <a:ext cx="5877165" cy="6003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lvl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2000" kern="1200" dirty="0"/>
            <a:t>Realizar el aseguramiento</a:t>
          </a:r>
          <a:r>
            <a:rPr lang="es-ES" sz="2000" kern="1200" baseline="0" dirty="0"/>
            <a:t> de la calidad</a:t>
          </a:r>
          <a:endParaRPr lang="es-ES" sz="2000" kern="1200" dirty="0"/>
        </a:p>
      </dsp:txBody>
      <dsp:txXfrm>
        <a:off x="1609669" y="1381871"/>
        <a:ext cx="5877165" cy="600346"/>
      </dsp:txXfrm>
    </dsp:sp>
    <dsp:sp modelId="{2B79C5B5-7045-4C8A-A0D3-ED34D320DACE}">
      <dsp:nvSpPr>
        <dsp:cNvPr id="0" name=""/>
        <dsp:cNvSpPr/>
      </dsp:nvSpPr>
      <dsp:spPr>
        <a:xfrm>
          <a:off x="1497366" y="198221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821592CB-BF1E-40A4-88FF-532C668728A8}">
      <dsp:nvSpPr>
        <dsp:cNvPr id="0" name=""/>
        <dsp:cNvSpPr/>
      </dsp:nvSpPr>
      <dsp:spPr>
        <a:xfrm>
          <a:off x="1609669" y="2012235"/>
          <a:ext cx="5877165" cy="6003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lvl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2000" kern="1200" dirty="0"/>
            <a:t>Controlar</a:t>
          </a:r>
          <a:r>
            <a:rPr lang="es-ES" sz="2000" kern="1200" baseline="0" dirty="0"/>
            <a:t> la calidad</a:t>
          </a:r>
          <a:endParaRPr lang="es-ES" sz="2000" kern="1200" dirty="0"/>
        </a:p>
      </dsp:txBody>
      <dsp:txXfrm>
        <a:off x="1609669" y="2012235"/>
        <a:ext cx="5877165" cy="600346"/>
      </dsp:txXfrm>
    </dsp:sp>
    <dsp:sp modelId="{AFB2C275-AEA0-46EA-8FAC-DEEB17253C42}">
      <dsp:nvSpPr>
        <dsp:cNvPr id="0" name=""/>
        <dsp:cNvSpPr/>
      </dsp:nvSpPr>
      <dsp:spPr>
        <a:xfrm>
          <a:off x="1497366" y="2612581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B2F277F3-7CF1-994E-B28A-0B3155C31199}">
      <dsp:nvSpPr>
        <dsp:cNvPr id="0" name=""/>
        <dsp:cNvSpPr/>
      </dsp:nvSpPr>
      <dsp:spPr>
        <a:xfrm>
          <a:off x="0" y="2642598"/>
          <a:ext cx="7486835" cy="0"/>
        </a:xfrm>
        <a:prstGeom prst="line">
          <a:avLst/>
        </a:prstGeom>
        <a:gradFill rotWithShape="0">
          <a:gsLst>
            <a:gs pos="0">
              <a:schemeClr val="accent3">
                <a:hueOff val="2541193"/>
                <a:satOff val="-25720"/>
                <a:lumOff val="-98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2541193"/>
                <a:satOff val="-25720"/>
                <a:lumOff val="-98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2541193"/>
                <a:satOff val="-25720"/>
                <a:lumOff val="-98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2541193"/>
              <a:satOff val="-25720"/>
              <a:lumOff val="-98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9891002C-403A-A043-B663-E6FEB51C2557}">
      <dsp:nvSpPr>
        <dsp:cNvPr id="0" name=""/>
        <dsp:cNvSpPr/>
      </dsp:nvSpPr>
      <dsp:spPr>
        <a:xfrm>
          <a:off x="0" y="2642598"/>
          <a:ext cx="1497367" cy="192110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lvl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700" kern="1200" dirty="0"/>
            <a:t>Recursos Humanos</a:t>
          </a:r>
        </a:p>
      </dsp:txBody>
      <dsp:txXfrm>
        <a:off x="0" y="2642598"/>
        <a:ext cx="1497367" cy="1921107"/>
      </dsp:txXfrm>
    </dsp:sp>
    <dsp:sp modelId="{CECABC1D-D0D2-4346-AB17-5BDF3AE0B320}">
      <dsp:nvSpPr>
        <dsp:cNvPr id="0" name=""/>
        <dsp:cNvSpPr/>
      </dsp:nvSpPr>
      <dsp:spPr>
        <a:xfrm>
          <a:off x="1609669" y="2665182"/>
          <a:ext cx="5877165" cy="4516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lvl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2000" kern="1200" dirty="0"/>
            <a:t>Planificación de los RRHH</a:t>
          </a:r>
        </a:p>
      </dsp:txBody>
      <dsp:txXfrm>
        <a:off x="1609669" y="2665182"/>
        <a:ext cx="5877165" cy="451666"/>
      </dsp:txXfrm>
    </dsp:sp>
    <dsp:sp modelId="{5D84D3DB-F553-4712-A813-E34BD39795E9}">
      <dsp:nvSpPr>
        <dsp:cNvPr id="0" name=""/>
        <dsp:cNvSpPr/>
      </dsp:nvSpPr>
      <dsp:spPr>
        <a:xfrm>
          <a:off x="1497366" y="311684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70B24025-E2C6-417F-99E1-3AE2064C772D}">
      <dsp:nvSpPr>
        <dsp:cNvPr id="0" name=""/>
        <dsp:cNvSpPr/>
      </dsp:nvSpPr>
      <dsp:spPr>
        <a:xfrm>
          <a:off x="1609669" y="3139432"/>
          <a:ext cx="5877165" cy="4516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lvl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2000" kern="1200" dirty="0"/>
            <a:t>Adquirir el equipo de trabajo</a:t>
          </a:r>
        </a:p>
      </dsp:txBody>
      <dsp:txXfrm>
        <a:off x="1609669" y="3139432"/>
        <a:ext cx="5877165" cy="451666"/>
      </dsp:txXfrm>
    </dsp:sp>
    <dsp:sp modelId="{5E350EE4-2D6A-4A16-A0FE-9FACA9074727}">
      <dsp:nvSpPr>
        <dsp:cNvPr id="0" name=""/>
        <dsp:cNvSpPr/>
      </dsp:nvSpPr>
      <dsp:spPr>
        <a:xfrm>
          <a:off x="1497366" y="359109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1AB85A7C-0FFD-4546-B83C-987E91EDF1C9}">
      <dsp:nvSpPr>
        <dsp:cNvPr id="0" name=""/>
        <dsp:cNvSpPr/>
      </dsp:nvSpPr>
      <dsp:spPr>
        <a:xfrm>
          <a:off x="1609669" y="3613682"/>
          <a:ext cx="5877165" cy="4516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lvl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2000" kern="1200" dirty="0"/>
            <a:t>Desarrollar el equipo del proyecto</a:t>
          </a:r>
        </a:p>
      </dsp:txBody>
      <dsp:txXfrm>
        <a:off x="1609669" y="3613682"/>
        <a:ext cx="5877165" cy="451666"/>
      </dsp:txXfrm>
    </dsp:sp>
    <dsp:sp modelId="{DF72560F-E95F-423D-A8FF-AAE8DAA00A74}">
      <dsp:nvSpPr>
        <dsp:cNvPr id="0" name=""/>
        <dsp:cNvSpPr/>
      </dsp:nvSpPr>
      <dsp:spPr>
        <a:xfrm>
          <a:off x="1497366" y="406534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EDBBCE88-88E0-4C06-BA01-B4EFB6C685E1}">
      <dsp:nvSpPr>
        <dsp:cNvPr id="0" name=""/>
        <dsp:cNvSpPr/>
      </dsp:nvSpPr>
      <dsp:spPr>
        <a:xfrm>
          <a:off x="1609669" y="4087932"/>
          <a:ext cx="5877165" cy="4516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lvl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2000" kern="1200" dirty="0"/>
            <a:t>Dirigir el equipo del proyecto</a:t>
          </a:r>
        </a:p>
      </dsp:txBody>
      <dsp:txXfrm>
        <a:off x="1609669" y="4087932"/>
        <a:ext cx="5877165" cy="451666"/>
      </dsp:txXfrm>
    </dsp:sp>
    <dsp:sp modelId="{22FFB06E-FF71-449B-9AA1-BDA4A6D85DF8}">
      <dsp:nvSpPr>
        <dsp:cNvPr id="0" name=""/>
        <dsp:cNvSpPr/>
      </dsp:nvSpPr>
      <dsp:spPr>
        <a:xfrm>
          <a:off x="1497366" y="453959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70494F9-BBC6-9B4D-ABE0-28B7062A7EEA}">
      <dsp:nvSpPr>
        <dsp:cNvPr id="0" name=""/>
        <dsp:cNvSpPr/>
      </dsp:nvSpPr>
      <dsp:spPr>
        <a:xfrm>
          <a:off x="0" y="0"/>
          <a:ext cx="7486835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0FAAA673-A6AE-2E48-9396-AEC5BB305A0E}">
      <dsp:nvSpPr>
        <dsp:cNvPr id="0" name=""/>
        <dsp:cNvSpPr/>
      </dsp:nvSpPr>
      <dsp:spPr>
        <a:xfrm>
          <a:off x="0" y="595"/>
          <a:ext cx="1497367" cy="72089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lvl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700" kern="1200" dirty="0"/>
            <a:t>Introducción</a:t>
          </a:r>
        </a:p>
      </dsp:txBody>
      <dsp:txXfrm>
        <a:off x="0" y="595"/>
        <a:ext cx="1497367" cy="720895"/>
      </dsp:txXfrm>
    </dsp:sp>
    <dsp:sp modelId="{4324E71C-51E4-4FFA-9638-472734009553}">
      <dsp:nvSpPr>
        <dsp:cNvPr id="0" name=""/>
        <dsp:cNvSpPr/>
      </dsp:nvSpPr>
      <dsp:spPr>
        <a:xfrm>
          <a:off x="0" y="0"/>
          <a:ext cx="7486835" cy="0"/>
        </a:xfrm>
        <a:prstGeom prst="line">
          <a:avLst/>
        </a:prstGeom>
        <a:gradFill rotWithShape="0">
          <a:gsLst>
            <a:gs pos="0">
              <a:schemeClr val="accent3">
                <a:hueOff val="1270596"/>
                <a:satOff val="-12860"/>
                <a:lumOff val="-49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1270596"/>
                <a:satOff val="-12860"/>
                <a:lumOff val="-49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1270596"/>
                <a:satOff val="-12860"/>
                <a:lumOff val="-49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1270596"/>
              <a:satOff val="-12860"/>
              <a:lumOff val="-49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792A15AE-68CB-4B5E-A488-D8B2430819E0}">
      <dsp:nvSpPr>
        <dsp:cNvPr id="0" name=""/>
        <dsp:cNvSpPr/>
      </dsp:nvSpPr>
      <dsp:spPr>
        <a:xfrm>
          <a:off x="0" y="721491"/>
          <a:ext cx="1497367" cy="192110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lvl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700" kern="1200" dirty="0"/>
            <a:t>Calidad</a:t>
          </a:r>
        </a:p>
      </dsp:txBody>
      <dsp:txXfrm>
        <a:off x="0" y="721491"/>
        <a:ext cx="1497367" cy="1921107"/>
      </dsp:txXfrm>
    </dsp:sp>
    <dsp:sp modelId="{520D1D2C-1114-41BF-8F7E-61F71B01A781}">
      <dsp:nvSpPr>
        <dsp:cNvPr id="0" name=""/>
        <dsp:cNvSpPr/>
      </dsp:nvSpPr>
      <dsp:spPr>
        <a:xfrm>
          <a:off x="1609669" y="751508"/>
          <a:ext cx="5877165" cy="6003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lvl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2000" kern="1200" dirty="0"/>
            <a:t>Planificación de la calidad</a:t>
          </a:r>
        </a:p>
      </dsp:txBody>
      <dsp:txXfrm>
        <a:off x="1609669" y="751508"/>
        <a:ext cx="5877165" cy="600346"/>
      </dsp:txXfrm>
    </dsp:sp>
    <dsp:sp modelId="{0A0EB41C-54BD-4DBD-AE20-1F9966450DC3}">
      <dsp:nvSpPr>
        <dsp:cNvPr id="0" name=""/>
        <dsp:cNvSpPr/>
      </dsp:nvSpPr>
      <dsp:spPr>
        <a:xfrm>
          <a:off x="1497366" y="1351854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F1E3A902-B27E-4D1E-9D62-838DBF77570E}">
      <dsp:nvSpPr>
        <dsp:cNvPr id="0" name=""/>
        <dsp:cNvSpPr/>
      </dsp:nvSpPr>
      <dsp:spPr>
        <a:xfrm>
          <a:off x="1609669" y="1381871"/>
          <a:ext cx="5877165" cy="6003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lvl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2000" kern="1200" dirty="0"/>
            <a:t>Realizar el aseguramiento</a:t>
          </a:r>
          <a:r>
            <a:rPr lang="es-ES" sz="2000" kern="1200" baseline="0" dirty="0"/>
            <a:t> de la calidad</a:t>
          </a:r>
          <a:endParaRPr lang="es-ES" sz="2000" kern="1200" dirty="0"/>
        </a:p>
      </dsp:txBody>
      <dsp:txXfrm>
        <a:off x="1609669" y="1381871"/>
        <a:ext cx="5877165" cy="600346"/>
      </dsp:txXfrm>
    </dsp:sp>
    <dsp:sp modelId="{2B79C5B5-7045-4C8A-A0D3-ED34D320DACE}">
      <dsp:nvSpPr>
        <dsp:cNvPr id="0" name=""/>
        <dsp:cNvSpPr/>
      </dsp:nvSpPr>
      <dsp:spPr>
        <a:xfrm>
          <a:off x="1497366" y="198221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821592CB-BF1E-40A4-88FF-532C668728A8}">
      <dsp:nvSpPr>
        <dsp:cNvPr id="0" name=""/>
        <dsp:cNvSpPr/>
      </dsp:nvSpPr>
      <dsp:spPr>
        <a:xfrm>
          <a:off x="1609669" y="2012235"/>
          <a:ext cx="5877165" cy="6003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lvl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2000" kern="1200" dirty="0"/>
            <a:t>Controlar</a:t>
          </a:r>
          <a:r>
            <a:rPr lang="es-ES" sz="2000" kern="1200" baseline="0" dirty="0"/>
            <a:t> la calidad</a:t>
          </a:r>
          <a:endParaRPr lang="es-ES" sz="2000" kern="1200" dirty="0"/>
        </a:p>
      </dsp:txBody>
      <dsp:txXfrm>
        <a:off x="1609669" y="2012235"/>
        <a:ext cx="5877165" cy="600346"/>
      </dsp:txXfrm>
    </dsp:sp>
    <dsp:sp modelId="{AFB2C275-AEA0-46EA-8FAC-DEEB17253C42}">
      <dsp:nvSpPr>
        <dsp:cNvPr id="0" name=""/>
        <dsp:cNvSpPr/>
      </dsp:nvSpPr>
      <dsp:spPr>
        <a:xfrm>
          <a:off x="1497366" y="2612581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B2F277F3-7CF1-994E-B28A-0B3155C31199}">
      <dsp:nvSpPr>
        <dsp:cNvPr id="0" name=""/>
        <dsp:cNvSpPr/>
      </dsp:nvSpPr>
      <dsp:spPr>
        <a:xfrm>
          <a:off x="0" y="2642598"/>
          <a:ext cx="7486835" cy="0"/>
        </a:xfrm>
        <a:prstGeom prst="line">
          <a:avLst/>
        </a:prstGeom>
        <a:gradFill rotWithShape="0">
          <a:gsLst>
            <a:gs pos="0">
              <a:schemeClr val="accent3">
                <a:hueOff val="2541193"/>
                <a:satOff val="-25720"/>
                <a:lumOff val="-98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2541193"/>
                <a:satOff val="-25720"/>
                <a:lumOff val="-98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2541193"/>
                <a:satOff val="-25720"/>
                <a:lumOff val="-98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2541193"/>
              <a:satOff val="-25720"/>
              <a:lumOff val="-98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9891002C-403A-A043-B663-E6FEB51C2557}">
      <dsp:nvSpPr>
        <dsp:cNvPr id="0" name=""/>
        <dsp:cNvSpPr/>
      </dsp:nvSpPr>
      <dsp:spPr>
        <a:xfrm>
          <a:off x="0" y="2642598"/>
          <a:ext cx="1497367" cy="192110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lvl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700" kern="1200" dirty="0"/>
            <a:t>Recursos Humanos</a:t>
          </a:r>
        </a:p>
      </dsp:txBody>
      <dsp:txXfrm>
        <a:off x="0" y="2642598"/>
        <a:ext cx="1497367" cy="1921107"/>
      </dsp:txXfrm>
    </dsp:sp>
    <dsp:sp modelId="{CECABC1D-D0D2-4346-AB17-5BDF3AE0B320}">
      <dsp:nvSpPr>
        <dsp:cNvPr id="0" name=""/>
        <dsp:cNvSpPr/>
      </dsp:nvSpPr>
      <dsp:spPr>
        <a:xfrm>
          <a:off x="1609669" y="2665182"/>
          <a:ext cx="5877165" cy="4516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lvl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2000" kern="1200" dirty="0"/>
            <a:t>Planificación de los RRHH</a:t>
          </a:r>
        </a:p>
      </dsp:txBody>
      <dsp:txXfrm>
        <a:off x="1609669" y="2665182"/>
        <a:ext cx="5877165" cy="451666"/>
      </dsp:txXfrm>
    </dsp:sp>
    <dsp:sp modelId="{5D84D3DB-F553-4712-A813-E34BD39795E9}">
      <dsp:nvSpPr>
        <dsp:cNvPr id="0" name=""/>
        <dsp:cNvSpPr/>
      </dsp:nvSpPr>
      <dsp:spPr>
        <a:xfrm>
          <a:off x="1497366" y="311684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70B24025-E2C6-417F-99E1-3AE2064C772D}">
      <dsp:nvSpPr>
        <dsp:cNvPr id="0" name=""/>
        <dsp:cNvSpPr/>
      </dsp:nvSpPr>
      <dsp:spPr>
        <a:xfrm>
          <a:off x="1609669" y="3139432"/>
          <a:ext cx="5877165" cy="4516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lvl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2000" kern="1200" dirty="0"/>
            <a:t>Adquirir el equipo de trabajo</a:t>
          </a:r>
        </a:p>
      </dsp:txBody>
      <dsp:txXfrm>
        <a:off x="1609669" y="3139432"/>
        <a:ext cx="5877165" cy="451666"/>
      </dsp:txXfrm>
    </dsp:sp>
    <dsp:sp modelId="{5E350EE4-2D6A-4A16-A0FE-9FACA9074727}">
      <dsp:nvSpPr>
        <dsp:cNvPr id="0" name=""/>
        <dsp:cNvSpPr/>
      </dsp:nvSpPr>
      <dsp:spPr>
        <a:xfrm>
          <a:off x="1497366" y="359109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1AB85A7C-0FFD-4546-B83C-987E91EDF1C9}">
      <dsp:nvSpPr>
        <dsp:cNvPr id="0" name=""/>
        <dsp:cNvSpPr/>
      </dsp:nvSpPr>
      <dsp:spPr>
        <a:xfrm>
          <a:off x="1609669" y="3613682"/>
          <a:ext cx="5877165" cy="4516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lvl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2000" kern="1200" dirty="0"/>
            <a:t>Desarrollar el equipo del proyecto</a:t>
          </a:r>
        </a:p>
      </dsp:txBody>
      <dsp:txXfrm>
        <a:off x="1609669" y="3613682"/>
        <a:ext cx="5877165" cy="451666"/>
      </dsp:txXfrm>
    </dsp:sp>
    <dsp:sp modelId="{DF72560F-E95F-423D-A8FF-AAE8DAA00A74}">
      <dsp:nvSpPr>
        <dsp:cNvPr id="0" name=""/>
        <dsp:cNvSpPr/>
      </dsp:nvSpPr>
      <dsp:spPr>
        <a:xfrm>
          <a:off x="1497366" y="406534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EDBBCE88-88E0-4C06-BA01-B4EFB6C685E1}">
      <dsp:nvSpPr>
        <dsp:cNvPr id="0" name=""/>
        <dsp:cNvSpPr/>
      </dsp:nvSpPr>
      <dsp:spPr>
        <a:xfrm>
          <a:off x="1609669" y="4087932"/>
          <a:ext cx="5877165" cy="4516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lvl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2000" kern="1200" dirty="0"/>
            <a:t>Dirigir el equipo del proyecto</a:t>
          </a:r>
        </a:p>
      </dsp:txBody>
      <dsp:txXfrm>
        <a:off x="1609669" y="4087932"/>
        <a:ext cx="5877165" cy="451666"/>
      </dsp:txXfrm>
    </dsp:sp>
    <dsp:sp modelId="{22FFB06E-FF71-449B-9AA1-BDA4A6D85DF8}">
      <dsp:nvSpPr>
        <dsp:cNvPr id="0" name=""/>
        <dsp:cNvSpPr/>
      </dsp:nvSpPr>
      <dsp:spPr>
        <a:xfrm>
          <a:off x="1497366" y="453959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70494F9-BBC6-9B4D-ABE0-28B7062A7EEA}">
      <dsp:nvSpPr>
        <dsp:cNvPr id="0" name=""/>
        <dsp:cNvSpPr/>
      </dsp:nvSpPr>
      <dsp:spPr>
        <a:xfrm>
          <a:off x="0" y="0"/>
          <a:ext cx="7486835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0FAAA673-A6AE-2E48-9396-AEC5BB305A0E}">
      <dsp:nvSpPr>
        <dsp:cNvPr id="0" name=""/>
        <dsp:cNvSpPr/>
      </dsp:nvSpPr>
      <dsp:spPr>
        <a:xfrm>
          <a:off x="0" y="595"/>
          <a:ext cx="1497367" cy="72089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lvl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700" kern="1200" dirty="0"/>
            <a:t>Introducción</a:t>
          </a:r>
        </a:p>
      </dsp:txBody>
      <dsp:txXfrm>
        <a:off x="0" y="595"/>
        <a:ext cx="1497367" cy="720895"/>
      </dsp:txXfrm>
    </dsp:sp>
    <dsp:sp modelId="{4324E71C-51E4-4FFA-9638-472734009553}">
      <dsp:nvSpPr>
        <dsp:cNvPr id="0" name=""/>
        <dsp:cNvSpPr/>
      </dsp:nvSpPr>
      <dsp:spPr>
        <a:xfrm>
          <a:off x="0" y="0"/>
          <a:ext cx="7486835" cy="0"/>
        </a:xfrm>
        <a:prstGeom prst="line">
          <a:avLst/>
        </a:prstGeom>
        <a:gradFill rotWithShape="0">
          <a:gsLst>
            <a:gs pos="0">
              <a:schemeClr val="accent3">
                <a:hueOff val="1270596"/>
                <a:satOff val="-12860"/>
                <a:lumOff val="-49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1270596"/>
                <a:satOff val="-12860"/>
                <a:lumOff val="-49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1270596"/>
                <a:satOff val="-12860"/>
                <a:lumOff val="-49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1270596"/>
              <a:satOff val="-12860"/>
              <a:lumOff val="-49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792A15AE-68CB-4B5E-A488-D8B2430819E0}">
      <dsp:nvSpPr>
        <dsp:cNvPr id="0" name=""/>
        <dsp:cNvSpPr/>
      </dsp:nvSpPr>
      <dsp:spPr>
        <a:xfrm>
          <a:off x="0" y="721491"/>
          <a:ext cx="1497367" cy="192110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lvl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700" kern="1200" dirty="0"/>
            <a:t>Calidad</a:t>
          </a:r>
        </a:p>
      </dsp:txBody>
      <dsp:txXfrm>
        <a:off x="0" y="721491"/>
        <a:ext cx="1497367" cy="1921107"/>
      </dsp:txXfrm>
    </dsp:sp>
    <dsp:sp modelId="{520D1D2C-1114-41BF-8F7E-61F71B01A781}">
      <dsp:nvSpPr>
        <dsp:cNvPr id="0" name=""/>
        <dsp:cNvSpPr/>
      </dsp:nvSpPr>
      <dsp:spPr>
        <a:xfrm>
          <a:off x="1609669" y="751508"/>
          <a:ext cx="5877165" cy="6003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lvl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2000" kern="1200" dirty="0"/>
            <a:t>Planificación de la calidad</a:t>
          </a:r>
        </a:p>
      </dsp:txBody>
      <dsp:txXfrm>
        <a:off x="1609669" y="751508"/>
        <a:ext cx="5877165" cy="600346"/>
      </dsp:txXfrm>
    </dsp:sp>
    <dsp:sp modelId="{0A0EB41C-54BD-4DBD-AE20-1F9966450DC3}">
      <dsp:nvSpPr>
        <dsp:cNvPr id="0" name=""/>
        <dsp:cNvSpPr/>
      </dsp:nvSpPr>
      <dsp:spPr>
        <a:xfrm>
          <a:off x="1497366" y="1351854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F1E3A902-B27E-4D1E-9D62-838DBF77570E}">
      <dsp:nvSpPr>
        <dsp:cNvPr id="0" name=""/>
        <dsp:cNvSpPr/>
      </dsp:nvSpPr>
      <dsp:spPr>
        <a:xfrm>
          <a:off x="1609669" y="1381871"/>
          <a:ext cx="5877165" cy="6003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lvl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2000" kern="1200" dirty="0"/>
            <a:t>Realizar el aseguramiento</a:t>
          </a:r>
          <a:r>
            <a:rPr lang="es-ES" sz="2000" kern="1200" baseline="0" dirty="0"/>
            <a:t> de la calidad</a:t>
          </a:r>
          <a:endParaRPr lang="es-ES" sz="2000" kern="1200" dirty="0"/>
        </a:p>
      </dsp:txBody>
      <dsp:txXfrm>
        <a:off x="1609669" y="1381871"/>
        <a:ext cx="5877165" cy="600346"/>
      </dsp:txXfrm>
    </dsp:sp>
    <dsp:sp modelId="{2B79C5B5-7045-4C8A-A0D3-ED34D320DACE}">
      <dsp:nvSpPr>
        <dsp:cNvPr id="0" name=""/>
        <dsp:cNvSpPr/>
      </dsp:nvSpPr>
      <dsp:spPr>
        <a:xfrm>
          <a:off x="1497366" y="198221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821592CB-BF1E-40A4-88FF-532C668728A8}">
      <dsp:nvSpPr>
        <dsp:cNvPr id="0" name=""/>
        <dsp:cNvSpPr/>
      </dsp:nvSpPr>
      <dsp:spPr>
        <a:xfrm>
          <a:off x="1609669" y="2012235"/>
          <a:ext cx="5877165" cy="6003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lvl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2000" kern="1200" dirty="0"/>
            <a:t>Controlar</a:t>
          </a:r>
          <a:r>
            <a:rPr lang="es-ES" sz="2000" kern="1200" baseline="0" dirty="0"/>
            <a:t> la calidad</a:t>
          </a:r>
          <a:endParaRPr lang="es-ES" sz="2000" kern="1200" dirty="0"/>
        </a:p>
      </dsp:txBody>
      <dsp:txXfrm>
        <a:off x="1609669" y="2012235"/>
        <a:ext cx="5877165" cy="600346"/>
      </dsp:txXfrm>
    </dsp:sp>
    <dsp:sp modelId="{AFB2C275-AEA0-46EA-8FAC-DEEB17253C42}">
      <dsp:nvSpPr>
        <dsp:cNvPr id="0" name=""/>
        <dsp:cNvSpPr/>
      </dsp:nvSpPr>
      <dsp:spPr>
        <a:xfrm>
          <a:off x="1497366" y="2612581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B2F277F3-7CF1-994E-B28A-0B3155C31199}">
      <dsp:nvSpPr>
        <dsp:cNvPr id="0" name=""/>
        <dsp:cNvSpPr/>
      </dsp:nvSpPr>
      <dsp:spPr>
        <a:xfrm>
          <a:off x="0" y="2642598"/>
          <a:ext cx="7486835" cy="0"/>
        </a:xfrm>
        <a:prstGeom prst="line">
          <a:avLst/>
        </a:prstGeom>
        <a:gradFill rotWithShape="0">
          <a:gsLst>
            <a:gs pos="0">
              <a:schemeClr val="accent3">
                <a:hueOff val="2541193"/>
                <a:satOff val="-25720"/>
                <a:lumOff val="-98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2541193"/>
                <a:satOff val="-25720"/>
                <a:lumOff val="-98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2541193"/>
                <a:satOff val="-25720"/>
                <a:lumOff val="-98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2541193"/>
              <a:satOff val="-25720"/>
              <a:lumOff val="-98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9891002C-403A-A043-B663-E6FEB51C2557}">
      <dsp:nvSpPr>
        <dsp:cNvPr id="0" name=""/>
        <dsp:cNvSpPr/>
      </dsp:nvSpPr>
      <dsp:spPr>
        <a:xfrm>
          <a:off x="0" y="2642598"/>
          <a:ext cx="1497367" cy="192110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lvl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700" kern="1200" dirty="0"/>
            <a:t>Recursos Humanos</a:t>
          </a:r>
        </a:p>
      </dsp:txBody>
      <dsp:txXfrm>
        <a:off x="0" y="2642598"/>
        <a:ext cx="1497367" cy="1921107"/>
      </dsp:txXfrm>
    </dsp:sp>
    <dsp:sp modelId="{CECABC1D-D0D2-4346-AB17-5BDF3AE0B320}">
      <dsp:nvSpPr>
        <dsp:cNvPr id="0" name=""/>
        <dsp:cNvSpPr/>
      </dsp:nvSpPr>
      <dsp:spPr>
        <a:xfrm>
          <a:off x="1609669" y="2665182"/>
          <a:ext cx="5877165" cy="4516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lvl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2000" kern="1200" dirty="0"/>
            <a:t>Planificación de los RRHH</a:t>
          </a:r>
        </a:p>
      </dsp:txBody>
      <dsp:txXfrm>
        <a:off x="1609669" y="2665182"/>
        <a:ext cx="5877165" cy="451666"/>
      </dsp:txXfrm>
    </dsp:sp>
    <dsp:sp modelId="{5D84D3DB-F553-4712-A813-E34BD39795E9}">
      <dsp:nvSpPr>
        <dsp:cNvPr id="0" name=""/>
        <dsp:cNvSpPr/>
      </dsp:nvSpPr>
      <dsp:spPr>
        <a:xfrm>
          <a:off x="1497366" y="311684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70B24025-E2C6-417F-99E1-3AE2064C772D}">
      <dsp:nvSpPr>
        <dsp:cNvPr id="0" name=""/>
        <dsp:cNvSpPr/>
      </dsp:nvSpPr>
      <dsp:spPr>
        <a:xfrm>
          <a:off x="1609669" y="3139432"/>
          <a:ext cx="5877165" cy="4516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lvl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2000" kern="1200" dirty="0"/>
            <a:t>Adquirir el equipo de trabajo</a:t>
          </a:r>
        </a:p>
      </dsp:txBody>
      <dsp:txXfrm>
        <a:off x="1609669" y="3139432"/>
        <a:ext cx="5877165" cy="451666"/>
      </dsp:txXfrm>
    </dsp:sp>
    <dsp:sp modelId="{5E350EE4-2D6A-4A16-A0FE-9FACA9074727}">
      <dsp:nvSpPr>
        <dsp:cNvPr id="0" name=""/>
        <dsp:cNvSpPr/>
      </dsp:nvSpPr>
      <dsp:spPr>
        <a:xfrm>
          <a:off x="1497366" y="359109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1AB85A7C-0FFD-4546-B83C-987E91EDF1C9}">
      <dsp:nvSpPr>
        <dsp:cNvPr id="0" name=""/>
        <dsp:cNvSpPr/>
      </dsp:nvSpPr>
      <dsp:spPr>
        <a:xfrm>
          <a:off x="1609669" y="3613682"/>
          <a:ext cx="5877165" cy="4516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lvl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2000" kern="1200" dirty="0"/>
            <a:t>Desarrollar el equipo del proyecto</a:t>
          </a:r>
        </a:p>
      </dsp:txBody>
      <dsp:txXfrm>
        <a:off x="1609669" y="3613682"/>
        <a:ext cx="5877165" cy="451666"/>
      </dsp:txXfrm>
    </dsp:sp>
    <dsp:sp modelId="{DF72560F-E95F-423D-A8FF-AAE8DAA00A74}">
      <dsp:nvSpPr>
        <dsp:cNvPr id="0" name=""/>
        <dsp:cNvSpPr/>
      </dsp:nvSpPr>
      <dsp:spPr>
        <a:xfrm>
          <a:off x="1497366" y="406534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EDBBCE88-88E0-4C06-BA01-B4EFB6C685E1}">
      <dsp:nvSpPr>
        <dsp:cNvPr id="0" name=""/>
        <dsp:cNvSpPr/>
      </dsp:nvSpPr>
      <dsp:spPr>
        <a:xfrm>
          <a:off x="1609669" y="4087932"/>
          <a:ext cx="5877165" cy="4516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lvl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2000" kern="1200" dirty="0"/>
            <a:t>Dirigir el equipo del proyecto</a:t>
          </a:r>
        </a:p>
      </dsp:txBody>
      <dsp:txXfrm>
        <a:off x="1609669" y="4087932"/>
        <a:ext cx="5877165" cy="451666"/>
      </dsp:txXfrm>
    </dsp:sp>
    <dsp:sp modelId="{22FFB06E-FF71-449B-9AA1-BDA4A6D85DF8}">
      <dsp:nvSpPr>
        <dsp:cNvPr id="0" name=""/>
        <dsp:cNvSpPr/>
      </dsp:nvSpPr>
      <dsp:spPr>
        <a:xfrm>
          <a:off x="1497366" y="453959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</dsp:spTree>
</dsp:drawing>
</file>

<file path=ppt/diagrams/drawing10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70494F9-BBC6-9B4D-ABE0-28B7062A7EEA}">
      <dsp:nvSpPr>
        <dsp:cNvPr id="0" name=""/>
        <dsp:cNvSpPr/>
      </dsp:nvSpPr>
      <dsp:spPr>
        <a:xfrm>
          <a:off x="0" y="0"/>
          <a:ext cx="7486835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0FAAA673-A6AE-2E48-9396-AEC5BB305A0E}">
      <dsp:nvSpPr>
        <dsp:cNvPr id="0" name=""/>
        <dsp:cNvSpPr/>
      </dsp:nvSpPr>
      <dsp:spPr>
        <a:xfrm>
          <a:off x="0" y="595"/>
          <a:ext cx="1497367" cy="72089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lvl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700" kern="1200" dirty="0"/>
            <a:t>Introducción</a:t>
          </a:r>
        </a:p>
      </dsp:txBody>
      <dsp:txXfrm>
        <a:off x="0" y="595"/>
        <a:ext cx="1497367" cy="720895"/>
      </dsp:txXfrm>
    </dsp:sp>
    <dsp:sp modelId="{4324E71C-51E4-4FFA-9638-472734009553}">
      <dsp:nvSpPr>
        <dsp:cNvPr id="0" name=""/>
        <dsp:cNvSpPr/>
      </dsp:nvSpPr>
      <dsp:spPr>
        <a:xfrm>
          <a:off x="0" y="0"/>
          <a:ext cx="7486835" cy="0"/>
        </a:xfrm>
        <a:prstGeom prst="line">
          <a:avLst/>
        </a:prstGeom>
        <a:gradFill rotWithShape="0">
          <a:gsLst>
            <a:gs pos="0">
              <a:schemeClr val="accent3">
                <a:hueOff val="1270596"/>
                <a:satOff val="-12860"/>
                <a:lumOff val="-49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1270596"/>
                <a:satOff val="-12860"/>
                <a:lumOff val="-49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1270596"/>
                <a:satOff val="-12860"/>
                <a:lumOff val="-49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1270596"/>
              <a:satOff val="-12860"/>
              <a:lumOff val="-49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792A15AE-68CB-4B5E-A488-D8B2430819E0}">
      <dsp:nvSpPr>
        <dsp:cNvPr id="0" name=""/>
        <dsp:cNvSpPr/>
      </dsp:nvSpPr>
      <dsp:spPr>
        <a:xfrm>
          <a:off x="0" y="721491"/>
          <a:ext cx="1497367" cy="192110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lvl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700" kern="1200" dirty="0"/>
            <a:t>Calidad</a:t>
          </a:r>
        </a:p>
      </dsp:txBody>
      <dsp:txXfrm>
        <a:off x="0" y="721491"/>
        <a:ext cx="1497367" cy="1921107"/>
      </dsp:txXfrm>
    </dsp:sp>
    <dsp:sp modelId="{520D1D2C-1114-41BF-8F7E-61F71B01A781}">
      <dsp:nvSpPr>
        <dsp:cNvPr id="0" name=""/>
        <dsp:cNvSpPr/>
      </dsp:nvSpPr>
      <dsp:spPr>
        <a:xfrm>
          <a:off x="1609669" y="751508"/>
          <a:ext cx="5877165" cy="6003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lvl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2000" kern="1200" dirty="0"/>
            <a:t>Planificación de la calidad</a:t>
          </a:r>
        </a:p>
      </dsp:txBody>
      <dsp:txXfrm>
        <a:off x="1609669" y="751508"/>
        <a:ext cx="5877165" cy="600346"/>
      </dsp:txXfrm>
    </dsp:sp>
    <dsp:sp modelId="{0A0EB41C-54BD-4DBD-AE20-1F9966450DC3}">
      <dsp:nvSpPr>
        <dsp:cNvPr id="0" name=""/>
        <dsp:cNvSpPr/>
      </dsp:nvSpPr>
      <dsp:spPr>
        <a:xfrm>
          <a:off x="1497366" y="1351854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F1E3A902-B27E-4D1E-9D62-838DBF77570E}">
      <dsp:nvSpPr>
        <dsp:cNvPr id="0" name=""/>
        <dsp:cNvSpPr/>
      </dsp:nvSpPr>
      <dsp:spPr>
        <a:xfrm>
          <a:off x="1609669" y="1381871"/>
          <a:ext cx="5877165" cy="6003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lvl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2000" kern="1200" dirty="0"/>
            <a:t>Realizar el aseguramiento</a:t>
          </a:r>
          <a:r>
            <a:rPr lang="es-ES" sz="2000" kern="1200" baseline="0" dirty="0"/>
            <a:t> de la calidad</a:t>
          </a:r>
          <a:endParaRPr lang="es-ES" sz="2000" kern="1200" dirty="0"/>
        </a:p>
      </dsp:txBody>
      <dsp:txXfrm>
        <a:off x="1609669" y="1381871"/>
        <a:ext cx="5877165" cy="600346"/>
      </dsp:txXfrm>
    </dsp:sp>
    <dsp:sp modelId="{2B79C5B5-7045-4C8A-A0D3-ED34D320DACE}">
      <dsp:nvSpPr>
        <dsp:cNvPr id="0" name=""/>
        <dsp:cNvSpPr/>
      </dsp:nvSpPr>
      <dsp:spPr>
        <a:xfrm>
          <a:off x="1497366" y="198221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821592CB-BF1E-40A4-88FF-532C668728A8}">
      <dsp:nvSpPr>
        <dsp:cNvPr id="0" name=""/>
        <dsp:cNvSpPr/>
      </dsp:nvSpPr>
      <dsp:spPr>
        <a:xfrm>
          <a:off x="1609669" y="2012235"/>
          <a:ext cx="5877165" cy="6003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lvl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2000" kern="1200" dirty="0"/>
            <a:t>Controlar</a:t>
          </a:r>
          <a:r>
            <a:rPr lang="es-ES" sz="2000" kern="1200" baseline="0" dirty="0"/>
            <a:t> la calidad</a:t>
          </a:r>
          <a:endParaRPr lang="es-ES" sz="2000" kern="1200" dirty="0"/>
        </a:p>
      </dsp:txBody>
      <dsp:txXfrm>
        <a:off x="1609669" y="2012235"/>
        <a:ext cx="5877165" cy="600346"/>
      </dsp:txXfrm>
    </dsp:sp>
    <dsp:sp modelId="{AFB2C275-AEA0-46EA-8FAC-DEEB17253C42}">
      <dsp:nvSpPr>
        <dsp:cNvPr id="0" name=""/>
        <dsp:cNvSpPr/>
      </dsp:nvSpPr>
      <dsp:spPr>
        <a:xfrm>
          <a:off x="1497366" y="2612581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B2F277F3-7CF1-994E-B28A-0B3155C31199}">
      <dsp:nvSpPr>
        <dsp:cNvPr id="0" name=""/>
        <dsp:cNvSpPr/>
      </dsp:nvSpPr>
      <dsp:spPr>
        <a:xfrm>
          <a:off x="0" y="2642598"/>
          <a:ext cx="7486835" cy="0"/>
        </a:xfrm>
        <a:prstGeom prst="line">
          <a:avLst/>
        </a:prstGeom>
        <a:gradFill rotWithShape="0">
          <a:gsLst>
            <a:gs pos="0">
              <a:schemeClr val="accent3">
                <a:hueOff val="2541193"/>
                <a:satOff val="-25720"/>
                <a:lumOff val="-98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2541193"/>
                <a:satOff val="-25720"/>
                <a:lumOff val="-98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2541193"/>
                <a:satOff val="-25720"/>
                <a:lumOff val="-98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2541193"/>
              <a:satOff val="-25720"/>
              <a:lumOff val="-98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9891002C-403A-A043-B663-E6FEB51C2557}">
      <dsp:nvSpPr>
        <dsp:cNvPr id="0" name=""/>
        <dsp:cNvSpPr/>
      </dsp:nvSpPr>
      <dsp:spPr>
        <a:xfrm>
          <a:off x="0" y="2642598"/>
          <a:ext cx="1497367" cy="192110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lvl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700" kern="1200" dirty="0"/>
            <a:t>Recursos Humanos</a:t>
          </a:r>
        </a:p>
      </dsp:txBody>
      <dsp:txXfrm>
        <a:off x="0" y="2642598"/>
        <a:ext cx="1497367" cy="1921107"/>
      </dsp:txXfrm>
    </dsp:sp>
    <dsp:sp modelId="{CECABC1D-D0D2-4346-AB17-5BDF3AE0B320}">
      <dsp:nvSpPr>
        <dsp:cNvPr id="0" name=""/>
        <dsp:cNvSpPr/>
      </dsp:nvSpPr>
      <dsp:spPr>
        <a:xfrm>
          <a:off x="1609669" y="2665182"/>
          <a:ext cx="5877165" cy="4516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lvl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2000" kern="1200" dirty="0"/>
            <a:t>Planificación de los RRHH</a:t>
          </a:r>
        </a:p>
      </dsp:txBody>
      <dsp:txXfrm>
        <a:off x="1609669" y="2665182"/>
        <a:ext cx="5877165" cy="451666"/>
      </dsp:txXfrm>
    </dsp:sp>
    <dsp:sp modelId="{5D84D3DB-F553-4712-A813-E34BD39795E9}">
      <dsp:nvSpPr>
        <dsp:cNvPr id="0" name=""/>
        <dsp:cNvSpPr/>
      </dsp:nvSpPr>
      <dsp:spPr>
        <a:xfrm>
          <a:off x="1497366" y="311684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70B24025-E2C6-417F-99E1-3AE2064C772D}">
      <dsp:nvSpPr>
        <dsp:cNvPr id="0" name=""/>
        <dsp:cNvSpPr/>
      </dsp:nvSpPr>
      <dsp:spPr>
        <a:xfrm>
          <a:off x="1609669" y="3139432"/>
          <a:ext cx="5877165" cy="4516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lvl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2000" kern="1200" dirty="0"/>
            <a:t>Adquirir el equipo de trabajo</a:t>
          </a:r>
        </a:p>
      </dsp:txBody>
      <dsp:txXfrm>
        <a:off x="1609669" y="3139432"/>
        <a:ext cx="5877165" cy="451666"/>
      </dsp:txXfrm>
    </dsp:sp>
    <dsp:sp modelId="{5E350EE4-2D6A-4A16-A0FE-9FACA9074727}">
      <dsp:nvSpPr>
        <dsp:cNvPr id="0" name=""/>
        <dsp:cNvSpPr/>
      </dsp:nvSpPr>
      <dsp:spPr>
        <a:xfrm>
          <a:off x="1497366" y="359109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1AB85A7C-0FFD-4546-B83C-987E91EDF1C9}">
      <dsp:nvSpPr>
        <dsp:cNvPr id="0" name=""/>
        <dsp:cNvSpPr/>
      </dsp:nvSpPr>
      <dsp:spPr>
        <a:xfrm>
          <a:off x="1609669" y="3613682"/>
          <a:ext cx="5877165" cy="4516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lvl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2000" kern="1200" dirty="0"/>
            <a:t>Desarrollar el equipo del proyecto</a:t>
          </a:r>
        </a:p>
      </dsp:txBody>
      <dsp:txXfrm>
        <a:off x="1609669" y="3613682"/>
        <a:ext cx="5877165" cy="451666"/>
      </dsp:txXfrm>
    </dsp:sp>
    <dsp:sp modelId="{DF72560F-E95F-423D-A8FF-AAE8DAA00A74}">
      <dsp:nvSpPr>
        <dsp:cNvPr id="0" name=""/>
        <dsp:cNvSpPr/>
      </dsp:nvSpPr>
      <dsp:spPr>
        <a:xfrm>
          <a:off x="1497366" y="406534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EDBBCE88-88E0-4C06-BA01-B4EFB6C685E1}">
      <dsp:nvSpPr>
        <dsp:cNvPr id="0" name=""/>
        <dsp:cNvSpPr/>
      </dsp:nvSpPr>
      <dsp:spPr>
        <a:xfrm>
          <a:off x="1609669" y="4087932"/>
          <a:ext cx="5877165" cy="4516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lvl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2000" kern="1200" dirty="0"/>
            <a:t>Dirigir el equipo del proyecto</a:t>
          </a:r>
        </a:p>
      </dsp:txBody>
      <dsp:txXfrm>
        <a:off x="1609669" y="4087932"/>
        <a:ext cx="5877165" cy="451666"/>
      </dsp:txXfrm>
    </dsp:sp>
    <dsp:sp modelId="{22FFB06E-FF71-449B-9AA1-BDA4A6D85DF8}">
      <dsp:nvSpPr>
        <dsp:cNvPr id="0" name=""/>
        <dsp:cNvSpPr/>
      </dsp:nvSpPr>
      <dsp:spPr>
        <a:xfrm>
          <a:off x="1497366" y="4539598"/>
          <a:ext cx="5989468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8/layout/VerticalCurvedList">
  <dgm:title val=""/>
  <dgm:desc val=""/>
  <dgm:catLst>
    <dgm:cat type="list" pri="2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chPref val="7"/>
      <dgm:dir/>
    </dgm:varLst>
    <dgm:alg type="composite"/>
    <dgm:shape xmlns:r="http://schemas.openxmlformats.org/officeDocument/2006/relationships" r:blip="">
      <dgm:adjLst/>
    </dgm:shape>
    <dgm:constrLst>
      <dgm:constr type="w" for="ch" refType="h" refFor="ch" op="gte" fact="0.8"/>
    </dgm:constrLst>
    <dgm:layoutNode name="Name1">
      <dgm:alg type="composite"/>
      <dgm:shape xmlns:r="http://schemas.openxmlformats.org/officeDocument/2006/relationships" r:blip="">
        <dgm:adjLst/>
      </dgm:shape>
      <dgm:choose name="Name2">
        <dgm:if name="Name3" func="var" arg="dir" op="equ" val="norm">
          <dgm:choose name="Name4">
            <dgm:if name="Name5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h" fact="0.225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primFontSz" for="ch" ptType="node" op="equ" val="65"/>
              </dgm:constrLst>
            </dgm:if>
            <dgm:if name="Name6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h" fact="0.1891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h" fact="0.1891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primFontSz" for="ch" ptType="node" op="equ" val="65"/>
              </dgm:constrLst>
            </dgm:if>
            <dgm:if name="Name7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h" fact="0.1526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h" fact="0.2253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h" fact="0.1526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primFontSz" for="ch" ptType="node" op="equ" val="65"/>
              </dgm:constrLst>
            </dgm:if>
            <dgm:if name="Name8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h" fact="0.1268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h" fact="0.215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h" fact="0.21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h" fact="0.126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primFontSz" for="ch" ptType="node" op="equ" val="65"/>
              </dgm:constrLst>
            </dgm:if>
            <dgm:if name="Name9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h" fact="0.1082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h" fact="0.197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h" fact="0.2253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h" fact="0.197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h" fact="0.1082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primFontSz" for="ch" ptType="node" op="equ" val="65"/>
              </dgm:constrLst>
            </dgm:if>
            <dgm:if name="Name10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h" fact="0.094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h" fact="0.1809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h" fact="0.220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h" fact="0.2205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h" fact="0.18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h" fact="0.0943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primFontSz" for="ch" ptType="node" op="equ" val="65"/>
              </dgm:constrLst>
            </dgm:if>
            <dgm:else name="Name1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h" fact="0.0835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h" fact="0.165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h" fact="0.2109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h" fact="0.2253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h" fact="0.21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h" fact="0.1658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h" fact="0.0835"/>
                <dgm:constr type="l" for="ch" forName="text_7" refType="ctrX" refFor="ch" refForName="accent_7"/>
                <dgm:constr type="r" for="ch" forName="text_7" refType="w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lMarg" for="ch" forName="text_7" refType="w" refFor="ch" refForName="accent_7" fact="1.8"/>
                <dgm:constr type="primFontSz" for="ch" ptType="node" op="equ" val="65"/>
              </dgm:constrLst>
            </dgm:else>
          </dgm:choose>
        </dgm:if>
        <dgm:else name="Name12">
          <dgm:choose name="Name13">
            <dgm:if name="Name14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w"/>
                <dgm:constr type="ctrXOff" for="ch" forName="accent_1" refType="h" fact="-0.225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primFontSz" for="ch" ptType="node" op="equ" val="65"/>
              </dgm:constrLst>
            </dgm:if>
            <dgm:if name="Name15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w"/>
                <dgm:constr type="ctrXOff" for="ch" forName="accent_1" refType="h" fact="-0.1891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w"/>
                <dgm:constr type="ctrXOff" for="ch" forName="accent_2" refType="h" fact="-0.1891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primFontSz" for="ch" ptType="node" op="equ" val="65"/>
              </dgm:constrLst>
            </dgm:if>
            <dgm:if name="Name16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w"/>
                <dgm:constr type="ctrXOff" for="ch" forName="accent_1" refType="h" fact="-0.1526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w"/>
                <dgm:constr type="ctrXOff" for="ch" forName="accent_2" refType="h" fact="-0.2253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w"/>
                <dgm:constr type="ctrXOff" for="ch" forName="accent_3" refType="h" fact="-0.1526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primFontSz" for="ch" ptType="node" op="equ" val="65"/>
              </dgm:constrLst>
            </dgm:if>
            <dgm:if name="Name17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w"/>
                <dgm:constr type="ctrXOff" for="ch" forName="accent_1" refType="h" fact="-0.1268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w"/>
                <dgm:constr type="ctrXOff" for="ch" forName="accent_2" refType="h" fact="-0.215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w"/>
                <dgm:constr type="ctrXOff" for="ch" forName="accent_3" refType="h" fact="-0.21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w"/>
                <dgm:constr type="ctrXOff" for="ch" forName="accent_4" refType="h" fact="-0.126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primFontSz" for="ch" ptType="node" op="equ" val="65"/>
              </dgm:constrLst>
            </dgm:if>
            <dgm:if name="Name18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w"/>
                <dgm:constr type="ctrXOff" for="ch" forName="accent_1" refType="h" fact="-0.1082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w"/>
                <dgm:constr type="ctrXOff" for="ch" forName="accent_2" refType="h" fact="-0.197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w"/>
                <dgm:constr type="ctrXOff" for="ch" forName="accent_3" refType="h" fact="-0.2253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w"/>
                <dgm:constr type="ctrXOff" for="ch" forName="accent_4" refType="h" fact="-0.197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w"/>
                <dgm:constr type="ctrXOff" for="ch" forName="accent_5" refType="h" fact="-0.1082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primFontSz" for="ch" ptType="node" op="equ" val="65"/>
              </dgm:constrLst>
            </dgm:if>
            <dgm:if name="Name19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w"/>
                <dgm:constr type="ctrXOff" for="ch" forName="accent_1" refType="h" fact="-0.094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w"/>
                <dgm:constr type="ctrXOff" for="ch" forName="accent_2" refType="h" fact="-0.1809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w"/>
                <dgm:constr type="ctrXOff" for="ch" forName="accent_3" refType="h" fact="-0.220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w"/>
                <dgm:constr type="ctrXOff" for="ch" forName="accent_4" refType="h" fact="-0.2205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w"/>
                <dgm:constr type="ctrXOff" for="ch" forName="accent_5" refType="h" fact="-0.18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w"/>
                <dgm:constr type="ctrXOff" for="ch" forName="accent_6" refType="h" fact="-0.0943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primFontSz" for="ch" ptType="node" op="equ" val="65"/>
              </dgm:constrLst>
            </dgm:if>
            <dgm:else name="Name20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w"/>
                <dgm:constr type="ctrXOff" for="ch" forName="accent_1" refType="h" fact="-0.0835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w"/>
                <dgm:constr type="ctrXOff" for="ch" forName="accent_2" refType="h" fact="-0.165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w"/>
                <dgm:constr type="ctrXOff" for="ch" forName="accent_3" refType="h" fact="-0.2109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w"/>
                <dgm:constr type="ctrXOff" for="ch" forName="accent_4" refType="h" fact="-0.2253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w"/>
                <dgm:constr type="ctrXOff" for="ch" forName="accent_5" refType="h" fact="-0.21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w"/>
                <dgm:constr type="ctrXOff" for="ch" forName="accent_6" refType="h" fact="-0.1658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w"/>
                <dgm:constr type="ctrXOff" for="ch" forName="accent_7" refType="h" fact="-0.0835"/>
                <dgm:constr type="r" for="ch" forName="text_7" refType="ctrX" refFor="ch" refForName="accent_7"/>
                <dgm:constr type="rOff" for="ch" forName="text_7" refType="ctrXOff" refFor="ch" refForName="accent_7"/>
                <dgm:constr type="l" for="ch" forName="text_7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rMarg" for="ch" forName="text_7" refType="w" refFor="ch" refForName="accent_7" fact="1.8"/>
                <dgm:constr type="primFontSz" for="ch" ptType="node" op="equ" val="65"/>
              </dgm:constrLst>
            </dgm:else>
          </dgm:choose>
        </dgm:else>
      </dgm:choose>
      <dgm:layoutNode name="cycle">
        <dgm:choose name="Name21">
          <dgm:if name="Name22" func="var" arg="dir" op="equ" val="norm">
            <dgm:alg type="cycle">
              <dgm:param type="stAng" val="45"/>
              <dgm:param type="spanAng" val="90"/>
            </dgm:alg>
          </dgm:if>
          <dgm:else name="Name23">
            <dgm:alg type="cycle">
              <dgm:param type="stAng" val="225"/>
              <dgm:param type="spanAng" val="90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val="1"/>
          <dgm:constr type="h" for="ch" val="1"/>
          <dgm:constr type="diam" for="ch" forName="conn" refType="diam"/>
        </dgm:constrLst>
        <dgm:layoutNode name="src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conn" styleLbl="parChTrans1D2">
          <dgm:alg type="conn">
            <dgm:param type="connRout" val="curve"/>
            <dgm:param type="srcNode" val="srcNode"/>
            <dgm:param type="dstNode" val="dstNode"/>
            <dgm:param type="begPts" val="ctr"/>
            <dgm:param type="endPts" val="ctr"/>
            <dgm:param type="endSty" val="noArr"/>
          </dgm:alg>
          <dgm:shape xmlns:r="http://schemas.openxmlformats.org/officeDocument/2006/relationships" type="conn" r:blip="">
            <dgm:adjLst/>
          </dgm:shape>
          <dgm:presOf axis="desOrSelf" ptType="sibTrans" hideLastTrans="0" st="0" cnt="1"/>
          <dgm:constrLst>
            <dgm:constr type="begPad"/>
            <dgm:constr type="endPad"/>
          </dgm:constrLst>
        </dgm:layoutNode>
        <dgm:layoutNode name="extra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dstNode">
          <dgm:alg type="sp"/>
          <dgm:shape xmlns:r="http://schemas.openxmlformats.org/officeDocument/2006/relationships" type="rect" r:blip="" hideGeom="1">
            <dgm:adjLst/>
          </dgm:shape>
          <dgm:presOf/>
        </dgm:layoutNode>
      </dgm:layoutNode>
      <dgm:forEach name="wrapper" axis="self" ptType="parTrans">
        <dgm:forEach name="wrapper2" axis="self" ptType="sibTrans" st="2">
          <dgm:forEach name="accentRepeat" axis="self">
            <dgm:layoutNode name="accentRepeatNode" styleLbl="solidFgAcc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</dgm:forEach>
        </dgm:forEach>
      </dgm:forEach>
      <dgm:forEach name="Name24" axis="ch" ptType="node" cnt="1">
        <dgm:layoutNode name="text_1" styleLbl="node1">
          <dgm:varLst>
            <dgm:bulletEnabled val="1"/>
          </dgm:varLst>
          <dgm:choose name="Name25">
            <dgm:if name="Name2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2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1">
          <dgm:alg type="sp"/>
          <dgm:shape xmlns:r="http://schemas.openxmlformats.org/officeDocument/2006/relationships" r:blip="">
            <dgm:adjLst/>
          </dgm:shape>
          <dgm:presOf/>
          <dgm:constrLst/>
          <dgm:forEach name="Name28" ref="accentRepeat"/>
        </dgm:layoutNode>
      </dgm:forEach>
      <dgm:forEach name="Name29" axis="ch" ptType="node" st="2" cnt="1">
        <dgm:layoutNode name="text_2" styleLbl="node1">
          <dgm:varLst>
            <dgm:bulletEnabled val="1"/>
          </dgm:varLst>
          <dgm:choose name="Name30">
            <dgm:if name="Name3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2">
          <dgm:alg type="sp"/>
          <dgm:shape xmlns:r="http://schemas.openxmlformats.org/officeDocument/2006/relationships" r:blip="">
            <dgm:adjLst/>
          </dgm:shape>
          <dgm:presOf/>
          <dgm:constrLst/>
          <dgm:forEach name="Name33" ref="accentRepeat"/>
        </dgm:layoutNode>
      </dgm:forEach>
      <dgm:forEach name="Name34" axis="ch" ptType="node" st="3" cnt="1">
        <dgm:layoutNode name="text_3" styleLbl="node1">
          <dgm:varLst>
            <dgm:bulletEnabled val="1"/>
          </dgm:varLst>
          <dgm:choose name="Name35">
            <dgm:if name="Name3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3">
          <dgm:alg type="sp"/>
          <dgm:shape xmlns:r="http://schemas.openxmlformats.org/officeDocument/2006/relationships" r:blip="">
            <dgm:adjLst/>
          </dgm:shape>
          <dgm:presOf/>
          <dgm:constrLst/>
          <dgm:forEach name="Name38" ref="accentRepeat"/>
        </dgm:layoutNode>
      </dgm:forEach>
      <dgm:forEach name="Name39" axis="ch" ptType="node" st="4" cnt="1">
        <dgm:layoutNode name="text_4" styleLbl="node1">
          <dgm:varLst>
            <dgm:bulletEnabled val="1"/>
          </dgm:varLst>
          <dgm:choose name="Name40">
            <dgm:if name="Name4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4">
          <dgm:alg type="sp"/>
          <dgm:shape xmlns:r="http://schemas.openxmlformats.org/officeDocument/2006/relationships" r:blip="">
            <dgm:adjLst/>
          </dgm:shape>
          <dgm:presOf/>
          <dgm:constrLst/>
          <dgm:forEach name="Name43" ref="accentRepeat"/>
        </dgm:layoutNode>
      </dgm:forEach>
      <dgm:forEach name="Name44" axis="ch" ptType="node" st="5" cnt="1">
        <dgm:layoutNode name="text_5" styleLbl="node1">
          <dgm:varLst>
            <dgm:bulletEnabled val="1"/>
          </dgm:varLst>
          <dgm:choose name="Name45">
            <dgm:if name="Name4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5">
          <dgm:alg type="sp"/>
          <dgm:shape xmlns:r="http://schemas.openxmlformats.org/officeDocument/2006/relationships" r:blip="">
            <dgm:adjLst/>
          </dgm:shape>
          <dgm:presOf/>
          <dgm:constrLst/>
          <dgm:forEach name="Name48" ref="accentRepeat"/>
        </dgm:layoutNode>
      </dgm:forEach>
      <dgm:forEach name="Name49" axis="ch" ptType="node" st="6" cnt="1">
        <dgm:layoutNode name="text_6" styleLbl="node1">
          <dgm:varLst>
            <dgm:bulletEnabled val="1"/>
          </dgm:varLst>
          <dgm:choose name="Name50">
            <dgm:if name="Name5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6">
          <dgm:alg type="sp"/>
          <dgm:shape xmlns:r="http://schemas.openxmlformats.org/officeDocument/2006/relationships" r:blip="">
            <dgm:adjLst/>
          </dgm:shape>
          <dgm:presOf/>
          <dgm:constrLst/>
          <dgm:forEach name="Name53" ref="accentRepeat"/>
        </dgm:layoutNode>
      </dgm:forEach>
      <dgm:forEach name="Name54" axis="ch" ptType="node" st="7" cnt="1">
        <dgm:layoutNode name="text_7" styleLbl="node1">
          <dgm:varLst>
            <dgm:bulletEnabled val="1"/>
          </dgm:varLst>
          <dgm:choose name="Name55">
            <dgm:if name="Name5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7">
          <dgm:alg type="sp"/>
          <dgm:shape xmlns:r="http://schemas.openxmlformats.org/officeDocument/2006/relationships" r:blip="">
            <dgm:adjLst/>
          </dgm:shape>
          <dgm:presOf/>
          <dgm:constrLst/>
          <dgm:forEach name="Name58" ref="accentRepeat"/>
        </dgm:layoutNode>
      </dgm:forEach>
    </dgm:layoutNode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cycle3">
  <dgm:title val=""/>
  <dgm:desc val=""/>
  <dgm:catLst>
    <dgm:cat type="cycle" pri="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ch" ptType="node" func="cnt" op="equ" val="2">
        <dgm:alg type="composite">
          <dgm:param type="ar" val="0.9"/>
        </dgm:alg>
        <dgm:shape xmlns:r="http://schemas.openxmlformats.org/officeDocument/2006/relationships" r:blip="">
          <dgm:adjLst/>
        </dgm:shape>
        <dgm:presOf/>
        <dgm:constrLst>
          <dgm:constr type="primFontSz" for="ch" ptType="node" op="equ" val="65"/>
          <dgm:constr type="ctrX" for="ch" forName="node1" refType="w" fact="0.5"/>
          <dgm:constr type="t" for="ch" forName="node1"/>
          <dgm:constr type="w" for="ch" forName="node1" refType="w" fact="0.8"/>
          <dgm:constr type="h" for="ch" forName="node1" refType="w" refFor="ch" refForName="node1" fact="0.5"/>
          <dgm:constr type="ctrX" for="ch" forName="sibTrans" refType="w" fact="0.5"/>
          <dgm:constr type="t" for="ch" forName="sibTrans"/>
          <dgm:constr type="w" for="ch" forName="sibTrans" refType="w" fact="0.8"/>
          <dgm:constr type="h" for="ch" forName="sibTrans" refType="w" refFor="ch" refForName="node1" fact="0.5"/>
          <dgm:constr type="userA" for="ch" forName="sibTrans" refType="w" fact="1.07"/>
          <dgm:constr type="ctrX" for="ch" forName="node2" refType="w" fact="0.5"/>
          <dgm:constr type="b" for="ch" forName="node2" refType="h"/>
          <dgm:constr type="w" for="ch" forName="node2" refType="w" fact="0.8"/>
          <dgm:constr type="h" for="ch" forName="node2" refType="w" refFor="ch" refForName="node1" fact="0.5"/>
          <dgm:constr type="l" for="ch" forName="sp1"/>
          <dgm:constr type="t" for="ch" forName="sp1" refType="h" fact="0.5"/>
          <dgm:constr type="w" for="ch" forName="sp1" val="1"/>
          <dgm:constr type="h" for="ch" forName="sp1" val="1"/>
          <dgm:constr type="r" for="ch" forName="sp2" refType="w"/>
          <dgm:constr type="t" for="ch" forName="sp2" refType="h" fact="0.5"/>
          <dgm:constr type="w" for="ch" forName="sp2" val="1"/>
          <dgm:constr type="h" for="ch" forName="sp2" val="1"/>
        </dgm:constrLst>
        <dgm:ruleLst/>
      </dgm:if>
      <dgm:else name="Name3">
        <dgm:alg type="composite"/>
        <dgm:shape xmlns:r="http://schemas.openxmlformats.org/officeDocument/2006/relationships" r:blip="">
          <dgm:adjLst/>
        </dgm:shape>
        <dgm:presOf/>
        <dgm:constrLst>
          <dgm:constr type="primFontSz" for="ch" ptType="node" op="equ" val="65"/>
        </dgm:constrLst>
        <dgm:ruleLst/>
      </dgm:else>
    </dgm:choose>
    <dgm:choose name="Name4">
      <dgm:if name="Name5" axis="ch" ptType="node" func="cnt" op="equ" val="2">
        <dgm:layoutNode name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1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sibTrans" styleLbl="bgShp">
          <dgm:choose name="Name6">
            <dgm:if name="Name7" func="var" arg="dir" op="equ" val="norm">
              <dgm:alg type="conn">
                <dgm:param type="connRout" val="longCurve"/>
                <dgm:param type="begPts" val="midR"/>
                <dgm:param type="endPts" val="midL"/>
                <dgm:param type="dstNode" val="node1"/>
              </dgm:alg>
              <dgm:shape xmlns:r="http://schemas.openxmlformats.org/officeDocument/2006/relationships" type="conn" r:blip="" zOrderOff="-2">
                <dgm:adjLst/>
              </dgm:shape>
              <dgm:presOf axis="ch" ptType="sibTrans"/>
              <dgm:constrLst>
                <dgm:constr type="userA"/>
                <dgm:constr type="diam" refType="userA" fact="-1"/>
                <dgm:constr type="wArH" refType="userA" fact="0.05"/>
                <dgm:constr type="hArH" refType="userA" fact="0.1"/>
                <dgm:constr type="stemThick" refType="userA" fact="0.06"/>
                <dgm:constr type="begPad" refType="connDist" fact="-0.2"/>
                <dgm:constr type="endPad" refType="connDist" fact="0.05"/>
              </dgm:constrLst>
            </dgm:if>
            <dgm:else name="Name8">
              <dgm:alg type="conn">
                <dgm:param type="connRout" val="longCurve"/>
                <dgm:param type="begPts" val="midL"/>
                <dgm:param type="endPts" val="midR"/>
                <dgm:param type="dstNode" val="node1"/>
              </dgm:alg>
              <dgm:shape xmlns:r="http://schemas.openxmlformats.org/officeDocument/2006/relationships" type="conn" r:blip="" zOrderOff="-2">
                <dgm:adjLst/>
              </dgm:shape>
              <dgm:presOf axis="ch" ptType="sibTrans"/>
              <dgm:constrLst>
                <dgm:constr type="userA"/>
                <dgm:constr type="diam" refType="userA"/>
                <dgm:constr type="wArH" refType="userA" fact="0.05"/>
                <dgm:constr type="hArH" refType="userA" fact="0.1"/>
                <dgm:constr type="stemThick" refType="userA" fact="0.06"/>
                <dgm:constr type="begPad" refType="connDist" fact="-0.2"/>
                <dgm:constr type="endPad" refType="connDist" fact="0.05"/>
              </dgm:constrLst>
            </dgm:else>
          </dgm:choose>
          <dgm:ruleLst/>
        </dgm:layoutNode>
        <dgm:layoutNode name="node2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2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sp1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sp2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if>
      <dgm:else name="Name9">
        <dgm:layoutNode name="cycle">
          <dgm:choose name="Name10">
            <dgm:if name="Name11" func="var" arg="dir" op="equ" val="norm">
              <dgm:alg type="cycle">
                <dgm:param type="stAng" val="0"/>
                <dgm:param type="spanAng" val="360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diam" refType="w"/>
                <dgm:constr type="w" for="ch" ptType="node" refType="w"/>
                <dgm:constr type="sibSp" val="15"/>
                <dgm:constr type="userA" for="ch" ptType="sibTrans" refType="diam" op="equ" fact="-1"/>
                <dgm:constr type="wArH" for="ch" ptType="sibTrans" refType="diam" op="equ" fact="0.05"/>
                <dgm:constr type="hArH" for="ch" ptType="sibTrans" refType="diam" op="equ" fact="0.1"/>
                <dgm:constr type="stemThick" for="ch" ptType="sibTrans" refType="diam" op="equ" fact="0.065"/>
                <dgm:constr type="primFontSz" for="ch" ptType="node" op="equ"/>
              </dgm:constrLst>
            </dgm:if>
            <dgm:else name="Name12">
              <dgm:alg type="cycle">
                <dgm:param type="stAng" val="0"/>
                <dgm:param type="spanAng" val="-360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diam" refType="w"/>
                <dgm:constr type="w" for="ch" ptType="node" refType="w"/>
                <dgm:constr type="sibSp" val="15"/>
                <dgm:constr type="userA" for="ch" ptType="sibTrans" refType="diam" op="equ"/>
                <dgm:constr type="wArH" for="ch" ptType="sibTrans" refType="diam" op="equ" fact="0.05"/>
                <dgm:constr type="hArH" for="ch" ptType="sibTrans" refType="diam" op="equ" fact="0.1"/>
                <dgm:constr type="stemThick" for="ch" ptType="sibTrans" refType="diam" op="equ" fact="0.065"/>
                <dgm:constr type="primFontSz" for="ch" ptType="node" op="equ"/>
              </dgm:constrLst>
            </dgm:else>
          </dgm:choose>
          <dgm:ruleLst/>
          <dgm:forEach name="nodesFirstNodeForEach" axis="ch" ptType="node" cnt="1">
            <dgm:layoutNode name="nodeFirstNode">
              <dgm:varLst>
                <dgm:bulletEnabled val="1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desOrSelf" ptType="node"/>
              <dgm:constrLst>
                <dgm:constr type="h" refType="w" fact="0.5"/>
                <dgm:constr type="primFontSz" val="65"/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  <dgm:forEach name="sibTransForEach" axis="followSib" ptType="sibTrans" cnt="1">
              <dgm:layoutNode name="sibTransFirstNode" styleLbl="bgShp">
                <dgm:choose name="Name13">
                  <dgm:if name="Name14" func="var" arg="dir" op="equ" val="norm">
                    <dgm:alg type="conn">
                      <dgm:param type="connRout" val="longCurve"/>
                      <dgm:param type="begPts" val="midR"/>
                      <dgm:param type="endPts" val="midL"/>
                      <dgm:param type="dstNode" val="nodeFirstNode"/>
                    </dgm:alg>
                  </dgm:if>
                  <dgm:else name="Name15">
                    <dgm:alg type="conn">
                      <dgm:param type="connRout" val="longCurve"/>
                      <dgm:param type="begPts" val="midL"/>
                      <dgm:param type="endPts" val="midR"/>
                      <dgm:param type="dstNode" val="nodeFirstNode"/>
                    </dgm:alg>
                  </dgm:else>
                </dgm:choose>
                <dgm:shape xmlns:r="http://schemas.openxmlformats.org/officeDocument/2006/relationships" type="conn" r:blip="" zOrderOff="-2">
                  <dgm:adjLst/>
                </dgm:shape>
                <dgm:presOf axis="self"/>
                <dgm:choose name="Name16">
                  <dgm:if name="Name17" axis="par ch" ptType="doc node" func="cnt" op="equ" val="3">
                    <dgm:constrLst>
                      <dgm:constr type="userA"/>
                      <dgm:constr type="diam" refType="userA" fact="1.01"/>
                      <dgm:constr type="begPad" refType="connDist" fact="-0.2"/>
                      <dgm:constr type="endPad" refType="connDist" fact="0.05"/>
                    </dgm:constrLst>
                  </dgm:if>
                  <dgm:if name="Name18" axis="par ch" ptType="doc node" func="cnt" op="equ" val="4">
                    <dgm:constrLst>
                      <dgm:constr type="userA"/>
                      <dgm:constr type="diam" refType="userA" fact="1.26"/>
                      <dgm:constr type="begPad" refType="connDist" fact="-0.2"/>
                      <dgm:constr type="endPad" refType="connDist" fact="0.05"/>
                    </dgm:constrLst>
                  </dgm:if>
                  <dgm:if name="Name19" axis="par ch" ptType="doc node" func="cnt" op="equ" val="5">
                    <dgm:constrLst>
                      <dgm:constr type="userA"/>
                      <dgm:constr type="diam" refType="userA" fact="1.04"/>
                      <dgm:constr type="begPad" refType="connDist" fact="-0.2"/>
                      <dgm:constr type="endPad" refType="connDist" fact="0.05"/>
                    </dgm:constrLst>
                  </dgm:if>
                  <dgm:if name="Name20" axis="par ch" ptType="doc node" func="cnt" op="equ" val="6">
                    <dgm:constrLst>
                      <dgm:constr type="userA"/>
                      <dgm:constr type="diam" refType="userA" fact="1.1"/>
                      <dgm:constr type="begPad" refType="connDist" fact="-0.2"/>
                      <dgm:constr type="endPad" refType="connDist" fact="0.05"/>
                    </dgm:constrLst>
                  </dgm:if>
                  <dgm:else name="Name21">
                    <dgm:constrLst>
                      <dgm:constr type="userA"/>
                      <dgm:constr type="diam" refType="userA" fact="1.04"/>
                      <dgm:constr type="begPad" refType="connDist" fact="-0.2"/>
                      <dgm:constr type="endPad" refType="connDist" fact="0.05"/>
                    </dgm:constrLst>
                  </dgm:else>
                </dgm:choose>
                <dgm:ruleLst/>
              </dgm:layoutNode>
            </dgm:forEach>
          </dgm:forEach>
          <dgm:forEach name="followingNodesForEach" axis="ch" ptType="node" st="2">
            <dgm:layoutNode name="nodeFollowingNodes">
              <dgm:varLst>
                <dgm:bulletEnabled val="1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desOrSelf" ptType="node"/>
              <dgm:constrLst>
                <dgm:constr type="h" refType="w" fact="0.5"/>
                <dgm:constr type="primFontSz" val="65"/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forEach>
        </dgm:layoutNode>
      </dgm:else>
    </dgm:choose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10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3d2">
  <dgm:title val=""/>
  <dgm:desc val=""/>
  <dgm:catLst>
    <dgm:cat type="3D" pri="11200"/>
  </dgm:catLst>
  <dgm:scene3d>
    <a:camera prst="orthographicFront"/>
    <a:lightRig rig="threePt" dir="t"/>
  </dgm:scene3d>
  <dgm:styleLbl name="node0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tx1"/>
      </a:fontRef>
    </dgm:style>
  </dgm:styleLbl>
  <dgm:styleLbl name="aling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>
        <a:rot lat="0" lon="0" rev="7500000"/>
      </a:lightRig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>
        <a:rot lat="0" lon="0" rev="7500000"/>
      </a:lightRig>
    </dgm:scene3d>
    <dgm:sp3d z="2540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>
        <a:rot lat="0" lon="0" rev="7500000"/>
      </a:lightRig>
    </dgm:scene3d>
    <dgm:sp3d z="-1524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>
        <a:rot lat="0" lon="0" rev="7500000"/>
      </a:lightRig>
    </dgm:scene3d>
    <dgm:sp3d z="-700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>
        <a:rot lat="0" lon="0" rev="7500000"/>
      </a:lightRig>
    </dgm:scene3d>
    <dgm:sp3d z="1524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>
        <a:rot lat="0" lon="0" rev="7500000"/>
      </a:lightRig>
    </dgm:scene3d>
    <dgm:sp3d z="-1524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>
        <a:rot lat="0" lon="0" rev="7500000"/>
      </a:lightRig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>
        <a:rot lat="0" lon="0" rev="7500000"/>
      </a:lightRig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>
        <a:rot lat="0" lon="0" rev="7500000"/>
      </a:lightRig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>
        <a:rot lat="0" lon="0" rev="7500000"/>
      </a:lightRig>
    </dgm:scene3d>
    <dgm:sp3d z="60000" prstMaterial="flat">
      <a:bevelT w="120900" h="88900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>
        <a:rot lat="0" lon="0" rev="7500000"/>
      </a:lightRig>
    </dgm:scene3d>
    <dgm:sp3d z="60000" prstMaterial="flat">
      <a:bevelT w="120900" h="88900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>
        <a:rot lat="0" lon="0" rev="7500000"/>
      </a:lightRig>
    </dgm:scene3d>
    <dgm:sp3d extrusionH="190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>
        <a:rot lat="0" lon="0" rev="7500000"/>
      </a:lightRig>
    </dgm:scene3d>
    <dgm:sp3d prstMaterial="plastic">
      <a:bevelT w="127000" h="3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2445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20800" h="190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>
        <a:rot lat="0" lon="0" rev="7500000"/>
      </a:lightRig>
    </dgm:scene3d>
    <dgm:sp3d extrusionH="190500" prstMaterial="dkEdge">
      <a:bevelT w="120650" h="3810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4445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>
        <a:rot lat="0" lon="0" rev="7500000"/>
      </a:lightRig>
    </dgm:scene3d>
    <dgm:sp3d extrusionH="190500" prstMaterial="dkEdge">
      <a:bevelT w="120650" h="38100" prst="relaxedInset"/>
      <a:bevelB w="120650" h="571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4445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>
        <a:rot lat="0" lon="0" rev="7500000"/>
      </a:lightRig>
    </dgm:scene3d>
    <dgm:sp3d z="-152400" extrusionH="63500" prstMaterial="matte">
      <a:bevelT w="144450" h="6350" prst="relaxedInset"/>
      <a:contourClr>
        <a:schemeClr val="bg1"/>
      </a:contourClr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  <a:bevelB w="88900" h="121750" prst="angle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trBgShp">
    <dgm:scene3d>
      <a:camera prst="orthographicFront"/>
      <a:lightRig rig="threePt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>
        <a:rot lat="0" lon="0" rev="7500000"/>
      </a:lightRig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0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="" xmlns:a16="http://schemas.microsoft.com/office/drawing/2014/main" id="{F4AE34A5-FED9-664C-9CA9-61368CA3A72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="" xmlns:a16="http://schemas.microsoft.com/office/drawing/2014/main" id="{EED74FDE-7D61-0448-99C3-1C2510A4DC2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0B6A847-B2BB-5A4F-AA22-ADD924C5DC37}" type="datetimeFigureOut">
              <a:rPr lang="es-ES" smtClean="0"/>
              <a:t>19/11/2018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="" xmlns:a16="http://schemas.microsoft.com/office/drawing/2014/main" id="{1B538993-078D-4446-97A5-F286C787E06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="" xmlns:a16="http://schemas.microsoft.com/office/drawing/2014/main" id="{811C8AC5-611A-DB4D-AF97-9339B8C3E1B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2EC5F80-6C64-1B4D-B2B7-2AED68CAF85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1721380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2706AB-1D76-3248-9524-C7A1782978BE}" type="datetimeFigureOut">
              <a:rPr lang="es-ES" smtClean="0"/>
              <a:t>19/11/2018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s-ES"/>
              <a:t>Editar los estilos de texto del patrón
Segundo nivel
Tercer nivel
Cuarto nivel
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4E37864-CDD0-ED46-84C3-11742EF3F25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83002509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3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1600" y="1803405"/>
            <a:ext cx="9448800" cy="1825096"/>
          </a:xfrm>
        </p:spPr>
        <p:txBody>
          <a:bodyPr anchor="b">
            <a:normAutofit/>
          </a:bodyPr>
          <a:lstStyle>
            <a:lvl1pPr algn="l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632201"/>
            <a:ext cx="9448800" cy="685800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09561" y="4314328"/>
            <a:ext cx="2910840" cy="374642"/>
          </a:xfrm>
        </p:spPr>
        <p:txBody>
          <a:bodyPr/>
          <a:lstStyle/>
          <a:p>
            <a:fld id="{CF658B0C-03D2-4EC9-ADB2-F61D2A7F1A7F}" type="datetime1">
              <a:rPr lang="es-ES" smtClean="0"/>
              <a:t>19/11/2018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371600" y="4323845"/>
            <a:ext cx="6400800" cy="365125"/>
          </a:xfrm>
        </p:spPr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77200" y="1430866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1953369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36A0F-4E3B-4A47-BBFC-C7A596A9AFBF}" type="datetime1">
              <a:rPr lang="es-ES" smtClean="0"/>
              <a:t>19/11/2018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3222505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3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3"/>
            <a:ext cx="10820399" cy="2801935"/>
          </a:xfrm>
        </p:spPr>
        <p:txBody>
          <a:bodyPr anchor="b">
            <a:normAutofit/>
          </a:bodyPr>
          <a:lstStyle>
            <a:lvl1pPr algn="r">
              <a:defRPr sz="4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467" y="3641725"/>
            <a:ext cx="10490200" cy="955675"/>
          </a:xfrm>
        </p:spPr>
        <p:txBody>
          <a:bodyPr>
            <a:normAutofit/>
          </a:bodyPr>
          <a:lstStyle>
            <a:lvl1pPr marL="0" indent="0" algn="r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D23FFCC6-FF5E-4D54-9F73-DBED3D409C44}" type="datetime1">
              <a:rPr lang="es-ES" smtClean="0"/>
              <a:t>19/11/2018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1"/>
            <a:ext cx="6991492" cy="364065"/>
          </a:xfrm>
        </p:spPr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891919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2194559"/>
            <a:ext cx="5334000" cy="4024125"/>
          </a:xfrm>
        </p:spPr>
        <p:txBody>
          <a:bodyPr/>
          <a:lstStyle/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194559"/>
            <a:ext cx="5334000" cy="4024125"/>
          </a:xfrm>
        </p:spPr>
        <p:txBody>
          <a:bodyPr/>
          <a:lstStyle/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789B3-7CF1-4F25-BD37-C1474D9B93A1}" type="datetime1">
              <a:rPr lang="es-ES" smtClean="0"/>
              <a:t>19/11/2018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3708184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600" cy="1295400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4409" y="2183802"/>
            <a:ext cx="5079991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0" y="3132666"/>
            <a:ext cx="5311775" cy="3086019"/>
          </a:xfrm>
        </p:spPr>
        <p:txBody>
          <a:bodyPr/>
          <a:lstStyle/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0" y="2183802"/>
            <a:ext cx="5105400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132666"/>
            <a:ext cx="5334000" cy="3086019"/>
          </a:xfrm>
        </p:spPr>
        <p:txBody>
          <a:bodyPr/>
          <a:lstStyle/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C370B3-F095-4B61-A454-9A89B25CA30F}" type="datetime1">
              <a:rPr lang="es-ES" smtClean="0"/>
              <a:t>19/11/2018</a:t>
            </a:fld>
            <a:endParaRPr lang="es-E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516321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69B04D-B0B4-45F4-9FDC-7D0C3BE59D6C}" type="datetime1">
              <a:rPr lang="es-ES" smtClean="0"/>
              <a:t>19/11/2018</a:t>
            </a:fld>
            <a:endParaRPr lang="es-E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37407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4DFE21-064F-4B68-BD90-552980F678E9}" type="datetime1">
              <a:rPr lang="es-ES" smtClean="0"/>
              <a:t>19/11/2018</a:t>
            </a:fld>
            <a:endParaRPr lang="es-E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9937744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411480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95582" y="746759"/>
            <a:ext cx="6510618" cy="5471925"/>
          </a:xfrm>
        </p:spPr>
        <p:txBody>
          <a:bodyPr anchor="ctr"/>
          <a:lstStyle/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411480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39170A-DE66-4D4D-9A06-42FA2FF1162A}" type="datetime1">
              <a:rPr lang="es-ES" smtClean="0"/>
              <a:t>19/11/2018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782885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687324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861238" y="751241"/>
            <a:ext cx="3644962" cy="5467443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687324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01A4C5-BE6E-4CA1-B7CF-FDE03C66D740}" type="datetime1">
              <a:rPr lang="es-ES" smtClean="0"/>
              <a:t>19/11/2018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092332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n panorámic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77" y="4697360"/>
            <a:ext cx="10822034" cy="81935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1727" y="941439"/>
            <a:ext cx="10821840" cy="3478161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516715"/>
            <a:ext cx="10820400" cy="701969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78205B-5211-4617-B936-077F7A45C629}" type="datetime1">
              <a:rPr lang="es-ES" smtClean="0"/>
              <a:t>19/11/2018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454759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ítulo y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3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2"/>
            <a:ext cx="10820400" cy="2802467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9133"/>
            <a:ext cx="10130516" cy="99906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2B92ABF6-4A24-42D0-A0D8-95D48568D00D}" type="datetime1">
              <a:rPr lang="es-ES" smtClean="0"/>
              <a:t>19/11/2018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264532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it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C3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67" y="753533"/>
            <a:ext cx="10151533" cy="2604495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303865" y="3365556"/>
            <a:ext cx="9592736" cy="4444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959862"/>
            <a:ext cx="10151533" cy="679871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56EF0696-E95C-4C6C-B4F7-A0B39809F383}" type="datetime1">
              <a:rPr lang="es-ES" smtClean="0"/>
              <a:t>19/11/2018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  <p:sp>
        <p:nvSpPr>
          <p:cNvPr id="9" name="TextBox 8"/>
          <p:cNvSpPr txBox="1"/>
          <p:nvPr/>
        </p:nvSpPr>
        <p:spPr>
          <a:xfrm>
            <a:off x="476250" y="93345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84230" y="270129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88321438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arjeta de nom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3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95" y="1124701"/>
            <a:ext cx="10146186" cy="251183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8315"/>
            <a:ext cx="10144654" cy="99988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78883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8201181D-D759-4CF4-9542-EE19DD447B1F}" type="datetime1">
              <a:rPr lang="es-ES" smtClean="0"/>
              <a:t>19/11/2018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8883"/>
            <a:ext cx="6991492" cy="365125"/>
          </a:xfrm>
        </p:spPr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883049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mna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2895600" y="761999"/>
            <a:ext cx="8610599" cy="1303867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800" y="2202080"/>
            <a:ext cx="3456432" cy="617320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799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68800" y="2201333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366858" y="2904067"/>
            <a:ext cx="3456432" cy="331461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51800" y="2192866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8051801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F4FC33-F8D1-4220-849E-47704510CABD}" type="datetime1">
              <a:rPr lang="es-ES" smtClean="0"/>
              <a:t>19/11/2018</a:t>
            </a:fld>
            <a:endParaRPr lang="es-E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905138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mna de imagen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599" cy="1295400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8618" y="4191000"/>
            <a:ext cx="3451582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8618" y="2362200"/>
            <a:ext cx="3451582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8618" y="4873764"/>
            <a:ext cx="3451582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74263" y="4191000"/>
            <a:ext cx="3448935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374263" y="2362200"/>
            <a:ext cx="3448936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374264" y="4873763"/>
            <a:ext cx="344893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49731" y="4191000"/>
            <a:ext cx="3456469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49855" y="2362200"/>
            <a:ext cx="3447878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8049731" y="4873761"/>
            <a:ext cx="345244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A0B1F3-867C-4F14-9ECE-424A23A426E7}" type="datetime1">
              <a:rPr lang="es-ES" smtClean="0"/>
              <a:t>19/11/2018</a:t>
            </a:fld>
            <a:endParaRPr lang="es-E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759643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2194559"/>
            <a:ext cx="10820400" cy="4024125"/>
          </a:xfrm>
        </p:spPr>
        <p:txBody>
          <a:bodyPr vert="eaVert"/>
          <a:lstStyle/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70FC77-3596-48F1-83BD-FB747996FF0F}" type="datetime1">
              <a:rPr lang="es-ES" smtClean="0"/>
              <a:t>19/11/2018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0385460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3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48800" y="745066"/>
            <a:ext cx="2057400" cy="3903133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24466" y="745067"/>
            <a:ext cx="8204201" cy="3903133"/>
          </a:xfrm>
        </p:spPr>
        <p:txBody>
          <a:bodyPr vert="eaVert"/>
          <a:lstStyle/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79941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EAFD6FD5-B225-410F-BB04-627CB54EE5A8}" type="datetime1">
              <a:rPr lang="es-ES" smtClean="0"/>
              <a:t>19/11/2018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0"/>
            <a:ext cx="6991492" cy="365125"/>
          </a:xfrm>
        </p:spPr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843567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3-HD-TOP.png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194560"/>
            <a:ext cx="10820400" cy="40241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62C60B-B728-4AE6-B6E3-C50BDD89DA8C}" type="datetime1">
              <a:rPr lang="es-ES" smtClean="0"/>
              <a:t>19/11/2018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2761117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  <p:sldLayoutId id="2147483695" r:id="rId17"/>
  </p:sldLayoutIdLst>
  <p:hf hdr="0" ftr="0" dt="0"/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sz="40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.emf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.em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Relationship Id="rId6" Type="http://schemas.openxmlformats.org/officeDocument/2006/relationships/diagramColors" Target="../diagrams/colors4.xml"/><Relationship Id="rId5" Type="http://schemas.openxmlformats.org/officeDocument/2006/relationships/diagramQuickStyle" Target="../diagrams/quickStyle4.xml"/><Relationship Id="rId4" Type="http://schemas.openxmlformats.org/officeDocument/2006/relationships/diagramLayout" Target="../diagrams/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5.xml"/><Relationship Id="rId7" Type="http://schemas.microsoft.com/office/2007/relationships/diagramDrawing" Target="../diagrams/drawing5.xml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Relationship Id="rId6" Type="http://schemas.openxmlformats.org/officeDocument/2006/relationships/diagramColors" Target="../diagrams/colors5.xml"/><Relationship Id="rId5" Type="http://schemas.openxmlformats.org/officeDocument/2006/relationships/diagramQuickStyle" Target="../diagrams/quickStyle5.xml"/><Relationship Id="rId4" Type="http://schemas.openxmlformats.org/officeDocument/2006/relationships/diagramLayout" Target="../diagrams/layou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6.xml"/><Relationship Id="rId7" Type="http://schemas.microsoft.com/office/2007/relationships/diagramDrawing" Target="../diagrams/drawing6.xml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Relationship Id="rId6" Type="http://schemas.openxmlformats.org/officeDocument/2006/relationships/diagramColors" Target="../diagrams/colors6.xml"/><Relationship Id="rId5" Type="http://schemas.openxmlformats.org/officeDocument/2006/relationships/diagramQuickStyle" Target="../diagrams/quickStyle6.xml"/><Relationship Id="rId4" Type="http://schemas.openxmlformats.org/officeDocument/2006/relationships/diagramLayout" Target="../diagrams/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3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7.xml"/><Relationship Id="rId7" Type="http://schemas.microsoft.com/office/2007/relationships/diagramDrawing" Target="../diagrams/drawing7.xml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Relationship Id="rId6" Type="http://schemas.openxmlformats.org/officeDocument/2006/relationships/diagramColors" Target="../diagrams/colors7.xml"/><Relationship Id="rId5" Type="http://schemas.openxmlformats.org/officeDocument/2006/relationships/diagramQuickStyle" Target="../diagrams/quickStyle7.xml"/><Relationship Id="rId4" Type="http://schemas.openxmlformats.org/officeDocument/2006/relationships/diagramLayout" Target="../diagrams/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Relationship Id="rId9" Type="http://schemas.openxmlformats.org/officeDocument/2006/relationships/image" Target="../media/image2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8.xml"/><Relationship Id="rId7" Type="http://schemas.microsoft.com/office/2007/relationships/diagramDrawing" Target="../diagrams/drawing8.xml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Relationship Id="rId6" Type="http://schemas.openxmlformats.org/officeDocument/2006/relationships/diagramColors" Target="../diagrams/colors8.xml"/><Relationship Id="rId5" Type="http://schemas.openxmlformats.org/officeDocument/2006/relationships/diagramQuickStyle" Target="../diagrams/quickStyle8.xml"/><Relationship Id="rId4" Type="http://schemas.openxmlformats.org/officeDocument/2006/relationships/diagramLayout" Target="../diagrams/layout8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9.xml"/><Relationship Id="rId7" Type="http://schemas.microsoft.com/office/2007/relationships/diagramDrawing" Target="../diagrams/drawing9.xml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Relationship Id="rId6" Type="http://schemas.openxmlformats.org/officeDocument/2006/relationships/diagramColors" Target="../diagrams/colors9.xml"/><Relationship Id="rId5" Type="http://schemas.openxmlformats.org/officeDocument/2006/relationships/diagramQuickStyle" Target="../diagrams/quickStyle9.xml"/><Relationship Id="rId4" Type="http://schemas.openxmlformats.org/officeDocument/2006/relationships/diagramLayout" Target="../diagrams/layout9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0.xml"/><Relationship Id="rId7" Type="http://schemas.microsoft.com/office/2007/relationships/diagramDrawing" Target="../diagrams/drawing10.xml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Relationship Id="rId6" Type="http://schemas.openxmlformats.org/officeDocument/2006/relationships/diagramColors" Target="../diagrams/colors10.xml"/><Relationship Id="rId5" Type="http://schemas.openxmlformats.org/officeDocument/2006/relationships/diagramQuickStyle" Target="../diagrams/quickStyle10.xml"/><Relationship Id="rId4" Type="http://schemas.openxmlformats.org/officeDocument/2006/relationships/diagramLayout" Target="../diagrams/layout10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8C781D2D-F690-3E49-8B9D-858086DD50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742683" y="1806424"/>
            <a:ext cx="6132990" cy="1825096"/>
          </a:xfrm>
        </p:spPr>
        <p:txBody>
          <a:bodyPr>
            <a:normAutofit/>
          </a:bodyPr>
          <a:lstStyle/>
          <a:p>
            <a:r>
              <a:rPr lang="es-ES" dirty="0"/>
              <a:t>Proyecto </a:t>
            </a:r>
            <a:r>
              <a:rPr lang="es-ES" dirty="0" err="1"/>
              <a:t>MeCuida</a:t>
            </a:r>
            <a:endParaRPr lang="es-ES" dirty="0"/>
          </a:p>
        </p:txBody>
      </p:sp>
      <p:sp>
        <p:nvSpPr>
          <p:cNvPr id="3" name="Subtítulo 2">
            <a:extLst>
              <a:ext uri="{FF2B5EF4-FFF2-40B4-BE49-F238E27FC236}">
                <a16:creationId xmlns="" xmlns:a16="http://schemas.microsoft.com/office/drawing/2014/main" id="{55C73646-C78E-504E-9BE0-410E35A3DD4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42683" y="3617797"/>
            <a:ext cx="6132990" cy="685800"/>
          </a:xfrm>
        </p:spPr>
        <p:txBody>
          <a:bodyPr>
            <a:normAutofit/>
          </a:bodyPr>
          <a:lstStyle/>
          <a:p>
            <a:r>
              <a:rPr lang="es-ES" dirty="0"/>
              <a:t>Gestión de Proyectos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="" xmlns:a16="http://schemas.microsoft.com/office/drawing/2014/main" id="{8F19F3D8-20CA-FB40-94B1-52940FAC9A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945" y="1902941"/>
            <a:ext cx="5391668" cy="23107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23809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="" xmlns:a16="http://schemas.microsoft.com/office/drawing/2014/main" id="{5F32BD73-4768-2A49-98C4-124715923D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9439" y="484941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B9B0D241-1721-BB42-8643-D80DD19A32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839" y="688798"/>
            <a:ext cx="8610600" cy="1293028"/>
          </a:xfrm>
        </p:spPr>
        <p:txBody>
          <a:bodyPr/>
          <a:lstStyle/>
          <a:p>
            <a:pPr algn="ctr"/>
            <a:r>
              <a:rPr lang="es-ES" dirty="0"/>
              <a:t>Índice</a:t>
            </a:r>
          </a:p>
        </p:txBody>
      </p:sp>
      <p:graphicFrame>
        <p:nvGraphicFramePr>
          <p:cNvPr id="4" name="Diagrama 3">
            <a:extLst>
              <a:ext uri="{FF2B5EF4-FFF2-40B4-BE49-F238E27FC236}">
                <a16:creationId xmlns="" xmlns:a16="http://schemas.microsoft.com/office/drawing/2014/main" id="{77F2E5BA-5E41-FF40-BA8D-B1CDAB81CB5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33104496"/>
              </p:ext>
            </p:extLst>
          </p:nvPr>
        </p:nvGraphicFramePr>
        <p:xfrm>
          <a:off x="2352582" y="2075649"/>
          <a:ext cx="7486835" cy="456430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6" name="Marcador de número de diapositiva 5">
            <a:extLst>
              <a:ext uri="{FF2B5EF4-FFF2-40B4-BE49-F238E27FC236}">
                <a16:creationId xmlns="" xmlns:a16="http://schemas.microsoft.com/office/drawing/2014/main" id="{EA72CA66-3062-4C85-AB3F-209F5F6EE3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99099" y="6274826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2000" smtClean="0"/>
              <a:t>1</a:t>
            </a:fld>
            <a:r>
              <a:rPr lang="es-ES" sz="2000" dirty="0"/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22547849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="" xmlns:a16="http://schemas.microsoft.com/office/drawing/2014/main" id="{9B58E3A9-9CF7-2B43-BD67-E92B3F5FEF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812" y="5706866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6A4647F8-360F-2143-89F0-F00E40E0B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20180" y="746027"/>
            <a:ext cx="8610600" cy="1293028"/>
          </a:xfrm>
        </p:spPr>
        <p:txBody>
          <a:bodyPr/>
          <a:lstStyle/>
          <a:p>
            <a:r>
              <a:rPr lang="es-ES" dirty="0"/>
              <a:t>PLANIFICACIÓN de la calidad</a:t>
            </a:r>
          </a:p>
        </p:txBody>
      </p:sp>
      <p:graphicFrame>
        <p:nvGraphicFramePr>
          <p:cNvPr id="6" name="Diagrama 5">
            <a:extLst>
              <a:ext uri="{FF2B5EF4-FFF2-40B4-BE49-F238E27FC236}">
                <a16:creationId xmlns="" xmlns:a16="http://schemas.microsoft.com/office/drawing/2014/main" id="{80C420F0-3ABC-433B-BCAD-D42AD77746B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78552867"/>
              </p:ext>
            </p:extLst>
          </p:nvPr>
        </p:nvGraphicFramePr>
        <p:xfrm>
          <a:off x="2411827" y="1360754"/>
          <a:ext cx="8128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4" name="Marcador de número de diapositiva 3">
            <a:extLst>
              <a:ext uri="{FF2B5EF4-FFF2-40B4-BE49-F238E27FC236}">
                <a16:creationId xmlns="" xmlns:a16="http://schemas.microsoft.com/office/drawing/2014/main" id="{6E75299D-9C59-4AAE-8565-97AA0AA38A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887580" y="6244315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2000" smtClean="0"/>
              <a:t>2</a:t>
            </a:fld>
            <a:r>
              <a:rPr lang="es-ES" sz="2000" dirty="0"/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11868952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="" xmlns:a16="http://schemas.microsoft.com/office/drawing/2014/main" id="{93E2C8F5-B35B-4728-AFAB-5111275C6C0E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=""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11F7F976-0544-4FCD-8B40-8A7B61CE4A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Planificación de la calidad</a:t>
            </a:r>
          </a:p>
        </p:txBody>
      </p:sp>
      <p:sp>
        <p:nvSpPr>
          <p:cNvPr id="22" name="CuadroTexto 3">
            <a:extLst>
              <a:ext uri="{FF2B5EF4-FFF2-40B4-BE49-F238E27FC236}">
                <a16:creationId xmlns="" xmlns:a16="http://schemas.microsoft.com/office/drawing/2014/main" id="{9EB63B36-517C-426A-B2B8-D7B64059A69B}"/>
              </a:ext>
            </a:extLst>
          </p:cNvPr>
          <p:cNvSpPr txBox="1"/>
          <p:nvPr/>
        </p:nvSpPr>
        <p:spPr>
          <a:xfrm>
            <a:off x="677333" y="2194560"/>
            <a:ext cx="5816600" cy="40241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es-ES" sz="2000" dirty="0"/>
              <a:t>Documentación previa:</a:t>
            </a:r>
          </a:p>
          <a:p>
            <a:pPr lvl="1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ES" sz="2000" dirty="0"/>
              <a:t>Plan de dirección del proyecto </a:t>
            </a:r>
          </a:p>
          <a:p>
            <a:pPr lvl="1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ES" sz="2000" dirty="0"/>
              <a:t>Registro de interesados</a:t>
            </a:r>
          </a:p>
          <a:p>
            <a:pPr lvl="1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ES" sz="2000" dirty="0"/>
              <a:t>Factor ambientales de la empresa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s-ES" sz="2000" dirty="0"/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es-ES" sz="2000" dirty="0"/>
              <a:t>Herramientas:</a:t>
            </a:r>
          </a:p>
          <a:p>
            <a:pPr lvl="1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ES" sz="2000" dirty="0"/>
              <a:t>Análisis de costo-beneficio</a:t>
            </a:r>
          </a:p>
          <a:p>
            <a:pPr lvl="1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ES" sz="2000" dirty="0"/>
              <a:t>Diagramas</a:t>
            </a:r>
          </a:p>
          <a:p>
            <a:pPr lvl="1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ES" sz="2000" dirty="0"/>
              <a:t>Estudios comparativos</a:t>
            </a:r>
          </a:p>
          <a:p>
            <a:pPr lvl="1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ES" sz="2000" dirty="0"/>
              <a:t>Reuniones (Calidad y Control)</a:t>
            </a:r>
          </a:p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/>
          </a:p>
        </p:txBody>
      </p:sp>
      <p:pic>
        <p:nvPicPr>
          <p:cNvPr id="6" name="Imagen 5">
            <a:extLst>
              <a:ext uri="{FF2B5EF4-FFF2-40B4-BE49-F238E27FC236}">
                <a16:creationId xmlns="" xmlns:a16="http://schemas.microsoft.com/office/drawing/2014/main" id="{57772695-2D21-4EA9-A74C-92096292BF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0137" y="2501159"/>
            <a:ext cx="3410926" cy="3410926"/>
          </a:xfrm>
          <a:prstGeom prst="rect">
            <a:avLst/>
          </a:prstGeom>
        </p:spPr>
      </p:pic>
      <p:pic>
        <p:nvPicPr>
          <p:cNvPr id="19" name="Imagen 18">
            <a:extLst>
              <a:ext uri="{FF2B5EF4-FFF2-40B4-BE49-F238E27FC236}">
                <a16:creationId xmlns="" xmlns:a16="http://schemas.microsoft.com/office/drawing/2014/main" id="{2D147FA0-BD23-4B05-9291-2460D1B399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8812" y="5706866"/>
            <a:ext cx="2502561" cy="1072555"/>
          </a:xfrm>
          <a:prstGeom prst="rect">
            <a:avLst/>
          </a:prstGeom>
        </p:spPr>
      </p:pic>
      <p:sp>
        <p:nvSpPr>
          <p:cNvPr id="4" name="Marcador de número de diapositiva 3">
            <a:extLst>
              <a:ext uri="{FF2B5EF4-FFF2-40B4-BE49-F238E27FC236}">
                <a16:creationId xmlns="" xmlns:a16="http://schemas.microsoft.com/office/drawing/2014/main" id="{5BC985BF-B420-4424-875E-D6E0AA5EF1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63000" y="6173280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2000" smtClean="0"/>
              <a:t>3</a:t>
            </a:fld>
            <a:r>
              <a:rPr lang="es-ES" sz="2000" dirty="0"/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10455271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11F7F976-0544-4FCD-8B40-8A7B61CE4A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PLAN DE GESTIÓN DE CALIDAD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="" xmlns:a16="http://schemas.microsoft.com/office/drawing/2014/main" id="{296867E1-7085-4615-919C-C6B7FD69E92B}"/>
              </a:ext>
            </a:extLst>
          </p:cNvPr>
          <p:cNvSpPr txBox="1"/>
          <p:nvPr/>
        </p:nvSpPr>
        <p:spPr>
          <a:xfrm>
            <a:off x="1069145" y="2254349"/>
            <a:ext cx="9945858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2000" b="1" i="1" dirty="0"/>
              <a:t>¿Se realizan las actividades correctamente?</a:t>
            </a:r>
          </a:p>
          <a:p>
            <a:endParaRPr lang="es-ES_tradnl" sz="2000" dirty="0"/>
          </a:p>
          <a:p>
            <a:r>
              <a:rPr lang="es-ES_tradnl" sz="2000" b="1" i="1" dirty="0"/>
              <a:t>					¿Cómo comprobar que se ejecutan correctamente?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ES_tradnl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ES_tradnl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ES_tradnl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sz="2000" dirty="0"/>
              <a:t>Valorar si se están cumpliendo los estándares de calidad establecidos por SAMBA </a:t>
            </a:r>
            <a:r>
              <a:rPr lang="es-ES" sz="2000" dirty="0" err="1"/>
              <a:t>Solutions</a:t>
            </a:r>
            <a:r>
              <a:rPr lang="es-ES" sz="2000" dirty="0"/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ES" sz="2000" dirty="0"/>
          </a:p>
          <a:p>
            <a:pPr lvl="6"/>
            <a:r>
              <a:rPr lang="es-ES" sz="2000" dirty="0"/>
              <a:t>                   Listas de verificación</a:t>
            </a:r>
            <a:endParaRPr lang="es-ES_tradnl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ES_tradnl" sz="2000" dirty="0"/>
          </a:p>
        </p:txBody>
      </p:sp>
      <p:sp>
        <p:nvSpPr>
          <p:cNvPr id="5" name="Flecha: a la derecha 4">
            <a:extLst>
              <a:ext uri="{FF2B5EF4-FFF2-40B4-BE49-F238E27FC236}">
                <a16:creationId xmlns="" xmlns:a16="http://schemas.microsoft.com/office/drawing/2014/main" id="{7BCFBB9F-720F-4D8F-BDBE-92AD19C16D0A}"/>
              </a:ext>
            </a:extLst>
          </p:cNvPr>
          <p:cNvSpPr/>
          <p:nvPr/>
        </p:nvSpPr>
        <p:spPr>
          <a:xfrm>
            <a:off x="3784210" y="5090745"/>
            <a:ext cx="1195754" cy="22156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/>
          </a:p>
        </p:txBody>
      </p:sp>
      <p:pic>
        <p:nvPicPr>
          <p:cNvPr id="6" name="Imagen 5">
            <a:extLst>
              <a:ext uri="{FF2B5EF4-FFF2-40B4-BE49-F238E27FC236}">
                <a16:creationId xmlns="" xmlns:a16="http://schemas.microsoft.com/office/drawing/2014/main" id="{07653232-98D1-4CF1-92BC-50C4D0532F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812" y="5706866"/>
            <a:ext cx="2502561" cy="1072555"/>
          </a:xfrm>
          <a:prstGeom prst="rect">
            <a:avLst/>
          </a:prstGeom>
        </p:spPr>
      </p:pic>
      <p:sp>
        <p:nvSpPr>
          <p:cNvPr id="7" name="Marcador de número de diapositiva 6">
            <a:extLst>
              <a:ext uri="{FF2B5EF4-FFF2-40B4-BE49-F238E27FC236}">
                <a16:creationId xmlns="" xmlns:a16="http://schemas.microsoft.com/office/drawing/2014/main" id="{F7361879-26CD-421E-9D92-0709EF522E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63000" y="6094799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2000" smtClean="0"/>
              <a:t>4</a:t>
            </a:fld>
            <a:r>
              <a:rPr lang="es-ES" sz="2000" dirty="0"/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24620034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>
            <a:extLst>
              <a:ext uri="{FF2B5EF4-FFF2-40B4-BE49-F238E27FC236}">
                <a16:creationId xmlns="" xmlns:a16="http://schemas.microsoft.com/office/drawing/2014/main" id="{DF30AEDC-40B4-407D-8A02-5B21195BD1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8428" y="4480588"/>
            <a:ext cx="2242625" cy="224262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6629FE0E-53B6-4508-980A-178A276381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MÉTRICAS DE CALIDAD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="" xmlns:a16="http://schemas.microsoft.com/office/drawing/2014/main" id="{B38DEE96-13B5-422F-83DB-00FFFAAC9BBA}"/>
              </a:ext>
            </a:extLst>
          </p:cNvPr>
          <p:cNvSpPr/>
          <p:nvPr/>
        </p:nvSpPr>
        <p:spPr>
          <a:xfrm>
            <a:off x="909711" y="3084845"/>
            <a:ext cx="10596489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s-ES" dirty="0"/>
              <a:t>Índice de desempeño del coste, CPI: Una medida de la eficiencia en costos de los recursos presupuestados expresada como la razón entre el valor ganado y el costo real.</a:t>
            </a:r>
          </a:p>
          <a:p>
            <a:pPr lvl="1" algn="just"/>
            <a:endParaRPr lang="es-ES" dirty="0"/>
          </a:p>
          <a:p>
            <a:pPr lvl="1" algn="just"/>
            <a:endParaRPr lang="es-ES" dirty="0"/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s-ES" dirty="0"/>
              <a:t>Índice de desempeño del cronograma, SPI: Una medida de la eficiencia del </a:t>
            </a:r>
            <a:r>
              <a:rPr lang="es-ES_tradnl" dirty="0"/>
              <a:t>cronograma que se expresa como la </a:t>
            </a:r>
            <a:r>
              <a:rPr lang="es-ES" dirty="0"/>
              <a:t>razón entre el valor ganado y el valor </a:t>
            </a:r>
            <a:r>
              <a:rPr lang="es-ES_tradnl" dirty="0"/>
              <a:t>planificado.</a:t>
            </a:r>
            <a:endParaRPr lang="es-ES" dirty="0"/>
          </a:p>
        </p:txBody>
      </p:sp>
      <p:pic>
        <p:nvPicPr>
          <p:cNvPr id="7" name="Imagen 6">
            <a:extLst>
              <a:ext uri="{FF2B5EF4-FFF2-40B4-BE49-F238E27FC236}">
                <a16:creationId xmlns="" xmlns:a16="http://schemas.microsoft.com/office/drawing/2014/main" id="{A5125A33-061C-4A23-94FA-EB02F72071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9751" y="1355556"/>
            <a:ext cx="1665849" cy="1665849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="" xmlns:a16="http://schemas.microsoft.com/office/drawing/2014/main" id="{C348F992-5967-454B-9D4A-AEA745C00A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8812" y="5706866"/>
            <a:ext cx="2502561" cy="1072555"/>
          </a:xfrm>
          <a:prstGeom prst="rect">
            <a:avLst/>
          </a:prstGeom>
        </p:spPr>
      </p:pic>
      <p:sp>
        <p:nvSpPr>
          <p:cNvPr id="5" name="Marcador de número de diapositiva 4">
            <a:extLst>
              <a:ext uri="{FF2B5EF4-FFF2-40B4-BE49-F238E27FC236}">
                <a16:creationId xmlns="" xmlns:a16="http://schemas.microsoft.com/office/drawing/2014/main" id="{4C544C9C-E5D5-4031-8ACB-0CA60F382A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63000" y="6093627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2000" smtClean="0"/>
              <a:t>5</a:t>
            </a:fld>
            <a:r>
              <a:rPr lang="es-ES" sz="2000" dirty="0"/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27374353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984EE94F-A38C-4B45-948E-9FF46419E5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LISTAS DE VERIFICACIÓN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="" xmlns:a16="http://schemas.microsoft.com/office/drawing/2014/main" id="{5EE78A2C-C144-4727-B113-A7578EA69782}"/>
              </a:ext>
            </a:extLst>
          </p:cNvPr>
          <p:cNvSpPr txBox="1"/>
          <p:nvPr/>
        </p:nvSpPr>
        <p:spPr>
          <a:xfrm>
            <a:off x="1069051" y="2405840"/>
            <a:ext cx="10053897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Una lista de verificación es una herramienta estructurada, por lo general específica de cada componente, que se utiliza para verificar que se hayan llevado a cabo una serie de pasos necesarios. </a:t>
            </a:r>
          </a:p>
          <a:p>
            <a:endParaRPr lang="es-ES" dirty="0"/>
          </a:p>
          <a:p>
            <a:endParaRPr lang="es-ES" dirty="0"/>
          </a:p>
          <a:p>
            <a:endParaRPr lang="es-ES" dirty="0"/>
          </a:p>
          <a:p>
            <a:endParaRPr lang="es-ES" dirty="0"/>
          </a:p>
          <a:p>
            <a:endParaRPr lang="es-ES" dirty="0"/>
          </a:p>
          <a:p>
            <a:endParaRPr lang="es-ES" dirty="0"/>
          </a:p>
        </p:txBody>
      </p:sp>
      <p:pic>
        <p:nvPicPr>
          <p:cNvPr id="6" name="Imagen 5">
            <a:extLst>
              <a:ext uri="{FF2B5EF4-FFF2-40B4-BE49-F238E27FC236}">
                <a16:creationId xmlns="" xmlns:a16="http://schemas.microsoft.com/office/drawing/2014/main" id="{6B5019D5-658F-406F-A497-1A08E2CBCA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1400" y="3309330"/>
            <a:ext cx="2743200" cy="2743200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="" xmlns:a16="http://schemas.microsoft.com/office/drawing/2014/main" id="{5064E33B-1BBF-4006-A3AB-7FE774AF18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812" y="5706866"/>
            <a:ext cx="2502561" cy="1072555"/>
          </a:xfrm>
          <a:prstGeom prst="rect">
            <a:avLst/>
          </a:prstGeom>
        </p:spPr>
      </p:pic>
      <p:sp>
        <p:nvSpPr>
          <p:cNvPr id="8" name="CuadroTexto 7">
            <a:extLst>
              <a:ext uri="{FF2B5EF4-FFF2-40B4-BE49-F238E27FC236}">
                <a16:creationId xmlns="" xmlns:a16="http://schemas.microsoft.com/office/drawing/2014/main" id="{4EC8E9AC-3DCA-402E-B550-CCA60EB98925}"/>
              </a:ext>
            </a:extLst>
          </p:cNvPr>
          <p:cNvSpPr txBox="1"/>
          <p:nvPr/>
        </p:nvSpPr>
        <p:spPr>
          <a:xfrm>
            <a:off x="1702191" y="3548521"/>
            <a:ext cx="568920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s-ES"/>
          </a:p>
          <a:p>
            <a:r>
              <a:rPr lang="es-ES" b="1">
                <a:solidFill>
                  <a:srgbClr val="00B050"/>
                </a:solidFill>
                <a:highlight>
                  <a:srgbClr val="000000"/>
                </a:highlight>
              </a:rPr>
              <a:t>1</a:t>
            </a:r>
            <a:r>
              <a:rPr lang="es-ES"/>
              <a:t> – Se cumplen los requisitos de calidad</a:t>
            </a:r>
          </a:p>
          <a:p>
            <a:r>
              <a:rPr lang="es-ES" b="1">
                <a:solidFill>
                  <a:srgbClr val="FFFF00"/>
                </a:solidFill>
                <a:highlight>
                  <a:srgbClr val="000000"/>
                </a:highlight>
              </a:rPr>
              <a:t>2</a:t>
            </a:r>
            <a:r>
              <a:rPr lang="es-ES"/>
              <a:t> – Se cumplen los requisitos de forma parcial</a:t>
            </a:r>
          </a:p>
          <a:p>
            <a:r>
              <a:rPr lang="es-ES" b="1">
                <a:solidFill>
                  <a:srgbClr val="FF0000"/>
                </a:solidFill>
                <a:highlight>
                  <a:srgbClr val="000000"/>
                </a:highlight>
              </a:rPr>
              <a:t>3</a:t>
            </a:r>
            <a:r>
              <a:rPr lang="es-ES"/>
              <a:t> – No cumplen los requisitos.</a:t>
            </a:r>
            <a:endParaRPr lang="es-ES" dirty="0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="" xmlns:a16="http://schemas.microsoft.com/office/drawing/2014/main" id="{C8FB015C-95FD-4710-9F93-3012CE4B20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63000" y="6108867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2000" smtClean="0"/>
              <a:t>6</a:t>
            </a:fld>
            <a:r>
              <a:rPr lang="es-ES" sz="2000" dirty="0"/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2056224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4225AF8F-1CFD-4104-8BA0-5F76EA31A2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PLAN DE MEJORAS DEL PROYECTO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="" xmlns:a16="http://schemas.microsoft.com/office/drawing/2014/main" id="{6786826A-DFE5-453C-B4F0-ADD9C9E899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812" y="5706866"/>
            <a:ext cx="2502561" cy="1072555"/>
          </a:xfrm>
          <a:prstGeom prst="rect">
            <a:avLst/>
          </a:prstGeom>
        </p:spPr>
      </p:pic>
      <p:graphicFrame>
        <p:nvGraphicFramePr>
          <p:cNvPr id="5" name="Diagrama 4">
            <a:extLst>
              <a:ext uri="{FF2B5EF4-FFF2-40B4-BE49-F238E27FC236}">
                <a16:creationId xmlns="" xmlns:a16="http://schemas.microsoft.com/office/drawing/2014/main" id="{3B353250-C3A7-4307-B308-7C318B70479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40115597"/>
              </p:ext>
            </p:extLst>
          </p:nvPr>
        </p:nvGraphicFramePr>
        <p:xfrm>
          <a:off x="2895600" y="2073682"/>
          <a:ext cx="7083865" cy="434470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6" name="Marcador de número de diapositiva 5">
            <a:extLst>
              <a:ext uri="{FF2B5EF4-FFF2-40B4-BE49-F238E27FC236}">
                <a16:creationId xmlns="" xmlns:a16="http://schemas.microsoft.com/office/drawing/2014/main" id="{111F1865-5FEE-445B-9DF8-F5685CE919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63000" y="6060580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2000" smtClean="0"/>
              <a:t>7</a:t>
            </a:fld>
            <a:r>
              <a:rPr lang="es-ES" sz="2000" dirty="0"/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40483725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="" xmlns:a16="http://schemas.microsoft.com/office/drawing/2014/main" id="{5F32BD73-4768-2A49-98C4-124715923D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9439" y="484941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B9B0D241-1721-BB42-8643-D80DD19A32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839" y="688798"/>
            <a:ext cx="8610600" cy="1293028"/>
          </a:xfrm>
        </p:spPr>
        <p:txBody>
          <a:bodyPr/>
          <a:lstStyle/>
          <a:p>
            <a:pPr algn="ctr"/>
            <a:r>
              <a:rPr lang="es-ES" dirty="0"/>
              <a:t>Índice</a:t>
            </a:r>
          </a:p>
        </p:txBody>
      </p:sp>
      <p:graphicFrame>
        <p:nvGraphicFramePr>
          <p:cNvPr id="4" name="Diagrama 3">
            <a:extLst>
              <a:ext uri="{FF2B5EF4-FFF2-40B4-BE49-F238E27FC236}">
                <a16:creationId xmlns="" xmlns:a16="http://schemas.microsoft.com/office/drawing/2014/main" id="{77F2E5BA-5E41-FF40-BA8D-B1CDAB81CB56}"/>
              </a:ext>
            </a:extLst>
          </p:cNvPr>
          <p:cNvGraphicFramePr/>
          <p:nvPr>
            <p:extLst/>
          </p:nvPr>
        </p:nvGraphicFramePr>
        <p:xfrm>
          <a:off x="2352582" y="2075649"/>
          <a:ext cx="7486835" cy="456430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6" name="Conector recto 5">
            <a:extLst>
              <a:ext uri="{FF2B5EF4-FFF2-40B4-BE49-F238E27FC236}">
                <a16:creationId xmlns="" xmlns:a16="http://schemas.microsoft.com/office/drawing/2014/main" id="{8A0B0F3F-161A-4994-9FD3-763F7A52499A}"/>
              </a:ext>
            </a:extLst>
          </p:cNvPr>
          <p:cNvSpPr/>
          <p:nvPr/>
        </p:nvSpPr>
        <p:spPr>
          <a:xfrm>
            <a:off x="2352582" y="2709419"/>
            <a:ext cx="7486835" cy="0"/>
          </a:xfrm>
          <a:prstGeom prst="line">
            <a:avLst/>
          </a:prstGeom>
        </p:spPr>
        <p:style>
          <a:lnRef idx="1">
            <a:schemeClr val="accent3">
              <a:hueOff val="2541193"/>
              <a:satOff val="-25720"/>
              <a:lumOff val="-980"/>
              <a:alphaOff val="0"/>
            </a:schemeClr>
          </a:lnRef>
          <a:fillRef idx="2">
            <a:schemeClr val="accent3">
              <a:hueOff val="2541193"/>
              <a:satOff val="-25720"/>
              <a:lumOff val="-980"/>
              <a:alphaOff val="0"/>
            </a:schemeClr>
          </a:fillRef>
          <a:effectRef idx="1">
            <a:schemeClr val="accent3">
              <a:hueOff val="2541193"/>
              <a:satOff val="-25720"/>
              <a:lumOff val="-980"/>
              <a:alphaOff val="0"/>
            </a:schemeClr>
          </a:effectRef>
          <a:fontRef idx="minor">
            <a:schemeClr val="dk1"/>
          </a:fontRef>
        </p:style>
      </p:sp>
      <p:sp>
        <p:nvSpPr>
          <p:cNvPr id="7" name="Círculo: vacío 6">
            <a:extLst>
              <a:ext uri="{FF2B5EF4-FFF2-40B4-BE49-F238E27FC236}">
                <a16:creationId xmlns="" xmlns:a16="http://schemas.microsoft.com/office/drawing/2014/main" id="{59424D2E-6819-452D-A607-E3DFC510A856}"/>
              </a:ext>
            </a:extLst>
          </p:cNvPr>
          <p:cNvSpPr/>
          <p:nvPr/>
        </p:nvSpPr>
        <p:spPr>
          <a:xfrm>
            <a:off x="3580759" y="2873583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8" name="Flecha: a la derecha 7">
            <a:extLst>
              <a:ext uri="{FF2B5EF4-FFF2-40B4-BE49-F238E27FC236}">
                <a16:creationId xmlns="" xmlns:a16="http://schemas.microsoft.com/office/drawing/2014/main" id="{89880598-E443-420D-8551-D78EBAA1A141}"/>
              </a:ext>
            </a:extLst>
          </p:cNvPr>
          <p:cNvSpPr/>
          <p:nvPr/>
        </p:nvSpPr>
        <p:spPr>
          <a:xfrm rot="10800000">
            <a:off x="9112664" y="3506159"/>
            <a:ext cx="503582" cy="42407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="" xmlns:a16="http://schemas.microsoft.com/office/drawing/2014/main" id="{9B643AA6-4253-4588-8E1D-DEFF8D3818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875541" y="6274826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2000" smtClean="0"/>
              <a:t>8</a:t>
            </a:fld>
            <a:r>
              <a:rPr lang="es-ES" sz="2000" dirty="0"/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6638865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="" xmlns:a16="http://schemas.microsoft.com/office/drawing/2014/main" id="{9B58E3A9-9CF7-2B43-BD67-E92B3F5FEF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129" y="5658948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6A4647F8-360F-2143-89F0-F00E40E0B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839" y="662773"/>
            <a:ext cx="8610600" cy="1293028"/>
          </a:xfrm>
        </p:spPr>
        <p:txBody>
          <a:bodyPr/>
          <a:lstStyle/>
          <a:p>
            <a:r>
              <a:rPr lang="es-ES" dirty="0"/>
              <a:t>Aseguramiento de calidad</a:t>
            </a:r>
          </a:p>
        </p:txBody>
      </p:sp>
      <p:graphicFrame>
        <p:nvGraphicFramePr>
          <p:cNvPr id="6" name="Diagrama 5">
            <a:extLst>
              <a:ext uri="{FF2B5EF4-FFF2-40B4-BE49-F238E27FC236}">
                <a16:creationId xmlns="" xmlns:a16="http://schemas.microsoft.com/office/drawing/2014/main" id="{70378FE7-520F-4186-8B76-F377761FDC7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4826693"/>
              </p:ext>
            </p:extLst>
          </p:nvPr>
        </p:nvGraphicFramePr>
        <p:xfrm>
          <a:off x="2753690" y="1923458"/>
          <a:ext cx="6684620" cy="445433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4" name="Marcador de número de diapositiva 3">
            <a:extLst>
              <a:ext uri="{FF2B5EF4-FFF2-40B4-BE49-F238E27FC236}">
                <a16:creationId xmlns="" xmlns:a16="http://schemas.microsoft.com/office/drawing/2014/main" id="{2BA9B30E-B40B-4D70-9B7F-000EB32CE7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88083" y="6181695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2000" smtClean="0"/>
              <a:t>9</a:t>
            </a:fld>
            <a:r>
              <a:rPr lang="es-ES" sz="2000" dirty="0"/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3176874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19805B96-6DF3-4094-A77A-3537BB3575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AUDITORÍAS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="" xmlns:a16="http://schemas.microsoft.com/office/drawing/2014/main" id="{6AD02EB5-F3F2-4BE5-A19C-8727243156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6830" y="4742981"/>
            <a:ext cx="2704258" cy="1043147"/>
          </a:xfrm>
          <a:prstGeom prst="rect">
            <a:avLst/>
          </a:prstGeom>
        </p:spPr>
      </p:pic>
      <p:sp>
        <p:nvSpPr>
          <p:cNvPr id="8" name="CuadroTexto 7">
            <a:extLst>
              <a:ext uri="{FF2B5EF4-FFF2-40B4-BE49-F238E27FC236}">
                <a16:creationId xmlns="" xmlns:a16="http://schemas.microsoft.com/office/drawing/2014/main" id="{303144F0-FC28-46C1-9F83-0A9880D3EC08}"/>
              </a:ext>
            </a:extLst>
          </p:cNvPr>
          <p:cNvSpPr txBox="1"/>
          <p:nvPr/>
        </p:nvSpPr>
        <p:spPr>
          <a:xfrm>
            <a:off x="901217" y="2876148"/>
            <a:ext cx="963548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_tradnl" sz="3200" dirty="0"/>
              <a:t>Auditorías internas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_tradnl" sz="3200" dirty="0"/>
              <a:t>Auditorías externas: 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s-ES_tradnl" sz="3200" dirty="0"/>
              <a:t>Auditoría de renovación ISO 9001:2015 </a:t>
            </a:r>
          </a:p>
        </p:txBody>
      </p:sp>
      <p:pic>
        <p:nvPicPr>
          <p:cNvPr id="9" name="Imagen 8">
            <a:extLst>
              <a:ext uri="{FF2B5EF4-FFF2-40B4-BE49-F238E27FC236}">
                <a16:creationId xmlns="" xmlns:a16="http://schemas.microsoft.com/office/drawing/2014/main" id="{4B37E193-93C4-40A8-8222-6CE4CF6383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129" y="5658948"/>
            <a:ext cx="2502561" cy="1072555"/>
          </a:xfrm>
          <a:prstGeom prst="rect">
            <a:avLst/>
          </a:prstGeom>
        </p:spPr>
      </p:pic>
      <p:sp>
        <p:nvSpPr>
          <p:cNvPr id="4" name="Marcador de número de diapositiva 3">
            <a:extLst>
              <a:ext uri="{FF2B5EF4-FFF2-40B4-BE49-F238E27FC236}">
                <a16:creationId xmlns="" xmlns:a16="http://schemas.microsoft.com/office/drawing/2014/main" id="{84D688C7-D2FF-4529-8D1E-6CBA09C69E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63000" y="6093627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2000" smtClean="0"/>
              <a:t>10</a:t>
            </a:fld>
            <a:r>
              <a:rPr lang="es-ES" sz="2000" dirty="0"/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29779951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CA413CBD-AE65-430F-8404-E9FB685388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Otras normativas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="" xmlns:a16="http://schemas.microsoft.com/office/drawing/2014/main" id="{A477BDDA-7F5C-4BF4-A74E-D5B9514C22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63000" y="5728502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2000" smtClean="0"/>
              <a:t>11</a:t>
            </a:fld>
            <a:r>
              <a:rPr lang="es-ES" sz="2000" dirty="0"/>
              <a:t>/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="" xmlns:a16="http://schemas.microsoft.com/office/drawing/2014/main" id="{7B662B51-ACF4-491A-8D0D-1598535F5C66}"/>
              </a:ext>
            </a:extLst>
          </p:cNvPr>
          <p:cNvSpPr txBox="1"/>
          <p:nvPr/>
        </p:nvSpPr>
        <p:spPr>
          <a:xfrm>
            <a:off x="1533378" y="2729132"/>
            <a:ext cx="963637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dirty="0"/>
              <a:t>Dispositivos con Marcado CE e ISO </a:t>
            </a:r>
            <a:r>
              <a:rPr lang="es-ES" dirty="0"/>
              <a:t>13485:2016</a:t>
            </a:r>
          </a:p>
          <a:p>
            <a:endParaRPr lang="es-ES" dirty="0"/>
          </a:p>
          <a:p>
            <a:r>
              <a:rPr lang="es-ES" dirty="0"/>
              <a:t>Gestión tecnológica del servicio </a:t>
            </a:r>
            <a:r>
              <a:rPr lang="es-ES" i="1" dirty="0" err="1"/>
              <a:t>MeCuida</a:t>
            </a:r>
            <a:r>
              <a:rPr lang="es-ES" dirty="0"/>
              <a:t> -&gt; Metodología ITIL.</a:t>
            </a:r>
            <a:endParaRPr lang="es-ES_tradnl" dirty="0"/>
          </a:p>
          <a:p>
            <a:endParaRPr lang="es-ES" dirty="0"/>
          </a:p>
        </p:txBody>
      </p:sp>
      <p:pic>
        <p:nvPicPr>
          <p:cNvPr id="9" name="Imagen 8">
            <a:extLst>
              <a:ext uri="{FF2B5EF4-FFF2-40B4-BE49-F238E27FC236}">
                <a16:creationId xmlns="" xmlns:a16="http://schemas.microsoft.com/office/drawing/2014/main" id="{6290FF63-E63E-4593-AEB6-294733FF86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7205" y="4548989"/>
            <a:ext cx="1905000" cy="1362075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="" xmlns:a16="http://schemas.microsoft.com/office/drawing/2014/main" id="{8AE49F64-EE44-40B0-B957-D9638658DA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0000" y="4158463"/>
            <a:ext cx="2143125" cy="2143125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="" xmlns:a16="http://schemas.microsoft.com/office/drawing/2014/main" id="{B452BEB5-A5F7-4D49-89C7-517F2A1553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31670" y="4888755"/>
            <a:ext cx="2143125" cy="946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51604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="" xmlns:a16="http://schemas.microsoft.com/office/drawing/2014/main" id="{5F32BD73-4768-2A49-98C4-124715923D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9439" y="484941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B9B0D241-1721-BB42-8643-D80DD19A32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839" y="688798"/>
            <a:ext cx="8610600" cy="1293028"/>
          </a:xfrm>
        </p:spPr>
        <p:txBody>
          <a:bodyPr/>
          <a:lstStyle/>
          <a:p>
            <a:pPr algn="ctr"/>
            <a:r>
              <a:rPr lang="es-ES" dirty="0"/>
              <a:t>Índice</a:t>
            </a:r>
          </a:p>
        </p:txBody>
      </p:sp>
      <p:graphicFrame>
        <p:nvGraphicFramePr>
          <p:cNvPr id="4" name="Diagrama 3">
            <a:extLst>
              <a:ext uri="{FF2B5EF4-FFF2-40B4-BE49-F238E27FC236}">
                <a16:creationId xmlns="" xmlns:a16="http://schemas.microsoft.com/office/drawing/2014/main" id="{77F2E5BA-5E41-FF40-BA8D-B1CDAB81CB56}"/>
              </a:ext>
            </a:extLst>
          </p:cNvPr>
          <p:cNvGraphicFramePr/>
          <p:nvPr>
            <p:extLst/>
          </p:nvPr>
        </p:nvGraphicFramePr>
        <p:xfrm>
          <a:off x="2352582" y="2075649"/>
          <a:ext cx="7486835" cy="456430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6" name="Conector recto 5">
            <a:extLst>
              <a:ext uri="{FF2B5EF4-FFF2-40B4-BE49-F238E27FC236}">
                <a16:creationId xmlns="" xmlns:a16="http://schemas.microsoft.com/office/drawing/2014/main" id="{8A0B0F3F-161A-4994-9FD3-763F7A52499A}"/>
              </a:ext>
            </a:extLst>
          </p:cNvPr>
          <p:cNvSpPr/>
          <p:nvPr/>
        </p:nvSpPr>
        <p:spPr>
          <a:xfrm>
            <a:off x="2352582" y="2709419"/>
            <a:ext cx="7486835" cy="0"/>
          </a:xfrm>
          <a:prstGeom prst="line">
            <a:avLst/>
          </a:prstGeom>
        </p:spPr>
        <p:style>
          <a:lnRef idx="1">
            <a:schemeClr val="accent3">
              <a:hueOff val="2541193"/>
              <a:satOff val="-25720"/>
              <a:lumOff val="-980"/>
              <a:alphaOff val="0"/>
            </a:schemeClr>
          </a:lnRef>
          <a:fillRef idx="2">
            <a:schemeClr val="accent3">
              <a:hueOff val="2541193"/>
              <a:satOff val="-25720"/>
              <a:lumOff val="-980"/>
              <a:alphaOff val="0"/>
            </a:schemeClr>
          </a:fillRef>
          <a:effectRef idx="1">
            <a:schemeClr val="accent3">
              <a:hueOff val="2541193"/>
              <a:satOff val="-25720"/>
              <a:lumOff val="-980"/>
              <a:alphaOff val="0"/>
            </a:schemeClr>
          </a:effectRef>
          <a:fontRef idx="minor">
            <a:schemeClr val="dk1"/>
          </a:fontRef>
        </p:style>
      </p:sp>
      <p:sp>
        <p:nvSpPr>
          <p:cNvPr id="7" name="Círculo: vacío 6">
            <a:extLst>
              <a:ext uri="{FF2B5EF4-FFF2-40B4-BE49-F238E27FC236}">
                <a16:creationId xmlns="" xmlns:a16="http://schemas.microsoft.com/office/drawing/2014/main" id="{59424D2E-6819-452D-A607-E3DFC510A856}"/>
              </a:ext>
            </a:extLst>
          </p:cNvPr>
          <p:cNvSpPr/>
          <p:nvPr/>
        </p:nvSpPr>
        <p:spPr>
          <a:xfrm>
            <a:off x="3538555" y="2873583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8" name="Flecha: a la derecha 7">
            <a:extLst>
              <a:ext uri="{FF2B5EF4-FFF2-40B4-BE49-F238E27FC236}">
                <a16:creationId xmlns="" xmlns:a16="http://schemas.microsoft.com/office/drawing/2014/main" id="{89880598-E443-420D-8551-D78EBAA1A141}"/>
              </a:ext>
            </a:extLst>
          </p:cNvPr>
          <p:cNvSpPr/>
          <p:nvPr/>
        </p:nvSpPr>
        <p:spPr>
          <a:xfrm rot="10800000">
            <a:off x="6636751" y="4110257"/>
            <a:ext cx="503582" cy="42407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Círculo: vacío 8">
            <a:extLst>
              <a:ext uri="{FF2B5EF4-FFF2-40B4-BE49-F238E27FC236}">
                <a16:creationId xmlns="" xmlns:a16="http://schemas.microsoft.com/office/drawing/2014/main" id="{E064DFFB-C702-4A50-B5B2-A5F81507F2CE}"/>
              </a:ext>
            </a:extLst>
          </p:cNvPr>
          <p:cNvSpPr/>
          <p:nvPr/>
        </p:nvSpPr>
        <p:spPr>
          <a:xfrm>
            <a:off x="3538555" y="3480987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10" name="Marcador de número de diapositiva 9">
            <a:extLst>
              <a:ext uri="{FF2B5EF4-FFF2-40B4-BE49-F238E27FC236}">
                <a16:creationId xmlns="" xmlns:a16="http://schemas.microsoft.com/office/drawing/2014/main" id="{D61384F9-6F46-4C08-B00D-C269C0E9E2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88083" y="6261931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2000" smtClean="0"/>
              <a:t>12</a:t>
            </a:fld>
            <a:r>
              <a:rPr lang="es-ES" sz="2000" dirty="0"/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8074313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6F62BD8C-44A4-40D7-8FD4-2A2693CB80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SOLICITUD DE CAMBIO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="" xmlns:a16="http://schemas.microsoft.com/office/drawing/2014/main" id="{31EB616A-080B-4796-AA27-1C993B1873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129" y="5658948"/>
            <a:ext cx="2502561" cy="1072555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="" xmlns:a16="http://schemas.microsoft.com/office/drawing/2014/main" id="{17DA92EC-5877-455D-BE16-9F6A7C6C0A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129" y="1978946"/>
            <a:ext cx="6397811" cy="3416518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="" xmlns:a16="http://schemas.microsoft.com/office/drawing/2014/main" id="{2BDB56AF-3955-4AF2-AB32-3B499FA21B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9103" y="2306623"/>
            <a:ext cx="5152894" cy="3048571"/>
          </a:xfrm>
          <a:prstGeom prst="rect">
            <a:avLst/>
          </a:prstGeom>
        </p:spPr>
      </p:pic>
      <p:sp>
        <p:nvSpPr>
          <p:cNvPr id="8" name="Marcador de número de diapositiva 7">
            <a:extLst>
              <a:ext uri="{FF2B5EF4-FFF2-40B4-BE49-F238E27FC236}">
                <a16:creationId xmlns="" xmlns:a16="http://schemas.microsoft.com/office/drawing/2014/main" id="{3A942CA8-570F-4B04-8F1E-78F0B0C754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834919" y="6080732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2000" smtClean="0"/>
              <a:t>13</a:t>
            </a:fld>
            <a:r>
              <a:rPr lang="es-ES" sz="2000" dirty="0"/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37378119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B66E9A38-F310-46BE-B21A-FB737BD7F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ES_tradnl" dirty="0"/>
          </a:p>
        </p:txBody>
      </p:sp>
      <p:pic>
        <p:nvPicPr>
          <p:cNvPr id="4" name="Imagen 3">
            <a:extLst>
              <a:ext uri="{FF2B5EF4-FFF2-40B4-BE49-F238E27FC236}">
                <a16:creationId xmlns="" xmlns:a16="http://schemas.microsoft.com/office/drawing/2014/main" id="{F3D7B260-91CD-4006-9FF7-A0075F0AC7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129" y="5658948"/>
            <a:ext cx="2502561" cy="1072555"/>
          </a:xfrm>
          <a:prstGeom prst="rect">
            <a:avLst/>
          </a:prstGeom>
        </p:spPr>
      </p:pic>
      <p:sp>
        <p:nvSpPr>
          <p:cNvPr id="5" name="Marcador de número de diapositiva 4">
            <a:extLst>
              <a:ext uri="{FF2B5EF4-FFF2-40B4-BE49-F238E27FC236}">
                <a16:creationId xmlns="" xmlns:a16="http://schemas.microsoft.com/office/drawing/2014/main" id="{5C5F481D-DFD0-4D05-A7B9-D12DF1C866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14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7749431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xmlns="" id="{5F32BD73-4768-2A49-98C4-124715923D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9439" y="484941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9B0D241-1721-BB42-8643-D80DD19A32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839" y="688798"/>
            <a:ext cx="8610600" cy="1293028"/>
          </a:xfrm>
        </p:spPr>
        <p:txBody>
          <a:bodyPr/>
          <a:lstStyle/>
          <a:p>
            <a:pPr algn="ctr"/>
            <a:r>
              <a:rPr lang="es-ES" dirty="0"/>
              <a:t>Índice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xmlns="" id="{39472691-3C09-6B46-94D6-73AF616A19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28760" y="6274826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1600" smtClean="0"/>
              <a:t>15</a:t>
            </a:fld>
            <a:endParaRPr lang="es-ES" sz="1600" dirty="0"/>
          </a:p>
        </p:txBody>
      </p:sp>
      <p:graphicFrame>
        <p:nvGraphicFramePr>
          <p:cNvPr id="4" name="Diagrama 3">
            <a:extLst>
              <a:ext uri="{FF2B5EF4-FFF2-40B4-BE49-F238E27FC236}">
                <a16:creationId xmlns:a16="http://schemas.microsoft.com/office/drawing/2014/main" xmlns="" id="{77F2E5BA-5E41-FF40-BA8D-B1CDAB81CB56}"/>
              </a:ext>
            </a:extLst>
          </p:cNvPr>
          <p:cNvGraphicFramePr/>
          <p:nvPr>
            <p:extLst/>
          </p:nvPr>
        </p:nvGraphicFramePr>
        <p:xfrm>
          <a:off x="2352582" y="2075649"/>
          <a:ext cx="7486835" cy="456430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6" name="Conector recto 5">
            <a:extLst>
              <a:ext uri="{FF2B5EF4-FFF2-40B4-BE49-F238E27FC236}">
                <a16:creationId xmlns:a16="http://schemas.microsoft.com/office/drawing/2014/main" xmlns="" id="{8A0B0F3F-161A-4994-9FD3-763F7A52499A}"/>
              </a:ext>
            </a:extLst>
          </p:cNvPr>
          <p:cNvSpPr/>
          <p:nvPr/>
        </p:nvSpPr>
        <p:spPr>
          <a:xfrm>
            <a:off x="2352582" y="2709419"/>
            <a:ext cx="7486835" cy="0"/>
          </a:xfrm>
          <a:prstGeom prst="line">
            <a:avLst/>
          </a:prstGeom>
        </p:spPr>
        <p:style>
          <a:lnRef idx="1">
            <a:schemeClr val="accent3">
              <a:hueOff val="2541193"/>
              <a:satOff val="-25720"/>
              <a:lumOff val="-980"/>
              <a:alphaOff val="0"/>
            </a:schemeClr>
          </a:lnRef>
          <a:fillRef idx="2">
            <a:schemeClr val="accent3">
              <a:hueOff val="2541193"/>
              <a:satOff val="-25720"/>
              <a:lumOff val="-980"/>
              <a:alphaOff val="0"/>
            </a:schemeClr>
          </a:fillRef>
          <a:effectRef idx="1">
            <a:schemeClr val="accent3">
              <a:hueOff val="2541193"/>
              <a:satOff val="-25720"/>
              <a:lumOff val="-980"/>
              <a:alphaOff val="0"/>
            </a:schemeClr>
          </a:effectRef>
          <a:fontRef idx="minor">
            <a:schemeClr val="dk1"/>
          </a:fontRef>
        </p:style>
      </p:sp>
      <p:sp>
        <p:nvSpPr>
          <p:cNvPr id="7" name="Círculo: vacío 6">
            <a:extLst>
              <a:ext uri="{FF2B5EF4-FFF2-40B4-BE49-F238E27FC236}">
                <a16:creationId xmlns:a16="http://schemas.microsoft.com/office/drawing/2014/main" xmlns="" id="{59424D2E-6819-452D-A607-E3DFC510A856}"/>
              </a:ext>
            </a:extLst>
          </p:cNvPr>
          <p:cNvSpPr/>
          <p:nvPr/>
        </p:nvSpPr>
        <p:spPr>
          <a:xfrm>
            <a:off x="7632254" y="2873583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8" name="Flecha: a la derecha 7">
            <a:extLst>
              <a:ext uri="{FF2B5EF4-FFF2-40B4-BE49-F238E27FC236}">
                <a16:creationId xmlns:a16="http://schemas.microsoft.com/office/drawing/2014/main" xmlns="" id="{89880598-E443-420D-8551-D78EBAA1A141}"/>
              </a:ext>
            </a:extLst>
          </p:cNvPr>
          <p:cNvSpPr/>
          <p:nvPr/>
        </p:nvSpPr>
        <p:spPr>
          <a:xfrm rot="10800000">
            <a:off x="7239429" y="4733717"/>
            <a:ext cx="503582" cy="42407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Círculo: vacío 8">
            <a:extLst>
              <a:ext uri="{FF2B5EF4-FFF2-40B4-BE49-F238E27FC236}">
                <a16:creationId xmlns:a16="http://schemas.microsoft.com/office/drawing/2014/main" xmlns="" id="{E064DFFB-C702-4A50-B5B2-A5F81507F2CE}"/>
              </a:ext>
            </a:extLst>
          </p:cNvPr>
          <p:cNvSpPr/>
          <p:nvPr/>
        </p:nvSpPr>
        <p:spPr>
          <a:xfrm>
            <a:off x="9128760" y="3480987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10" name="Círculo: vacío 8">
            <a:extLst>
              <a:ext uri="{FF2B5EF4-FFF2-40B4-BE49-F238E27FC236}">
                <a16:creationId xmlns:a16="http://schemas.microsoft.com/office/drawing/2014/main" xmlns="" id="{E064DFFB-C702-4A50-B5B2-A5F81507F2CE}"/>
              </a:ext>
            </a:extLst>
          </p:cNvPr>
          <p:cNvSpPr/>
          <p:nvPr/>
        </p:nvSpPr>
        <p:spPr>
          <a:xfrm>
            <a:off x="6579500" y="4152937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390857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66E9A38-F310-46BE-B21A-FB737BD7F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 smtClean="0"/>
              <a:t>Planificación de los recursos humanos</a:t>
            </a:r>
            <a:endParaRPr lang="es-ES_tradnl" dirty="0"/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xmlns="" id="{46445884-4B7C-417A-9EB4-8151A3824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16</a:t>
            </a:fld>
            <a:endParaRPr lang="es-ES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xmlns="" id="{F3D7B260-91CD-4006-9FF7-A0075F0AC7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129" y="5658948"/>
            <a:ext cx="2502561" cy="1072555"/>
          </a:xfrm>
          <a:prstGeom prst="rect">
            <a:avLst/>
          </a:prstGeom>
        </p:spPr>
      </p:pic>
      <p:sp>
        <p:nvSpPr>
          <p:cNvPr id="6" name="5 Elipse"/>
          <p:cNvSpPr/>
          <p:nvPr/>
        </p:nvSpPr>
        <p:spPr>
          <a:xfrm>
            <a:off x="4918972" y="2062753"/>
            <a:ext cx="2140528" cy="967054"/>
          </a:xfrm>
          <a:prstGeom prst="ellipse">
            <a:avLst/>
          </a:prstGeom>
          <a:noFill/>
          <a:ln w="571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7" name="6 Elipse"/>
          <p:cNvSpPr/>
          <p:nvPr/>
        </p:nvSpPr>
        <p:spPr>
          <a:xfrm>
            <a:off x="3726860" y="3485215"/>
            <a:ext cx="2140528" cy="967054"/>
          </a:xfrm>
          <a:prstGeom prst="ellipse">
            <a:avLst/>
          </a:prstGeom>
          <a:noFill/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" name="7 Elipse"/>
          <p:cNvSpPr/>
          <p:nvPr/>
        </p:nvSpPr>
        <p:spPr>
          <a:xfrm>
            <a:off x="1323074" y="3471359"/>
            <a:ext cx="2140528" cy="967054"/>
          </a:xfrm>
          <a:prstGeom prst="ellipse">
            <a:avLst/>
          </a:prstGeom>
          <a:noFill/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8 Elipse"/>
          <p:cNvSpPr/>
          <p:nvPr/>
        </p:nvSpPr>
        <p:spPr>
          <a:xfrm>
            <a:off x="8505810" y="3485211"/>
            <a:ext cx="2140528" cy="967054"/>
          </a:xfrm>
          <a:prstGeom prst="ellipse">
            <a:avLst/>
          </a:prstGeom>
          <a:noFill/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0" name="9 Elipse"/>
          <p:cNvSpPr/>
          <p:nvPr/>
        </p:nvSpPr>
        <p:spPr>
          <a:xfrm>
            <a:off x="6102024" y="3471355"/>
            <a:ext cx="2140528" cy="967054"/>
          </a:xfrm>
          <a:prstGeom prst="ellipse">
            <a:avLst/>
          </a:prstGeom>
          <a:noFill/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2" name="11 Elipse"/>
          <p:cNvSpPr/>
          <p:nvPr/>
        </p:nvSpPr>
        <p:spPr>
          <a:xfrm>
            <a:off x="5009404" y="4708974"/>
            <a:ext cx="1378419" cy="483523"/>
          </a:xfrm>
          <a:prstGeom prst="ellipse">
            <a:avLst/>
          </a:prstGeom>
          <a:noFill/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3" name="12 Elipse"/>
          <p:cNvSpPr/>
          <p:nvPr/>
        </p:nvSpPr>
        <p:spPr>
          <a:xfrm>
            <a:off x="2615144" y="4695118"/>
            <a:ext cx="1378419" cy="483523"/>
          </a:xfrm>
          <a:prstGeom prst="ellipse">
            <a:avLst/>
          </a:prstGeom>
          <a:noFill/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4" name="13 Elipse"/>
          <p:cNvSpPr/>
          <p:nvPr/>
        </p:nvSpPr>
        <p:spPr>
          <a:xfrm>
            <a:off x="9793117" y="4723259"/>
            <a:ext cx="1378419" cy="483523"/>
          </a:xfrm>
          <a:prstGeom prst="ellipse">
            <a:avLst/>
          </a:prstGeom>
          <a:noFill/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5" name="14 Elipse"/>
          <p:cNvSpPr/>
          <p:nvPr/>
        </p:nvSpPr>
        <p:spPr>
          <a:xfrm>
            <a:off x="7379805" y="4709403"/>
            <a:ext cx="1378419" cy="483523"/>
          </a:xfrm>
          <a:prstGeom prst="ellipse">
            <a:avLst/>
          </a:prstGeom>
          <a:noFill/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6" name="15 Rectángulo"/>
          <p:cNvSpPr/>
          <p:nvPr/>
        </p:nvSpPr>
        <p:spPr>
          <a:xfrm>
            <a:off x="2617181" y="5500017"/>
            <a:ext cx="1378419" cy="424542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7" name="16 Rectángulo"/>
          <p:cNvSpPr/>
          <p:nvPr/>
        </p:nvSpPr>
        <p:spPr>
          <a:xfrm>
            <a:off x="5008011" y="5520425"/>
            <a:ext cx="1378419" cy="424542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8" name="17 Rectángulo"/>
          <p:cNvSpPr/>
          <p:nvPr/>
        </p:nvSpPr>
        <p:spPr>
          <a:xfrm>
            <a:off x="7390002" y="5510899"/>
            <a:ext cx="1378419" cy="424542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9" name="18 Rectángulo"/>
          <p:cNvSpPr/>
          <p:nvPr/>
        </p:nvSpPr>
        <p:spPr>
          <a:xfrm>
            <a:off x="9804647" y="5521781"/>
            <a:ext cx="1378419" cy="424542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cxnSp>
        <p:nvCxnSpPr>
          <p:cNvPr id="21" name="20 Conector recto"/>
          <p:cNvCxnSpPr/>
          <p:nvPr/>
        </p:nvCxnSpPr>
        <p:spPr>
          <a:xfrm>
            <a:off x="2393338" y="3254833"/>
            <a:ext cx="718273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22 Conector recto"/>
          <p:cNvCxnSpPr>
            <a:stCxn id="8" idx="4"/>
          </p:cNvCxnSpPr>
          <p:nvPr/>
        </p:nvCxnSpPr>
        <p:spPr>
          <a:xfrm>
            <a:off x="2393338" y="4438413"/>
            <a:ext cx="0" cy="127658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23 Conector recto"/>
          <p:cNvCxnSpPr/>
          <p:nvPr/>
        </p:nvCxnSpPr>
        <p:spPr>
          <a:xfrm>
            <a:off x="4789111" y="3259580"/>
            <a:ext cx="0" cy="21652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24 Conector recto"/>
          <p:cNvCxnSpPr/>
          <p:nvPr/>
        </p:nvCxnSpPr>
        <p:spPr>
          <a:xfrm>
            <a:off x="7164066" y="3259179"/>
            <a:ext cx="0" cy="21652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25 Conector recto"/>
          <p:cNvCxnSpPr/>
          <p:nvPr/>
        </p:nvCxnSpPr>
        <p:spPr>
          <a:xfrm>
            <a:off x="9578891" y="3263926"/>
            <a:ext cx="0" cy="21652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26 Conector recto"/>
          <p:cNvCxnSpPr/>
          <p:nvPr/>
        </p:nvCxnSpPr>
        <p:spPr>
          <a:xfrm>
            <a:off x="5992352" y="3032923"/>
            <a:ext cx="0" cy="21652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27 Conector recto"/>
          <p:cNvCxnSpPr/>
          <p:nvPr/>
        </p:nvCxnSpPr>
        <p:spPr>
          <a:xfrm rot="5400000">
            <a:off x="2502888" y="4830911"/>
            <a:ext cx="0" cy="21652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29 Conector recto"/>
          <p:cNvCxnSpPr/>
          <p:nvPr/>
        </p:nvCxnSpPr>
        <p:spPr>
          <a:xfrm rot="5400000">
            <a:off x="2502872" y="5602501"/>
            <a:ext cx="0" cy="21652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31 Conector recto"/>
          <p:cNvCxnSpPr/>
          <p:nvPr/>
        </p:nvCxnSpPr>
        <p:spPr>
          <a:xfrm>
            <a:off x="2394625" y="3254829"/>
            <a:ext cx="0" cy="21652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32 Conector recto"/>
          <p:cNvCxnSpPr/>
          <p:nvPr/>
        </p:nvCxnSpPr>
        <p:spPr>
          <a:xfrm>
            <a:off x="4791677" y="4456867"/>
            <a:ext cx="0" cy="127658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33 Conector recto"/>
          <p:cNvCxnSpPr/>
          <p:nvPr/>
        </p:nvCxnSpPr>
        <p:spPr>
          <a:xfrm rot="5400000">
            <a:off x="4901227" y="4849365"/>
            <a:ext cx="0" cy="21652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34 Conector recto"/>
          <p:cNvCxnSpPr/>
          <p:nvPr/>
        </p:nvCxnSpPr>
        <p:spPr>
          <a:xfrm rot="5400000">
            <a:off x="4901211" y="5620955"/>
            <a:ext cx="0" cy="21652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35 Conector recto"/>
          <p:cNvCxnSpPr/>
          <p:nvPr/>
        </p:nvCxnSpPr>
        <p:spPr>
          <a:xfrm>
            <a:off x="7164066" y="4452104"/>
            <a:ext cx="0" cy="127658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36 Conector recto"/>
          <p:cNvCxnSpPr/>
          <p:nvPr/>
        </p:nvCxnSpPr>
        <p:spPr>
          <a:xfrm rot="5400000">
            <a:off x="7273616" y="4844602"/>
            <a:ext cx="0" cy="21652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37 Conector recto"/>
          <p:cNvCxnSpPr/>
          <p:nvPr/>
        </p:nvCxnSpPr>
        <p:spPr>
          <a:xfrm rot="5400000">
            <a:off x="7273600" y="5616192"/>
            <a:ext cx="0" cy="21652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38 Conector recto"/>
          <p:cNvCxnSpPr/>
          <p:nvPr/>
        </p:nvCxnSpPr>
        <p:spPr>
          <a:xfrm>
            <a:off x="9578891" y="4466490"/>
            <a:ext cx="0" cy="127658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39 Conector recto"/>
          <p:cNvCxnSpPr/>
          <p:nvPr/>
        </p:nvCxnSpPr>
        <p:spPr>
          <a:xfrm rot="5400000">
            <a:off x="9688441" y="4858988"/>
            <a:ext cx="0" cy="21652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40 Conector recto"/>
          <p:cNvCxnSpPr/>
          <p:nvPr/>
        </p:nvCxnSpPr>
        <p:spPr>
          <a:xfrm rot="5400000">
            <a:off x="9688425" y="5630578"/>
            <a:ext cx="0" cy="21652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41 CuadroTexto"/>
          <p:cNvSpPr txBox="1"/>
          <p:nvPr/>
        </p:nvSpPr>
        <p:spPr>
          <a:xfrm>
            <a:off x="5053269" y="2161708"/>
            <a:ext cx="187816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b="1" dirty="0" smtClean="0"/>
              <a:t>CEO</a:t>
            </a:r>
          </a:p>
          <a:p>
            <a:pPr algn="ctr"/>
            <a:r>
              <a:rPr lang="es-ES" dirty="0" err="1" smtClean="0"/>
              <a:t>Boby</a:t>
            </a:r>
            <a:r>
              <a:rPr lang="es-ES" dirty="0" smtClean="0"/>
              <a:t> </a:t>
            </a:r>
            <a:r>
              <a:rPr lang="es-ES" dirty="0" err="1" smtClean="0"/>
              <a:t>Nicusor</a:t>
            </a:r>
            <a:endParaRPr lang="es-ES" dirty="0"/>
          </a:p>
        </p:txBody>
      </p:sp>
      <p:sp>
        <p:nvSpPr>
          <p:cNvPr id="43" name="42 CuadroTexto"/>
          <p:cNvSpPr txBox="1"/>
          <p:nvPr/>
        </p:nvSpPr>
        <p:spPr>
          <a:xfrm>
            <a:off x="1386841" y="3645576"/>
            <a:ext cx="199373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400" b="1" dirty="0" smtClean="0"/>
              <a:t>Director de Calidad</a:t>
            </a:r>
          </a:p>
        </p:txBody>
      </p:sp>
      <p:sp>
        <p:nvSpPr>
          <p:cNvPr id="47" name="46 CuadroTexto"/>
          <p:cNvSpPr txBox="1"/>
          <p:nvPr/>
        </p:nvSpPr>
        <p:spPr>
          <a:xfrm>
            <a:off x="3792244" y="3645575"/>
            <a:ext cx="199373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400" b="1" dirty="0" smtClean="0"/>
              <a:t>Director de RRHH</a:t>
            </a:r>
          </a:p>
        </p:txBody>
      </p:sp>
      <p:sp>
        <p:nvSpPr>
          <p:cNvPr id="48" name="47 CuadroTexto"/>
          <p:cNvSpPr txBox="1"/>
          <p:nvPr/>
        </p:nvSpPr>
        <p:spPr>
          <a:xfrm>
            <a:off x="6110048" y="3645575"/>
            <a:ext cx="21767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400" b="1" dirty="0" smtClean="0"/>
              <a:t>Director de Marketing</a:t>
            </a:r>
          </a:p>
        </p:txBody>
      </p:sp>
      <p:sp>
        <p:nvSpPr>
          <p:cNvPr id="49" name="48 CuadroTexto"/>
          <p:cNvSpPr txBox="1"/>
          <p:nvPr/>
        </p:nvSpPr>
        <p:spPr>
          <a:xfrm>
            <a:off x="8579207" y="3645575"/>
            <a:ext cx="199373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400" b="1" dirty="0" smtClean="0"/>
              <a:t>Director de Finanzas</a:t>
            </a:r>
          </a:p>
        </p:txBody>
      </p:sp>
      <p:sp>
        <p:nvSpPr>
          <p:cNvPr id="50" name="49 CuadroTexto"/>
          <p:cNvSpPr txBox="1"/>
          <p:nvPr/>
        </p:nvSpPr>
        <p:spPr>
          <a:xfrm>
            <a:off x="2320291" y="4804189"/>
            <a:ext cx="199373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200" b="1" dirty="0" smtClean="0"/>
              <a:t>Equipo interno</a:t>
            </a:r>
            <a:endParaRPr lang="es-ES" sz="1400" b="1" dirty="0" smtClean="0"/>
          </a:p>
        </p:txBody>
      </p:sp>
      <p:sp>
        <p:nvSpPr>
          <p:cNvPr id="51" name="50 CuadroTexto"/>
          <p:cNvSpPr txBox="1"/>
          <p:nvPr/>
        </p:nvSpPr>
        <p:spPr>
          <a:xfrm>
            <a:off x="2320291" y="5575714"/>
            <a:ext cx="199373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200" b="1" dirty="0" smtClean="0"/>
              <a:t>Equipo Externo</a:t>
            </a:r>
            <a:endParaRPr lang="es-ES" sz="1400" b="1" dirty="0" smtClean="0"/>
          </a:p>
        </p:txBody>
      </p:sp>
      <p:sp>
        <p:nvSpPr>
          <p:cNvPr id="52" name="51 CuadroTexto"/>
          <p:cNvSpPr txBox="1"/>
          <p:nvPr/>
        </p:nvSpPr>
        <p:spPr>
          <a:xfrm>
            <a:off x="4692016" y="4804189"/>
            <a:ext cx="199373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200" b="1" dirty="0" smtClean="0"/>
              <a:t>Equipo interno</a:t>
            </a:r>
            <a:endParaRPr lang="es-ES" sz="1400" b="1" dirty="0" smtClean="0"/>
          </a:p>
        </p:txBody>
      </p:sp>
      <p:sp>
        <p:nvSpPr>
          <p:cNvPr id="53" name="52 CuadroTexto"/>
          <p:cNvSpPr txBox="1"/>
          <p:nvPr/>
        </p:nvSpPr>
        <p:spPr>
          <a:xfrm>
            <a:off x="4692016" y="5575714"/>
            <a:ext cx="199373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200" b="1" dirty="0" smtClean="0"/>
              <a:t>Equipo Externo</a:t>
            </a:r>
            <a:endParaRPr lang="es-ES" sz="1400" b="1" dirty="0" smtClean="0"/>
          </a:p>
        </p:txBody>
      </p:sp>
      <p:sp>
        <p:nvSpPr>
          <p:cNvPr id="66" name="65 CuadroTexto"/>
          <p:cNvSpPr txBox="1"/>
          <p:nvPr/>
        </p:nvSpPr>
        <p:spPr>
          <a:xfrm>
            <a:off x="7111366" y="4813714"/>
            <a:ext cx="199373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200" b="1" dirty="0" smtClean="0"/>
              <a:t>Equipo interno</a:t>
            </a:r>
            <a:endParaRPr lang="es-ES" sz="1400" b="1" dirty="0" smtClean="0"/>
          </a:p>
        </p:txBody>
      </p:sp>
      <p:sp>
        <p:nvSpPr>
          <p:cNvPr id="67" name="66 CuadroTexto"/>
          <p:cNvSpPr txBox="1"/>
          <p:nvPr/>
        </p:nvSpPr>
        <p:spPr>
          <a:xfrm>
            <a:off x="7111366" y="5585239"/>
            <a:ext cx="199373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200" b="1" dirty="0" smtClean="0"/>
              <a:t>Equipo Externo</a:t>
            </a:r>
            <a:endParaRPr lang="es-ES" sz="1400" b="1" dirty="0" smtClean="0"/>
          </a:p>
        </p:txBody>
      </p:sp>
      <p:sp>
        <p:nvSpPr>
          <p:cNvPr id="68" name="67 CuadroTexto"/>
          <p:cNvSpPr txBox="1"/>
          <p:nvPr/>
        </p:nvSpPr>
        <p:spPr>
          <a:xfrm>
            <a:off x="9483091" y="4813714"/>
            <a:ext cx="199373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200" b="1" dirty="0" smtClean="0"/>
              <a:t>Equipo interno</a:t>
            </a:r>
            <a:endParaRPr lang="es-ES" sz="1400" b="1" dirty="0" smtClean="0"/>
          </a:p>
        </p:txBody>
      </p:sp>
      <p:sp>
        <p:nvSpPr>
          <p:cNvPr id="69" name="68 CuadroTexto"/>
          <p:cNvSpPr txBox="1"/>
          <p:nvPr/>
        </p:nvSpPr>
        <p:spPr>
          <a:xfrm>
            <a:off x="9483091" y="5585239"/>
            <a:ext cx="199373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200" b="1" dirty="0" smtClean="0"/>
              <a:t>Equipo Externo</a:t>
            </a:r>
            <a:endParaRPr lang="es-ES" sz="1400" b="1" dirty="0" smtClean="0"/>
          </a:p>
        </p:txBody>
      </p:sp>
      <p:sp>
        <p:nvSpPr>
          <p:cNvPr id="11" name="10 Rectángulo"/>
          <p:cNvSpPr/>
          <p:nvPr/>
        </p:nvSpPr>
        <p:spPr>
          <a:xfrm>
            <a:off x="1174172" y="1943100"/>
            <a:ext cx="9590809" cy="2608117"/>
          </a:xfrm>
          <a:prstGeom prst="rect">
            <a:avLst/>
          </a:prstGeom>
          <a:noFill/>
          <a:ln w="38100">
            <a:solidFill>
              <a:schemeClr val="accent6"/>
            </a:solidFill>
            <a:prstDash val="dash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CuadroTexto 7">
            <a:extLst>
              <a:ext uri="{FF2B5EF4-FFF2-40B4-BE49-F238E27FC236}">
                <a16:creationId xmlns:a16="http://schemas.microsoft.com/office/drawing/2014/main" xmlns="" id="{303144F0-FC28-46C1-9F83-0A9880D3EC08}"/>
              </a:ext>
            </a:extLst>
          </p:cNvPr>
          <p:cNvSpPr txBox="1"/>
          <p:nvPr/>
        </p:nvSpPr>
        <p:spPr>
          <a:xfrm>
            <a:off x="527141" y="2107214"/>
            <a:ext cx="4024077" cy="107721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_tradnl" sz="3200" dirty="0" smtClean="0"/>
              <a:t>Organigrama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_tradnl" sz="2400" dirty="0" smtClean="0"/>
              <a:t>Matricial débil</a:t>
            </a:r>
            <a:r>
              <a:rPr lang="es-ES_tradnl" sz="3200" dirty="0" smtClean="0"/>
              <a:t> </a:t>
            </a:r>
            <a:endParaRPr lang="es-ES_tradnl" sz="3200" dirty="0"/>
          </a:p>
        </p:txBody>
      </p:sp>
      <p:sp>
        <p:nvSpPr>
          <p:cNvPr id="22" name="21 Rectángulo"/>
          <p:cNvSpPr/>
          <p:nvPr/>
        </p:nvSpPr>
        <p:spPr>
          <a:xfrm>
            <a:off x="9269819" y="2167743"/>
            <a:ext cx="1778051" cy="923330"/>
          </a:xfrm>
          <a:prstGeom prst="rect">
            <a:avLst/>
          </a:prstGeom>
          <a:solidFill>
            <a:schemeClr val="bg1"/>
          </a:solidFill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s-ES" sz="5400" b="1" cap="none" spc="0" dirty="0" smtClean="0">
                <a:ln w="1905"/>
                <a:gradFill>
                  <a:gsLst>
                    <a:gs pos="0">
                      <a:schemeClr val="accent6">
                        <a:shade val="20000"/>
                        <a:satMod val="200000"/>
                      </a:schemeClr>
                    </a:gs>
                    <a:gs pos="78000">
                      <a:schemeClr val="accent6">
                        <a:tint val="90000"/>
                        <a:shade val="89000"/>
                        <a:satMod val="220000"/>
                      </a:schemeClr>
                    </a:gs>
                    <a:gs pos="100000">
                      <a:schemeClr val="accent6">
                        <a:tint val="12000"/>
                        <a:satMod val="255000"/>
                      </a:schemeClr>
                    </a:gs>
                  </a:gsLst>
                  <a:lin ang="5400000"/>
                </a:gradFill>
                <a:effectLst>
                  <a:innerShdw blurRad="69850" dist="43180" dir="5400000">
                    <a:srgbClr val="000000">
                      <a:alpha val="65000"/>
                    </a:srgbClr>
                  </a:innerShdw>
                </a:effectLst>
              </a:rPr>
              <a:t>PMO</a:t>
            </a:r>
            <a:endParaRPr lang="es-ES" sz="5400" b="1" cap="none" spc="0" dirty="0">
              <a:ln w="1905"/>
              <a:gradFill>
                <a:gsLst>
                  <a:gs pos="0">
                    <a:schemeClr val="accent6">
                      <a:shade val="20000"/>
                      <a:satMod val="200000"/>
                    </a:schemeClr>
                  </a:gs>
                  <a:gs pos="78000">
                    <a:schemeClr val="accent6">
                      <a:tint val="90000"/>
                      <a:shade val="89000"/>
                      <a:satMod val="220000"/>
                    </a:schemeClr>
                  </a:gs>
                  <a:gs pos="100000">
                    <a:schemeClr val="accent6">
                      <a:tint val="12000"/>
                      <a:satMod val="255000"/>
                    </a:schemeClr>
                  </a:gs>
                </a:gsLst>
                <a:lin ang="5400000"/>
              </a:gradFill>
              <a:effectLst>
                <a:innerShdw blurRad="69850" dist="43180" dir="5400000">
                  <a:srgbClr val="000000">
                    <a:alpha val="65000"/>
                  </a:srgbClr>
                </a:inn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1602719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66E9A38-F310-46BE-B21A-FB737BD7F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 smtClean="0"/>
              <a:t>Planificación de los recursos humanos</a:t>
            </a:r>
            <a:endParaRPr lang="es-ES_tradnl" dirty="0"/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xmlns="" id="{46445884-4B7C-417A-9EB4-8151A3824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17</a:t>
            </a:fld>
            <a:endParaRPr lang="es-ES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xmlns="" id="{F3D7B260-91CD-4006-9FF7-A0075F0AC7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129" y="5658948"/>
            <a:ext cx="2502561" cy="1072555"/>
          </a:xfrm>
          <a:prstGeom prst="rect">
            <a:avLst/>
          </a:prstGeom>
        </p:spPr>
      </p:pic>
      <p:sp>
        <p:nvSpPr>
          <p:cNvPr id="5" name="CuadroTexto 7">
            <a:extLst>
              <a:ext uri="{FF2B5EF4-FFF2-40B4-BE49-F238E27FC236}">
                <a16:creationId xmlns:a16="http://schemas.microsoft.com/office/drawing/2014/main" xmlns="" id="{303144F0-FC28-46C1-9F83-0A9880D3EC08}"/>
              </a:ext>
            </a:extLst>
          </p:cNvPr>
          <p:cNvSpPr txBox="1"/>
          <p:nvPr/>
        </p:nvSpPr>
        <p:spPr>
          <a:xfrm>
            <a:off x="683007" y="1868220"/>
            <a:ext cx="9635485" cy="49552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_tradnl" sz="2800" b="1" dirty="0" smtClean="0"/>
              <a:t>Políticas de empresa: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_tradnl" sz="2400" dirty="0" smtClean="0"/>
              <a:t>Días laborables: Lunes a Viernes</a:t>
            </a:r>
          </a:p>
          <a:p>
            <a:pPr lvl="1"/>
            <a:endParaRPr lang="es-ES_tradnl" sz="2400" dirty="0" smtClean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_tradnl" sz="2400" dirty="0" smtClean="0"/>
              <a:t>Flexibilidad horaria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s-ES_tradnl" sz="24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_tradnl" sz="2400" dirty="0" smtClean="0"/>
              <a:t>Bonificaciones sanitarias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s-ES_tradnl" sz="24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_tradnl" sz="2400" dirty="0" smtClean="0"/>
              <a:t>Bonificaciones cheque restaurante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s-ES_tradnl" sz="24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_tradnl" sz="2400" dirty="0" smtClean="0"/>
              <a:t>Bonificaciones de transporte e idiomas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s-ES_tradnl" sz="24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s-ES_tradnl" sz="2400" dirty="0" smtClean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s-ES_tradnl" sz="2400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" b="62383"/>
          <a:stretch/>
        </p:blipFill>
        <p:spPr bwMode="auto">
          <a:xfrm>
            <a:off x="6712541" y="1981201"/>
            <a:ext cx="3824694" cy="9630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74329" y="2454785"/>
            <a:ext cx="431671" cy="4297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5" name="Picture 3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98204" y="2454785"/>
            <a:ext cx="431671" cy="4297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053" name="Picture 5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V="1">
            <a:off x="4576825" y="2707761"/>
            <a:ext cx="1097844" cy="109271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95532" y="3460520"/>
            <a:ext cx="1117009" cy="9900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12541" y="4076740"/>
            <a:ext cx="1052512" cy="10677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65053" y="5020300"/>
            <a:ext cx="1062037" cy="10486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9" name="Picture 5"/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38209" y="5020300"/>
            <a:ext cx="1248662" cy="11615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3405041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66E9A38-F310-46BE-B21A-FB737BD7F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 smtClean="0"/>
              <a:t>Planificación de los recursos humanos</a:t>
            </a:r>
            <a:endParaRPr lang="es-ES_tradnl" dirty="0"/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xmlns="" id="{46445884-4B7C-417A-9EB4-8151A3824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18</a:t>
            </a:fld>
            <a:endParaRPr lang="es-ES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xmlns="" id="{F3D7B260-91CD-4006-9FF7-A0075F0AC7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129" y="5658948"/>
            <a:ext cx="2502561" cy="1072555"/>
          </a:xfrm>
          <a:prstGeom prst="rect">
            <a:avLst/>
          </a:prstGeom>
        </p:spPr>
      </p:pic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73908" y="2194803"/>
            <a:ext cx="10306818" cy="366677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CuadroTexto 7">
            <a:extLst>
              <a:ext uri="{FF2B5EF4-FFF2-40B4-BE49-F238E27FC236}">
                <a16:creationId xmlns:a16="http://schemas.microsoft.com/office/drawing/2014/main" xmlns="" id="{303144F0-FC28-46C1-9F83-0A9880D3EC08}"/>
              </a:ext>
            </a:extLst>
          </p:cNvPr>
          <p:cNvSpPr txBox="1"/>
          <p:nvPr/>
        </p:nvSpPr>
        <p:spPr>
          <a:xfrm>
            <a:off x="319322" y="1639618"/>
            <a:ext cx="963548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_tradnl" sz="2400" dirty="0" smtClean="0"/>
              <a:t>Matriz de </a:t>
            </a:r>
          </a:p>
          <a:p>
            <a:r>
              <a:rPr lang="es-ES_tradnl" sz="2400" dirty="0" smtClean="0"/>
              <a:t>responsabilidades </a:t>
            </a:r>
            <a:endParaRPr lang="es-ES_tradnl" sz="2400" dirty="0"/>
          </a:p>
        </p:txBody>
      </p:sp>
    </p:spTree>
    <p:extLst>
      <p:ext uri="{BB962C8B-B14F-4D97-AF65-F5344CB8AC3E}">
        <p14:creationId xmlns:p14="http://schemas.microsoft.com/office/powerpoint/2010/main" val="31528889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xmlns="" id="{5F32BD73-4768-2A49-98C4-124715923D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9439" y="484941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9B0D241-1721-BB42-8643-D80DD19A32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839" y="688798"/>
            <a:ext cx="8610600" cy="1293028"/>
          </a:xfrm>
        </p:spPr>
        <p:txBody>
          <a:bodyPr/>
          <a:lstStyle/>
          <a:p>
            <a:pPr algn="ctr"/>
            <a:r>
              <a:rPr lang="es-ES" smtClean="0"/>
              <a:t>Índice</a:t>
            </a:r>
            <a:endParaRPr lang="es-ES" dirty="0"/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xmlns="" id="{39472691-3C09-6B46-94D6-73AF616A19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28760" y="6274826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1600" smtClean="0"/>
              <a:t>19</a:t>
            </a:fld>
            <a:endParaRPr lang="es-ES" sz="1600" dirty="0"/>
          </a:p>
        </p:txBody>
      </p:sp>
      <p:graphicFrame>
        <p:nvGraphicFramePr>
          <p:cNvPr id="4" name="Diagrama 3">
            <a:extLst>
              <a:ext uri="{FF2B5EF4-FFF2-40B4-BE49-F238E27FC236}">
                <a16:creationId xmlns:a16="http://schemas.microsoft.com/office/drawing/2014/main" xmlns="" id="{77F2E5BA-5E41-FF40-BA8D-B1CDAB81CB56}"/>
              </a:ext>
            </a:extLst>
          </p:cNvPr>
          <p:cNvGraphicFramePr/>
          <p:nvPr>
            <p:extLst/>
          </p:nvPr>
        </p:nvGraphicFramePr>
        <p:xfrm>
          <a:off x="2352582" y="2075649"/>
          <a:ext cx="7486835" cy="456430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6" name="Conector recto 5">
            <a:extLst>
              <a:ext uri="{FF2B5EF4-FFF2-40B4-BE49-F238E27FC236}">
                <a16:creationId xmlns:a16="http://schemas.microsoft.com/office/drawing/2014/main" xmlns="" id="{8A0B0F3F-161A-4994-9FD3-763F7A52499A}"/>
              </a:ext>
            </a:extLst>
          </p:cNvPr>
          <p:cNvSpPr/>
          <p:nvPr/>
        </p:nvSpPr>
        <p:spPr>
          <a:xfrm>
            <a:off x="2352582" y="2709419"/>
            <a:ext cx="7486835" cy="0"/>
          </a:xfrm>
          <a:prstGeom prst="line">
            <a:avLst/>
          </a:prstGeom>
        </p:spPr>
        <p:style>
          <a:lnRef idx="1">
            <a:schemeClr val="accent3">
              <a:hueOff val="2541193"/>
              <a:satOff val="-25720"/>
              <a:lumOff val="-980"/>
              <a:alphaOff val="0"/>
            </a:schemeClr>
          </a:lnRef>
          <a:fillRef idx="2">
            <a:schemeClr val="accent3">
              <a:hueOff val="2541193"/>
              <a:satOff val="-25720"/>
              <a:lumOff val="-980"/>
              <a:alphaOff val="0"/>
            </a:schemeClr>
          </a:fillRef>
          <a:effectRef idx="1">
            <a:schemeClr val="accent3">
              <a:hueOff val="2541193"/>
              <a:satOff val="-25720"/>
              <a:lumOff val="-980"/>
              <a:alphaOff val="0"/>
            </a:schemeClr>
          </a:effectRef>
          <a:fontRef idx="minor">
            <a:schemeClr val="dk1"/>
          </a:fontRef>
        </p:style>
      </p:sp>
      <p:sp>
        <p:nvSpPr>
          <p:cNvPr id="7" name="Círculo: vacío 6">
            <a:extLst>
              <a:ext uri="{FF2B5EF4-FFF2-40B4-BE49-F238E27FC236}">
                <a16:creationId xmlns:a16="http://schemas.microsoft.com/office/drawing/2014/main" xmlns="" id="{59424D2E-6819-452D-A607-E3DFC510A856}"/>
              </a:ext>
            </a:extLst>
          </p:cNvPr>
          <p:cNvSpPr/>
          <p:nvPr/>
        </p:nvSpPr>
        <p:spPr>
          <a:xfrm>
            <a:off x="7632254" y="2873583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8" name="Flecha: a la derecha 7">
            <a:extLst>
              <a:ext uri="{FF2B5EF4-FFF2-40B4-BE49-F238E27FC236}">
                <a16:creationId xmlns:a16="http://schemas.microsoft.com/office/drawing/2014/main" xmlns="" id="{89880598-E443-420D-8551-D78EBAA1A141}"/>
              </a:ext>
            </a:extLst>
          </p:cNvPr>
          <p:cNvSpPr/>
          <p:nvPr/>
        </p:nvSpPr>
        <p:spPr>
          <a:xfrm rot="10800000">
            <a:off x="7696633" y="5232485"/>
            <a:ext cx="503582" cy="42407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Círculo: vacío 8">
            <a:extLst>
              <a:ext uri="{FF2B5EF4-FFF2-40B4-BE49-F238E27FC236}">
                <a16:creationId xmlns:a16="http://schemas.microsoft.com/office/drawing/2014/main" xmlns="" id="{E064DFFB-C702-4A50-B5B2-A5F81507F2CE}"/>
              </a:ext>
            </a:extLst>
          </p:cNvPr>
          <p:cNvSpPr/>
          <p:nvPr/>
        </p:nvSpPr>
        <p:spPr>
          <a:xfrm>
            <a:off x="9128760" y="3480987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10" name="Círculo: vacío 8">
            <a:extLst>
              <a:ext uri="{FF2B5EF4-FFF2-40B4-BE49-F238E27FC236}">
                <a16:creationId xmlns:a16="http://schemas.microsoft.com/office/drawing/2014/main" xmlns="" id="{E064DFFB-C702-4A50-B5B2-A5F81507F2CE}"/>
              </a:ext>
            </a:extLst>
          </p:cNvPr>
          <p:cNvSpPr/>
          <p:nvPr/>
        </p:nvSpPr>
        <p:spPr>
          <a:xfrm>
            <a:off x="6579500" y="4152937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11" name="Círculo: vacío 8">
            <a:extLst>
              <a:ext uri="{FF2B5EF4-FFF2-40B4-BE49-F238E27FC236}">
                <a16:creationId xmlns:a16="http://schemas.microsoft.com/office/drawing/2014/main" xmlns="" id="{E064DFFB-C702-4A50-B5B2-A5F81507F2CE}"/>
              </a:ext>
            </a:extLst>
          </p:cNvPr>
          <p:cNvSpPr/>
          <p:nvPr/>
        </p:nvSpPr>
        <p:spPr>
          <a:xfrm>
            <a:off x="7293014" y="4804105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531442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66E9A38-F310-46BE-B21A-FB737BD7F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 smtClean="0"/>
              <a:t>Adquisición del equipo de trabajo</a:t>
            </a:r>
            <a:endParaRPr lang="es-ES_tradnl" dirty="0"/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xmlns="" id="{46445884-4B7C-417A-9EB4-8151A3824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20</a:t>
            </a:fld>
            <a:endParaRPr lang="es-ES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xmlns="" id="{F3D7B260-91CD-4006-9FF7-A0075F0AC7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129" y="5658948"/>
            <a:ext cx="2502561" cy="1072555"/>
          </a:xfrm>
          <a:prstGeom prst="rect">
            <a:avLst/>
          </a:prstGeom>
        </p:spPr>
      </p:pic>
      <p:sp>
        <p:nvSpPr>
          <p:cNvPr id="5" name="CuadroTexto 7">
            <a:extLst>
              <a:ext uri="{FF2B5EF4-FFF2-40B4-BE49-F238E27FC236}">
                <a16:creationId xmlns:a16="http://schemas.microsoft.com/office/drawing/2014/main" xmlns="" id="{303144F0-FC28-46C1-9F83-0A9880D3EC08}"/>
              </a:ext>
            </a:extLst>
          </p:cNvPr>
          <p:cNvSpPr txBox="1"/>
          <p:nvPr/>
        </p:nvSpPr>
        <p:spPr>
          <a:xfrm>
            <a:off x="683007" y="1868220"/>
            <a:ext cx="9635485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_tradnl" sz="2400" dirty="0" smtClean="0"/>
              <a:t>Máximo responsable: CEO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_tradnl" sz="2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_tradnl" sz="2400" dirty="0"/>
              <a:t>Consenso</a:t>
            </a:r>
            <a:r>
              <a:rPr lang="es-ES_tradnl" sz="2400" dirty="0" smtClean="0"/>
              <a:t> con la PMO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_tradnl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_tradnl" sz="2400" dirty="0" smtClean="0"/>
              <a:t>Perfiles Variados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_tradnl" sz="2400" dirty="0" smtClean="0"/>
              <a:t>Ingenieros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_tradnl" sz="2400" dirty="0" smtClean="0"/>
              <a:t>Economistas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_tradnl" sz="2400" dirty="0" smtClean="0"/>
              <a:t>Publicistas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s-ES_tradnl" sz="2400" dirty="0" smtClean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5249" y="3700205"/>
            <a:ext cx="2095500" cy="238171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075" name="Picture 3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25273" y="2606825"/>
            <a:ext cx="1827951" cy="1939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77125" y="2606825"/>
            <a:ext cx="3562350" cy="355031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776186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66E9A38-F310-46BE-B21A-FB737BD7F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 smtClean="0"/>
              <a:t>Adquisición del equipo de trabajo</a:t>
            </a:r>
            <a:endParaRPr lang="es-ES_tradnl" dirty="0"/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xmlns="" id="{46445884-4B7C-417A-9EB4-8151A3824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21</a:t>
            </a:fld>
            <a:endParaRPr lang="es-ES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xmlns="" id="{F3D7B260-91CD-4006-9FF7-A0075F0AC7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129" y="5658948"/>
            <a:ext cx="2502561" cy="1072555"/>
          </a:xfrm>
          <a:prstGeom prst="rect">
            <a:avLst/>
          </a:prstGeom>
        </p:spPr>
      </p:pic>
      <p:sp>
        <p:nvSpPr>
          <p:cNvPr id="5" name="CuadroTexto 7">
            <a:extLst>
              <a:ext uri="{FF2B5EF4-FFF2-40B4-BE49-F238E27FC236}">
                <a16:creationId xmlns:a16="http://schemas.microsoft.com/office/drawing/2014/main" xmlns="" id="{303144F0-FC28-46C1-9F83-0A9880D3EC08}"/>
              </a:ext>
            </a:extLst>
          </p:cNvPr>
          <p:cNvSpPr txBox="1"/>
          <p:nvPr/>
        </p:nvSpPr>
        <p:spPr>
          <a:xfrm>
            <a:off x="683007" y="1868220"/>
            <a:ext cx="9635485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_tradnl" sz="2400" dirty="0" smtClean="0"/>
              <a:t>No es necesaria ampliación de personal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_tradnl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_tradnl" sz="2400" dirty="0" smtClean="0"/>
              <a:t>Talento + afinidad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_tradnl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_tradnl" sz="2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_tradnl" sz="2400" dirty="0" smtClean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s-ES_tradnl" sz="2400" dirty="0" smtClean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77125" y="2606825"/>
            <a:ext cx="3562350" cy="355031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1616936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xmlns="" id="{5F32BD73-4768-2A49-98C4-124715923D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9439" y="484941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9B0D241-1721-BB42-8643-D80DD19A32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839" y="688798"/>
            <a:ext cx="8610600" cy="1293028"/>
          </a:xfrm>
        </p:spPr>
        <p:txBody>
          <a:bodyPr/>
          <a:lstStyle/>
          <a:p>
            <a:pPr algn="ctr"/>
            <a:r>
              <a:rPr lang="es-ES" smtClean="0"/>
              <a:t>Índice</a:t>
            </a:r>
            <a:endParaRPr lang="es-ES" dirty="0"/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xmlns="" id="{39472691-3C09-6B46-94D6-73AF616A19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28760" y="6274826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1600" smtClean="0"/>
              <a:t>22</a:t>
            </a:fld>
            <a:endParaRPr lang="es-ES" sz="1600" dirty="0"/>
          </a:p>
        </p:txBody>
      </p:sp>
      <p:graphicFrame>
        <p:nvGraphicFramePr>
          <p:cNvPr id="4" name="Diagrama 3">
            <a:extLst>
              <a:ext uri="{FF2B5EF4-FFF2-40B4-BE49-F238E27FC236}">
                <a16:creationId xmlns:a16="http://schemas.microsoft.com/office/drawing/2014/main" xmlns="" id="{77F2E5BA-5E41-FF40-BA8D-B1CDAB81CB56}"/>
              </a:ext>
            </a:extLst>
          </p:cNvPr>
          <p:cNvGraphicFramePr/>
          <p:nvPr>
            <p:extLst/>
          </p:nvPr>
        </p:nvGraphicFramePr>
        <p:xfrm>
          <a:off x="2352582" y="2075649"/>
          <a:ext cx="7486835" cy="456430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6" name="Conector recto 5">
            <a:extLst>
              <a:ext uri="{FF2B5EF4-FFF2-40B4-BE49-F238E27FC236}">
                <a16:creationId xmlns:a16="http://schemas.microsoft.com/office/drawing/2014/main" xmlns="" id="{8A0B0F3F-161A-4994-9FD3-763F7A52499A}"/>
              </a:ext>
            </a:extLst>
          </p:cNvPr>
          <p:cNvSpPr/>
          <p:nvPr/>
        </p:nvSpPr>
        <p:spPr>
          <a:xfrm>
            <a:off x="2352582" y="2709419"/>
            <a:ext cx="7486835" cy="0"/>
          </a:xfrm>
          <a:prstGeom prst="line">
            <a:avLst/>
          </a:prstGeom>
        </p:spPr>
        <p:style>
          <a:lnRef idx="1">
            <a:schemeClr val="accent3">
              <a:hueOff val="2541193"/>
              <a:satOff val="-25720"/>
              <a:lumOff val="-980"/>
              <a:alphaOff val="0"/>
            </a:schemeClr>
          </a:lnRef>
          <a:fillRef idx="2">
            <a:schemeClr val="accent3">
              <a:hueOff val="2541193"/>
              <a:satOff val="-25720"/>
              <a:lumOff val="-980"/>
              <a:alphaOff val="0"/>
            </a:schemeClr>
          </a:fillRef>
          <a:effectRef idx="1">
            <a:schemeClr val="accent3">
              <a:hueOff val="2541193"/>
              <a:satOff val="-25720"/>
              <a:lumOff val="-980"/>
              <a:alphaOff val="0"/>
            </a:schemeClr>
          </a:effectRef>
          <a:fontRef idx="minor">
            <a:schemeClr val="dk1"/>
          </a:fontRef>
        </p:style>
      </p:sp>
      <p:sp>
        <p:nvSpPr>
          <p:cNvPr id="7" name="Círculo: vacío 6">
            <a:extLst>
              <a:ext uri="{FF2B5EF4-FFF2-40B4-BE49-F238E27FC236}">
                <a16:creationId xmlns:a16="http://schemas.microsoft.com/office/drawing/2014/main" xmlns="" id="{59424D2E-6819-452D-A607-E3DFC510A856}"/>
              </a:ext>
            </a:extLst>
          </p:cNvPr>
          <p:cNvSpPr/>
          <p:nvPr/>
        </p:nvSpPr>
        <p:spPr>
          <a:xfrm>
            <a:off x="7632254" y="2873583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8" name="Flecha: a la derecha 7">
            <a:extLst>
              <a:ext uri="{FF2B5EF4-FFF2-40B4-BE49-F238E27FC236}">
                <a16:creationId xmlns:a16="http://schemas.microsoft.com/office/drawing/2014/main" xmlns="" id="{89880598-E443-420D-8551-D78EBAA1A141}"/>
              </a:ext>
            </a:extLst>
          </p:cNvPr>
          <p:cNvSpPr/>
          <p:nvPr/>
        </p:nvSpPr>
        <p:spPr>
          <a:xfrm rot="10800000">
            <a:off x="8391958" y="5699210"/>
            <a:ext cx="503582" cy="42407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Círculo: vacío 8">
            <a:extLst>
              <a:ext uri="{FF2B5EF4-FFF2-40B4-BE49-F238E27FC236}">
                <a16:creationId xmlns:a16="http://schemas.microsoft.com/office/drawing/2014/main" xmlns="" id="{E064DFFB-C702-4A50-B5B2-A5F81507F2CE}"/>
              </a:ext>
            </a:extLst>
          </p:cNvPr>
          <p:cNvSpPr/>
          <p:nvPr/>
        </p:nvSpPr>
        <p:spPr>
          <a:xfrm>
            <a:off x="9128760" y="3480987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10" name="Círculo: vacío 8">
            <a:extLst>
              <a:ext uri="{FF2B5EF4-FFF2-40B4-BE49-F238E27FC236}">
                <a16:creationId xmlns:a16="http://schemas.microsoft.com/office/drawing/2014/main" xmlns="" id="{E064DFFB-C702-4A50-B5B2-A5F81507F2CE}"/>
              </a:ext>
            </a:extLst>
          </p:cNvPr>
          <p:cNvSpPr/>
          <p:nvPr/>
        </p:nvSpPr>
        <p:spPr>
          <a:xfrm>
            <a:off x="6579500" y="4152937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11" name="Círculo: vacío 8">
            <a:extLst>
              <a:ext uri="{FF2B5EF4-FFF2-40B4-BE49-F238E27FC236}">
                <a16:creationId xmlns:a16="http://schemas.microsoft.com/office/drawing/2014/main" xmlns="" id="{E064DFFB-C702-4A50-B5B2-A5F81507F2CE}"/>
              </a:ext>
            </a:extLst>
          </p:cNvPr>
          <p:cNvSpPr/>
          <p:nvPr/>
        </p:nvSpPr>
        <p:spPr>
          <a:xfrm>
            <a:off x="7293014" y="4804105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13" name="Círculo: vacío 8">
            <a:extLst>
              <a:ext uri="{FF2B5EF4-FFF2-40B4-BE49-F238E27FC236}">
                <a16:creationId xmlns:a16="http://schemas.microsoft.com/office/drawing/2014/main" xmlns="" id="{E064DFFB-C702-4A50-B5B2-A5F81507F2CE}"/>
              </a:ext>
            </a:extLst>
          </p:cNvPr>
          <p:cNvSpPr/>
          <p:nvPr/>
        </p:nvSpPr>
        <p:spPr>
          <a:xfrm>
            <a:off x="7731164" y="5299405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510436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Desarrollo del equipo de proyecto</a:t>
            </a:r>
            <a:endParaRPr lang="es-ES" dirty="0"/>
          </a:p>
        </p:txBody>
      </p:sp>
      <p:sp>
        <p:nvSpPr>
          <p:cNvPr id="3" name="2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23</a:t>
            </a:fld>
            <a:endParaRPr lang="es-ES"/>
          </a:p>
        </p:txBody>
      </p:sp>
      <p:sp>
        <p:nvSpPr>
          <p:cNvPr id="4" name="CuadroTexto 7">
            <a:extLst>
              <a:ext uri="{FF2B5EF4-FFF2-40B4-BE49-F238E27FC236}">
                <a16:creationId xmlns:a16="http://schemas.microsoft.com/office/drawing/2014/main" xmlns="" id="{303144F0-FC28-46C1-9F83-0A9880D3EC08}"/>
              </a:ext>
            </a:extLst>
          </p:cNvPr>
          <p:cNvSpPr txBox="1"/>
          <p:nvPr/>
        </p:nvSpPr>
        <p:spPr>
          <a:xfrm>
            <a:off x="683007" y="1868220"/>
            <a:ext cx="9635485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_tradnl" sz="2400" dirty="0" smtClean="0"/>
              <a:t>Formación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_tradnl" sz="2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_tradnl" sz="2400" dirty="0" smtClean="0"/>
              <a:t>Desarrollo personal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_tradnl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_tradnl" sz="2400" dirty="0" smtClean="0"/>
              <a:t>Tareas grupales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_tradnl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_tradnl" sz="2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_tradnl" sz="2400" dirty="0" smtClean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s-ES_tradnl" sz="2400" dirty="0" smtClean="0"/>
          </a:p>
        </p:txBody>
      </p:sp>
    </p:spTree>
    <p:extLst>
      <p:ext uri="{BB962C8B-B14F-4D97-AF65-F5344CB8AC3E}">
        <p14:creationId xmlns:p14="http://schemas.microsoft.com/office/powerpoint/2010/main" val="14912759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xmlns="" id="{5F32BD73-4768-2A49-98C4-124715923D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9439" y="484941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9B0D241-1721-BB42-8643-D80DD19A32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839" y="688798"/>
            <a:ext cx="8610600" cy="1293028"/>
          </a:xfrm>
        </p:spPr>
        <p:txBody>
          <a:bodyPr/>
          <a:lstStyle/>
          <a:p>
            <a:pPr algn="ctr"/>
            <a:r>
              <a:rPr lang="es-ES" smtClean="0"/>
              <a:t>Índice</a:t>
            </a:r>
            <a:endParaRPr lang="es-ES" dirty="0"/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xmlns="" id="{39472691-3C09-6B46-94D6-73AF616A19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28760" y="6274826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1600" smtClean="0"/>
              <a:t>24</a:t>
            </a:fld>
            <a:endParaRPr lang="es-ES" sz="1600" dirty="0"/>
          </a:p>
        </p:txBody>
      </p:sp>
      <p:graphicFrame>
        <p:nvGraphicFramePr>
          <p:cNvPr id="4" name="Diagrama 3">
            <a:extLst>
              <a:ext uri="{FF2B5EF4-FFF2-40B4-BE49-F238E27FC236}">
                <a16:creationId xmlns:a16="http://schemas.microsoft.com/office/drawing/2014/main" xmlns="" id="{77F2E5BA-5E41-FF40-BA8D-B1CDAB81CB56}"/>
              </a:ext>
            </a:extLst>
          </p:cNvPr>
          <p:cNvGraphicFramePr/>
          <p:nvPr>
            <p:extLst/>
          </p:nvPr>
        </p:nvGraphicFramePr>
        <p:xfrm>
          <a:off x="2352582" y="2075649"/>
          <a:ext cx="7486835" cy="456430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6" name="Conector recto 5">
            <a:extLst>
              <a:ext uri="{FF2B5EF4-FFF2-40B4-BE49-F238E27FC236}">
                <a16:creationId xmlns:a16="http://schemas.microsoft.com/office/drawing/2014/main" xmlns="" id="{8A0B0F3F-161A-4994-9FD3-763F7A52499A}"/>
              </a:ext>
            </a:extLst>
          </p:cNvPr>
          <p:cNvSpPr/>
          <p:nvPr/>
        </p:nvSpPr>
        <p:spPr>
          <a:xfrm>
            <a:off x="2352582" y="2709419"/>
            <a:ext cx="7486835" cy="0"/>
          </a:xfrm>
          <a:prstGeom prst="line">
            <a:avLst/>
          </a:prstGeom>
        </p:spPr>
        <p:style>
          <a:lnRef idx="1">
            <a:schemeClr val="accent3">
              <a:hueOff val="2541193"/>
              <a:satOff val="-25720"/>
              <a:lumOff val="-980"/>
              <a:alphaOff val="0"/>
            </a:schemeClr>
          </a:lnRef>
          <a:fillRef idx="2">
            <a:schemeClr val="accent3">
              <a:hueOff val="2541193"/>
              <a:satOff val="-25720"/>
              <a:lumOff val="-980"/>
              <a:alphaOff val="0"/>
            </a:schemeClr>
          </a:fillRef>
          <a:effectRef idx="1">
            <a:schemeClr val="accent3">
              <a:hueOff val="2541193"/>
              <a:satOff val="-25720"/>
              <a:lumOff val="-980"/>
              <a:alphaOff val="0"/>
            </a:schemeClr>
          </a:effectRef>
          <a:fontRef idx="minor">
            <a:schemeClr val="dk1"/>
          </a:fontRef>
        </p:style>
      </p:sp>
      <p:sp>
        <p:nvSpPr>
          <p:cNvPr id="7" name="Círculo: vacío 6">
            <a:extLst>
              <a:ext uri="{FF2B5EF4-FFF2-40B4-BE49-F238E27FC236}">
                <a16:creationId xmlns:a16="http://schemas.microsoft.com/office/drawing/2014/main" xmlns="" id="{59424D2E-6819-452D-A607-E3DFC510A856}"/>
              </a:ext>
            </a:extLst>
          </p:cNvPr>
          <p:cNvSpPr/>
          <p:nvPr/>
        </p:nvSpPr>
        <p:spPr>
          <a:xfrm>
            <a:off x="7632254" y="2873583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8" name="Flecha: a la derecha 7">
            <a:extLst>
              <a:ext uri="{FF2B5EF4-FFF2-40B4-BE49-F238E27FC236}">
                <a16:creationId xmlns:a16="http://schemas.microsoft.com/office/drawing/2014/main" xmlns="" id="{89880598-E443-420D-8551-D78EBAA1A141}"/>
              </a:ext>
            </a:extLst>
          </p:cNvPr>
          <p:cNvSpPr/>
          <p:nvPr/>
        </p:nvSpPr>
        <p:spPr>
          <a:xfrm rot="10800000">
            <a:off x="7782358" y="6194510"/>
            <a:ext cx="503582" cy="42407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Círculo: vacío 8">
            <a:extLst>
              <a:ext uri="{FF2B5EF4-FFF2-40B4-BE49-F238E27FC236}">
                <a16:creationId xmlns:a16="http://schemas.microsoft.com/office/drawing/2014/main" xmlns="" id="{E064DFFB-C702-4A50-B5B2-A5F81507F2CE}"/>
              </a:ext>
            </a:extLst>
          </p:cNvPr>
          <p:cNvSpPr/>
          <p:nvPr/>
        </p:nvSpPr>
        <p:spPr>
          <a:xfrm>
            <a:off x="9128760" y="3480987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10" name="Círculo: vacío 8">
            <a:extLst>
              <a:ext uri="{FF2B5EF4-FFF2-40B4-BE49-F238E27FC236}">
                <a16:creationId xmlns:a16="http://schemas.microsoft.com/office/drawing/2014/main" xmlns="" id="{E064DFFB-C702-4A50-B5B2-A5F81507F2CE}"/>
              </a:ext>
            </a:extLst>
          </p:cNvPr>
          <p:cNvSpPr/>
          <p:nvPr/>
        </p:nvSpPr>
        <p:spPr>
          <a:xfrm>
            <a:off x="6579500" y="4152937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11" name="Círculo: vacío 8">
            <a:extLst>
              <a:ext uri="{FF2B5EF4-FFF2-40B4-BE49-F238E27FC236}">
                <a16:creationId xmlns:a16="http://schemas.microsoft.com/office/drawing/2014/main" xmlns="" id="{E064DFFB-C702-4A50-B5B2-A5F81507F2CE}"/>
              </a:ext>
            </a:extLst>
          </p:cNvPr>
          <p:cNvSpPr/>
          <p:nvPr/>
        </p:nvSpPr>
        <p:spPr>
          <a:xfrm>
            <a:off x="7293014" y="4804105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13" name="Círculo: vacío 8">
            <a:extLst>
              <a:ext uri="{FF2B5EF4-FFF2-40B4-BE49-F238E27FC236}">
                <a16:creationId xmlns:a16="http://schemas.microsoft.com/office/drawing/2014/main" xmlns="" id="{E064DFFB-C702-4A50-B5B2-A5F81507F2CE}"/>
              </a:ext>
            </a:extLst>
          </p:cNvPr>
          <p:cNvSpPr/>
          <p:nvPr/>
        </p:nvSpPr>
        <p:spPr>
          <a:xfrm>
            <a:off x="7731164" y="5299405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14" name="Círculo: vacío 8">
            <a:extLst>
              <a:ext uri="{FF2B5EF4-FFF2-40B4-BE49-F238E27FC236}">
                <a16:creationId xmlns:a16="http://schemas.microsoft.com/office/drawing/2014/main" xmlns="" id="{E064DFFB-C702-4A50-B5B2-A5F81507F2CE}"/>
              </a:ext>
            </a:extLst>
          </p:cNvPr>
          <p:cNvSpPr/>
          <p:nvPr/>
        </p:nvSpPr>
        <p:spPr>
          <a:xfrm>
            <a:off x="8388389" y="5756605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567954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Dirección del equipo de proyecto</a:t>
            </a:r>
            <a:endParaRPr lang="es-ES" dirty="0"/>
          </a:p>
        </p:txBody>
      </p:sp>
      <p:sp>
        <p:nvSpPr>
          <p:cNvPr id="3" name="2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25</a:t>
            </a:fld>
            <a:endParaRPr lang="es-ES"/>
          </a:p>
        </p:txBody>
      </p:sp>
      <p:sp>
        <p:nvSpPr>
          <p:cNvPr id="4" name="CuadroTexto 7">
            <a:extLst>
              <a:ext uri="{FF2B5EF4-FFF2-40B4-BE49-F238E27FC236}">
                <a16:creationId xmlns:a16="http://schemas.microsoft.com/office/drawing/2014/main" xmlns="" id="{303144F0-FC28-46C1-9F83-0A9880D3EC08}"/>
              </a:ext>
            </a:extLst>
          </p:cNvPr>
          <p:cNvSpPr txBox="1"/>
          <p:nvPr/>
        </p:nvSpPr>
        <p:spPr>
          <a:xfrm>
            <a:off x="683007" y="1868220"/>
            <a:ext cx="9635485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_tradnl" sz="2400" dirty="0" smtClean="0"/>
              <a:t>Control imputación de horas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_tradnl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_tradnl" sz="2400" dirty="0" err="1" smtClean="0"/>
              <a:t>Feedback</a:t>
            </a:r>
            <a:r>
              <a:rPr lang="es-ES_tradnl" sz="2400" dirty="0" smtClean="0"/>
              <a:t> al responsable directo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_tradnl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_tradnl" sz="2400" dirty="0" smtClean="0"/>
              <a:t>Regla básica: Comunicación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_tradnl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_tradnl" sz="2400" dirty="0" smtClean="0"/>
              <a:t>Coordinación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_tradnl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_tradnl" sz="2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_tradnl" sz="2400" dirty="0" smtClean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s-ES_tradnl" sz="2400" dirty="0" smtClean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91213" y="3157765"/>
            <a:ext cx="5614987" cy="307158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3501544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0">
            <a:extLst>
              <a:ext uri="{FF2B5EF4-FFF2-40B4-BE49-F238E27FC236}">
                <a16:creationId xmlns="" xmlns:a16="http://schemas.microsoft.com/office/drawing/2014/main" id="{5E71BCA0-2CC4-4511-8ACE-FEABFF1955FB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=""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 useBgFill="1">
        <p:nvSpPr>
          <p:cNvPr id="20" name="Rectangle 12">
            <a:extLst>
              <a:ext uri="{FF2B5EF4-FFF2-40B4-BE49-F238E27FC236}">
                <a16:creationId xmlns="" xmlns:a16="http://schemas.microsoft.com/office/drawing/2014/main" id="{A3A93F36-A3CE-448B-BA00-FC0300AA8EDD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=""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ounded Rectangle 11">
            <a:extLst>
              <a:ext uri="{FF2B5EF4-FFF2-40B4-BE49-F238E27FC236}">
                <a16:creationId xmlns="" xmlns:a16="http://schemas.microsoft.com/office/drawing/2014/main" id="{A8DF542A-AECF-4920-B91A-4605B62A452F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="" xmlns:p16="http://schemas.microsoft.com/office/powerpoint/2015/main" val="1"/>
              </p:ext>
            </p:extLst>
          </p:nvPr>
        </p:nvSpPr>
        <p:spPr>
          <a:xfrm>
            <a:off x="643403" y="643464"/>
            <a:ext cx="10905195" cy="5571072"/>
          </a:xfrm>
          <a:prstGeom prst="roundRect">
            <a:avLst>
              <a:gd name="adj" fmla="val 2403"/>
            </a:avLst>
          </a:prstGeom>
          <a:solidFill>
            <a:srgbClr val="FFFFFF"/>
          </a:solidFill>
          <a:ln w="31750">
            <a:solidFill>
              <a:schemeClr val="accent1"/>
            </a:solidFill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="" xmlns:a16="http://schemas.microsoft.com/office/drawing/2014/main" id="{FD2B775D-6E9C-4F60-892F-E88AEF7D95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5137" y="1584419"/>
            <a:ext cx="3689160" cy="3689160"/>
          </a:xfrm>
          <a:prstGeom prst="rect">
            <a:avLst/>
          </a:prstGeom>
          <a:ln w="31750" cap="sq">
            <a:noFill/>
            <a:miter lim="800000"/>
          </a:ln>
        </p:spPr>
      </p:pic>
      <p:cxnSp>
        <p:nvCxnSpPr>
          <p:cNvPr id="22" name="Straight Connector 16">
            <a:extLst>
              <a:ext uri="{FF2B5EF4-FFF2-40B4-BE49-F238E27FC236}">
                <a16:creationId xmlns="" xmlns:a16="http://schemas.microsoft.com/office/drawing/2014/main" id="{70C70F52-156C-4880-991F-296A9628FFB6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="" xmlns:p16="http://schemas.microsoft.com/office/powerpoint/2015/main" val="1"/>
              </p:ext>
            </p:extLst>
          </p:nvPr>
        </p:nvCxnSpPr>
        <p:spPr>
          <a:xfrm>
            <a:off x="4806892" y="1333850"/>
            <a:ext cx="0" cy="4127383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Imagen 4">
            <a:extLst>
              <a:ext uri="{FF2B5EF4-FFF2-40B4-BE49-F238E27FC236}">
                <a16:creationId xmlns="" xmlns:a16="http://schemas.microsoft.com/office/drawing/2014/main" id="{282E0993-4F0D-4BD0-B5B2-2CDA92FE2A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6032" y="2089534"/>
            <a:ext cx="6250832" cy="2678928"/>
          </a:xfrm>
          <a:prstGeom prst="rect">
            <a:avLst/>
          </a:prstGeom>
          <a:ln w="31750" cap="sq">
            <a:noFill/>
            <a:miter lim="800000"/>
          </a:ln>
        </p:spPr>
      </p:pic>
      <p:sp>
        <p:nvSpPr>
          <p:cNvPr id="2" name="Marcador de número de diapositiva 1">
            <a:extLst>
              <a:ext uri="{FF2B5EF4-FFF2-40B4-BE49-F238E27FC236}">
                <a16:creationId xmlns="" xmlns:a16="http://schemas.microsoft.com/office/drawing/2014/main" id="{1476AA9E-7E7A-40C1-85F2-AFC09E3AEE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26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037519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Estela de condensación">
  <a:themeElements>
    <a:clrScheme name="Estela de condensación">
      <a:dk1>
        <a:sysClr val="windowText" lastClr="000000"/>
      </a:dk1>
      <a:lt1>
        <a:sysClr val="window" lastClr="FFFFFF"/>
      </a:lt1>
      <a:dk2>
        <a:srgbClr val="454545"/>
      </a:dk2>
      <a:lt2>
        <a:srgbClr val="DADADA"/>
      </a:lt2>
      <a:accent1>
        <a:srgbClr val="C4220D"/>
      </a:accent1>
      <a:accent2>
        <a:srgbClr val="EB7712"/>
      </a:accent2>
      <a:accent3>
        <a:srgbClr val="ECBD31"/>
      </a:accent3>
      <a:accent4>
        <a:srgbClr val="92CE4A"/>
      </a:accent4>
      <a:accent5>
        <a:srgbClr val="50CFB4"/>
      </a:accent5>
      <a:accent6>
        <a:srgbClr val="0D8EC5"/>
      </a:accent6>
      <a:hlink>
        <a:srgbClr val="EA5A0C"/>
      </a:hlink>
      <a:folHlink>
        <a:srgbClr val="F09D3A"/>
      </a:folHlink>
    </a:clrScheme>
    <a:fontScheme name="Estela de condensación">
      <a:maj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tela de condensación">
      <a:fillStyleLst>
        <a:solidFill>
          <a:schemeClr val="phClr"/>
        </a:solidFill>
        <a:gradFill rotWithShape="1">
          <a:gsLst>
            <a:gs pos="0">
              <a:schemeClr val="phClr">
                <a:tint val="69000"/>
                <a:alpha val="100000"/>
                <a:satMod val="109000"/>
                <a:lumMod val="110000"/>
              </a:schemeClr>
            </a:gs>
            <a:gs pos="52000">
              <a:schemeClr val="phClr">
                <a:tint val="74000"/>
                <a:satMod val="100000"/>
                <a:lumMod val="104000"/>
              </a:schemeClr>
            </a:gs>
            <a:gs pos="100000">
              <a:schemeClr val="phClr">
                <a:tint val="78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00000"/>
                <a:lumMod val="104000"/>
              </a:schemeClr>
            </a:gs>
            <a:gs pos="78000">
              <a:schemeClr val="phClr">
                <a:shade val="100000"/>
                <a:satMod val="11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/>
          </a:scene3d>
          <a:sp3d>
            <a:bevelT w="25400" h="12700"/>
          </a:sp3d>
        </a:effectStyle>
        <a:effectStyle>
          <a:effectLst>
            <a:outerShdw blurRad="57150" dist="19050" dir="5400000" algn="ctr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>
            <a:bevelT w="508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="" xmlns:thm15="http://schemas.microsoft.com/office/thememl/2012/main" name="Vapor Trail" id="{4FDF2955-7D9C-493C-B9F9-C205151B46CD}" vid="{FE1EB5C7-81A8-4CBA-AE6E-B3BF73DC3895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=""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=""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623</TotalTime>
  <Words>699</Words>
  <Application>Microsoft Office PowerPoint</Application>
  <PresentationFormat>Personalizado</PresentationFormat>
  <Paragraphs>235</Paragraphs>
  <Slides>27</Slides>
  <Notes>0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diapositiva</vt:lpstr>
      </vt:variant>
      <vt:variant>
        <vt:i4>27</vt:i4>
      </vt:variant>
    </vt:vector>
  </HeadingPairs>
  <TitlesOfParts>
    <vt:vector size="28" baseType="lpstr">
      <vt:lpstr>Estela de condensación</vt:lpstr>
      <vt:lpstr>Proyecto MeCuida</vt:lpstr>
      <vt:lpstr>Índice</vt:lpstr>
      <vt:lpstr>PLANIFICACIÓN de la calidad</vt:lpstr>
      <vt:lpstr>Planificación de la calidad</vt:lpstr>
      <vt:lpstr>PLAN DE GESTIÓN DE CALIDAD</vt:lpstr>
      <vt:lpstr>MÉTRICAS DE CALIDAD</vt:lpstr>
      <vt:lpstr>LISTAS DE VERIFICACIÓN</vt:lpstr>
      <vt:lpstr>PLAN DE MEJORAS DEL PROYECTO</vt:lpstr>
      <vt:lpstr>Índice</vt:lpstr>
      <vt:lpstr>Aseguramiento de calidad</vt:lpstr>
      <vt:lpstr>AUDITORÍAS</vt:lpstr>
      <vt:lpstr>Otras normativas</vt:lpstr>
      <vt:lpstr>Índice</vt:lpstr>
      <vt:lpstr>SOLICITUD DE CAMBIO</vt:lpstr>
      <vt:lpstr>Presentación de PowerPoint</vt:lpstr>
      <vt:lpstr>Índice</vt:lpstr>
      <vt:lpstr>Planificación de los recursos humanos</vt:lpstr>
      <vt:lpstr>Planificación de los recursos humanos</vt:lpstr>
      <vt:lpstr>Planificación de los recursos humanos</vt:lpstr>
      <vt:lpstr>Índice</vt:lpstr>
      <vt:lpstr>Adquisición del equipo de trabajo</vt:lpstr>
      <vt:lpstr>Adquisición del equipo de trabajo</vt:lpstr>
      <vt:lpstr>Índice</vt:lpstr>
      <vt:lpstr>Desarrollo del equipo de proyecto</vt:lpstr>
      <vt:lpstr>Índice</vt:lpstr>
      <vt:lpstr>Dirección del equipo de proyecto</vt:lpstr>
      <vt:lpstr>Presentación de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Proyecto MeCuida</dc:title>
  <dc:creator>Gallego Sánchez Adrián</dc:creator>
  <cp:lastModifiedBy>Arturo Paniagua</cp:lastModifiedBy>
  <cp:revision>66</cp:revision>
  <dcterms:created xsi:type="dcterms:W3CDTF">2018-11-10T15:50:50Z</dcterms:created>
  <dcterms:modified xsi:type="dcterms:W3CDTF">2018-11-19T22:43:19Z</dcterms:modified>
</cp:coreProperties>
</file>