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26"/>
  </p:notesMasterIdLst>
  <p:handoutMasterIdLst>
    <p:handoutMasterId r:id="rId27"/>
  </p:handoutMasterIdLst>
  <p:sldIdLst>
    <p:sldId id="256" r:id="rId2"/>
    <p:sldId id="316" r:id="rId3"/>
    <p:sldId id="259" r:id="rId4"/>
    <p:sldId id="287" r:id="rId5"/>
    <p:sldId id="295" r:id="rId6"/>
    <p:sldId id="288" r:id="rId7"/>
    <p:sldId id="289" r:id="rId8"/>
    <p:sldId id="296" r:id="rId9"/>
    <p:sldId id="315" r:id="rId10"/>
    <p:sldId id="258" r:id="rId11"/>
    <p:sldId id="291" r:id="rId12"/>
    <p:sldId id="297" r:id="rId13"/>
    <p:sldId id="314" r:id="rId14"/>
    <p:sldId id="292" r:id="rId15"/>
    <p:sldId id="313" r:id="rId16"/>
    <p:sldId id="299" r:id="rId17"/>
    <p:sldId id="303" r:id="rId18"/>
    <p:sldId id="300" r:id="rId19"/>
    <p:sldId id="301" r:id="rId20"/>
    <p:sldId id="305" r:id="rId21"/>
    <p:sldId id="310" r:id="rId22"/>
    <p:sldId id="312" r:id="rId23"/>
    <p:sldId id="311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74"/>
  </p:normalViewPr>
  <p:slideViewPr>
    <p:cSldViewPr snapToGrid="0" snapToObjects="1">
      <p:cViewPr varScale="1">
        <p:scale>
          <a:sx n="92" d="100"/>
          <a:sy n="92" d="100"/>
        </p:scale>
        <p:origin x="-498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BECA17F7-5C89-43C2-AA85-24BB67B7A8AC}" type="presOf" srcId="{EA05A323-1CD6-E844-BD1C-19A2225C0340}" destId="{821592CB-BF1E-40A4-88FF-532C668728A8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D7EF2BF9-70B2-42DC-B8ED-AB4AA65487A8}" type="presOf" srcId="{5B536FDF-F2F3-4D05-AF9A-89E79C92380B}" destId="{EDBBCE88-88E0-4C06-BA01-B4EFB6C685E1}" srcOrd="0" destOrd="0" presId="urn:microsoft.com/office/officeart/2008/layout/LinedList"/>
    <dgm:cxn modelId="{4C427263-4CCA-49B6-9EC7-C37391C1EDD9}" type="presOf" srcId="{4D7DCE72-F1C7-3648-B096-B3BF2FA1BA56}" destId="{F1E3A902-B27E-4D1E-9D62-838DBF77570E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42E9DCA9-030D-43E6-A3AF-F2064BF0153E}" type="presOf" srcId="{9C0C5B6B-88B0-0644-95CC-DA013289C236}" destId="{520D1D2C-1114-41BF-8F7E-61F71B01A781}" srcOrd="0" destOrd="0" presId="urn:microsoft.com/office/officeart/2008/layout/LinedList"/>
    <dgm:cxn modelId="{2987E87C-3A35-4C2A-964A-0AE3E631C507}" type="presOf" srcId="{C3CE8D9A-2F5F-E04C-AF81-B61DA3187B58}" destId="{A4615577-DB07-0E46-BAD9-752076C1E8EB}" srcOrd="0" destOrd="0" presId="urn:microsoft.com/office/officeart/2008/layout/LinedList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5EAD49E3-7CD6-4894-A32E-F8D58386B314}" type="presOf" srcId="{A00DC1EC-B999-A640-8654-4E50ABDDE020}" destId="{9891002C-403A-A043-B663-E6FEB51C2557}" srcOrd="0" destOrd="0" presId="urn:microsoft.com/office/officeart/2008/layout/LinedList"/>
    <dgm:cxn modelId="{434F4CFB-BC8E-496E-AB9D-8BA6E7C144D1}" type="presOf" srcId="{2D50EED0-437B-1441-8B3B-81295EA238A9}" destId="{0FAAA673-A6AE-2E48-9396-AEC5BB305A0E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E3340F00-94EF-41B5-A412-592405C27FBF}" type="presOf" srcId="{C067AB59-C7C5-C74B-8B60-2FA743781E39}" destId="{CECABC1D-D0D2-4346-AB17-5BDF3AE0B32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E738574A-5B1A-4ED2-A4F3-81A2EE5E95BA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3F6E6E2-E1D3-416A-ACC6-A47FFCF4B7B8}" type="presOf" srcId="{D206AD7D-6FCF-BA4A-A881-D49C0A782FC3}" destId="{70B24025-E2C6-417F-99E1-3AE2064C772D}" srcOrd="0" destOrd="0" presId="urn:microsoft.com/office/officeart/2008/layout/LinedList"/>
    <dgm:cxn modelId="{75617100-F006-4082-B280-E80DBFC0AAC9}" type="presParOf" srcId="{A4615577-DB07-0E46-BAD9-752076C1E8EB}" destId="{A70494F9-BBC6-9B4D-ABE0-28B7062A7EEA}" srcOrd="0" destOrd="0" presId="urn:microsoft.com/office/officeart/2008/layout/LinedList"/>
    <dgm:cxn modelId="{39E12821-F839-48D0-9355-3A7C33D6EB45}" type="presParOf" srcId="{A4615577-DB07-0E46-BAD9-752076C1E8EB}" destId="{4DE94855-2BF1-EB40-B090-FE0F9B4B301E}" srcOrd="1" destOrd="0" presId="urn:microsoft.com/office/officeart/2008/layout/LinedList"/>
    <dgm:cxn modelId="{EAAB0935-0EBA-4B2A-AB4E-8F353734522A}" type="presParOf" srcId="{4DE94855-2BF1-EB40-B090-FE0F9B4B301E}" destId="{0FAAA673-A6AE-2E48-9396-AEC5BB305A0E}" srcOrd="0" destOrd="0" presId="urn:microsoft.com/office/officeart/2008/layout/LinedList"/>
    <dgm:cxn modelId="{9BF60D6D-D940-42F2-875E-07708CE85526}" type="presParOf" srcId="{4DE94855-2BF1-EB40-B090-FE0F9B4B301E}" destId="{4D92E349-5F1C-414C-955E-416A7CFBF9E9}" srcOrd="1" destOrd="0" presId="urn:microsoft.com/office/officeart/2008/layout/LinedList"/>
    <dgm:cxn modelId="{F311F628-3D49-406D-9E31-620202DD1A00}" type="presParOf" srcId="{A4615577-DB07-0E46-BAD9-752076C1E8EB}" destId="{4324E71C-51E4-4FFA-9638-472734009553}" srcOrd="2" destOrd="0" presId="urn:microsoft.com/office/officeart/2008/layout/LinedList"/>
    <dgm:cxn modelId="{D77E7A83-F961-480C-9CF7-96D70C96354C}" type="presParOf" srcId="{A4615577-DB07-0E46-BAD9-752076C1E8EB}" destId="{35D4AF3C-4879-491B-8004-F3B88F6D9FB5}" srcOrd="3" destOrd="0" presId="urn:microsoft.com/office/officeart/2008/layout/LinedList"/>
    <dgm:cxn modelId="{21CD0090-F6E5-4DBF-9A69-B10C8371DBD9}" type="presParOf" srcId="{35D4AF3C-4879-491B-8004-F3B88F6D9FB5}" destId="{792A15AE-68CB-4B5E-A488-D8B2430819E0}" srcOrd="0" destOrd="0" presId="urn:microsoft.com/office/officeart/2008/layout/LinedList"/>
    <dgm:cxn modelId="{92044121-DDCC-4CD4-8125-3616A841C188}" type="presParOf" srcId="{35D4AF3C-4879-491B-8004-F3B88F6D9FB5}" destId="{162AB6D4-F395-4B55-9519-21B610CC0382}" srcOrd="1" destOrd="0" presId="urn:microsoft.com/office/officeart/2008/layout/LinedList"/>
    <dgm:cxn modelId="{7639CAD2-41BE-4D5E-87DB-0A1FAC1D2380}" type="presParOf" srcId="{162AB6D4-F395-4B55-9519-21B610CC0382}" destId="{412C8F4B-57E8-4EE2-95F4-7EAB16DF68B6}" srcOrd="0" destOrd="0" presId="urn:microsoft.com/office/officeart/2008/layout/LinedList"/>
    <dgm:cxn modelId="{AF45BA87-5D15-4FB4-A948-BE5B8C5C1FBB}" type="presParOf" srcId="{162AB6D4-F395-4B55-9519-21B610CC0382}" destId="{706ACAA7-2B5D-4D39-81AB-5DAABC04EC1D}" srcOrd="1" destOrd="0" presId="urn:microsoft.com/office/officeart/2008/layout/LinedList"/>
    <dgm:cxn modelId="{62026F49-4BB6-443B-9A60-EAB5A40BF93E}" type="presParOf" srcId="{706ACAA7-2B5D-4D39-81AB-5DAABC04EC1D}" destId="{3456CDB8-701B-42F1-87C2-C295CD1E48EE}" srcOrd="0" destOrd="0" presId="urn:microsoft.com/office/officeart/2008/layout/LinedList"/>
    <dgm:cxn modelId="{796C24FD-53DE-4AAB-8D5E-D6877834D83C}" type="presParOf" srcId="{706ACAA7-2B5D-4D39-81AB-5DAABC04EC1D}" destId="{520D1D2C-1114-41BF-8F7E-61F71B01A781}" srcOrd="1" destOrd="0" presId="urn:microsoft.com/office/officeart/2008/layout/LinedList"/>
    <dgm:cxn modelId="{FA53DF36-BB1B-48F1-B740-F516380A0DDE}" type="presParOf" srcId="{706ACAA7-2B5D-4D39-81AB-5DAABC04EC1D}" destId="{D6DDDC7E-F1A5-4153-9143-0972F5C1698F}" srcOrd="2" destOrd="0" presId="urn:microsoft.com/office/officeart/2008/layout/LinedList"/>
    <dgm:cxn modelId="{9CA2E242-D63F-4111-8736-BB9B35CB616B}" type="presParOf" srcId="{162AB6D4-F395-4B55-9519-21B610CC0382}" destId="{0A0EB41C-54BD-4DBD-AE20-1F9966450DC3}" srcOrd="2" destOrd="0" presId="urn:microsoft.com/office/officeart/2008/layout/LinedList"/>
    <dgm:cxn modelId="{9EC69C7B-5BB8-412D-B65D-B1E5CD3A92A2}" type="presParOf" srcId="{162AB6D4-F395-4B55-9519-21B610CC0382}" destId="{BD1DC2FA-97F1-47D7-B64D-204FB692D739}" srcOrd="3" destOrd="0" presId="urn:microsoft.com/office/officeart/2008/layout/LinedList"/>
    <dgm:cxn modelId="{5E40F09C-0AFE-4024-A9D2-03EFDAAD2226}" type="presParOf" srcId="{162AB6D4-F395-4B55-9519-21B610CC0382}" destId="{AA817BFD-CFD8-4863-BA21-FE68B817CC3C}" srcOrd="4" destOrd="0" presId="urn:microsoft.com/office/officeart/2008/layout/LinedList"/>
    <dgm:cxn modelId="{A104782D-7807-47BF-B7EC-F205013038E1}" type="presParOf" srcId="{AA817BFD-CFD8-4863-BA21-FE68B817CC3C}" destId="{BD57D683-A942-4221-A2F2-BB0CF711AC57}" srcOrd="0" destOrd="0" presId="urn:microsoft.com/office/officeart/2008/layout/LinedList"/>
    <dgm:cxn modelId="{A66C97A7-38CD-45D8-A113-7011BAA4E124}" type="presParOf" srcId="{AA817BFD-CFD8-4863-BA21-FE68B817CC3C}" destId="{F1E3A902-B27E-4D1E-9D62-838DBF77570E}" srcOrd="1" destOrd="0" presId="urn:microsoft.com/office/officeart/2008/layout/LinedList"/>
    <dgm:cxn modelId="{BFB86E4A-9615-4F92-B041-B4669DFFA07B}" type="presParOf" srcId="{AA817BFD-CFD8-4863-BA21-FE68B817CC3C}" destId="{4F138E20-5633-4DCC-BBC2-20DFBFC7868F}" srcOrd="2" destOrd="0" presId="urn:microsoft.com/office/officeart/2008/layout/LinedList"/>
    <dgm:cxn modelId="{0592E9AB-F3E4-4081-9B4A-722B43EE06CA}" type="presParOf" srcId="{162AB6D4-F395-4B55-9519-21B610CC0382}" destId="{2B79C5B5-7045-4C8A-A0D3-ED34D320DACE}" srcOrd="5" destOrd="0" presId="urn:microsoft.com/office/officeart/2008/layout/LinedList"/>
    <dgm:cxn modelId="{3C01F72E-4C7E-4715-A035-A62128DE1581}" type="presParOf" srcId="{162AB6D4-F395-4B55-9519-21B610CC0382}" destId="{8C3B0260-807F-409D-975C-EBFF816514C3}" srcOrd="6" destOrd="0" presId="urn:microsoft.com/office/officeart/2008/layout/LinedList"/>
    <dgm:cxn modelId="{D281689B-1B64-4521-877D-D38145CD6673}" type="presParOf" srcId="{162AB6D4-F395-4B55-9519-21B610CC0382}" destId="{DCC37064-A6D2-4A55-A252-3829429045E5}" srcOrd="7" destOrd="0" presId="urn:microsoft.com/office/officeart/2008/layout/LinedList"/>
    <dgm:cxn modelId="{29630E9A-9717-45EE-92EB-7C4576878D09}" type="presParOf" srcId="{DCC37064-A6D2-4A55-A252-3829429045E5}" destId="{AF620EF4-9246-40B0-95DD-0F97FD557889}" srcOrd="0" destOrd="0" presId="urn:microsoft.com/office/officeart/2008/layout/LinedList"/>
    <dgm:cxn modelId="{532F9C76-5170-4733-B19B-71FA68063A93}" type="presParOf" srcId="{DCC37064-A6D2-4A55-A252-3829429045E5}" destId="{821592CB-BF1E-40A4-88FF-532C668728A8}" srcOrd="1" destOrd="0" presId="urn:microsoft.com/office/officeart/2008/layout/LinedList"/>
    <dgm:cxn modelId="{661AF825-76F3-45FF-BB34-0B950E12531B}" type="presParOf" srcId="{DCC37064-A6D2-4A55-A252-3829429045E5}" destId="{4A2BC687-FFD6-4EBF-9A58-5F5A5936D128}" srcOrd="2" destOrd="0" presId="urn:microsoft.com/office/officeart/2008/layout/LinedList"/>
    <dgm:cxn modelId="{4B04DDF6-87B6-4927-92C1-4F8F0E6ED449}" type="presParOf" srcId="{162AB6D4-F395-4B55-9519-21B610CC0382}" destId="{AFB2C275-AEA0-46EA-8FAC-DEEB17253C42}" srcOrd="8" destOrd="0" presId="urn:microsoft.com/office/officeart/2008/layout/LinedList"/>
    <dgm:cxn modelId="{F4EE90B5-58E4-4B45-B77E-04BCCE8AD454}" type="presParOf" srcId="{162AB6D4-F395-4B55-9519-21B610CC0382}" destId="{B63F60B4-89E7-4E26-9559-C63693EDEACE}" srcOrd="9" destOrd="0" presId="urn:microsoft.com/office/officeart/2008/layout/LinedList"/>
    <dgm:cxn modelId="{9B8F2150-D409-40D8-9EB7-D06CC89D9E86}" type="presParOf" srcId="{A4615577-DB07-0E46-BAD9-752076C1E8EB}" destId="{B2F277F3-7CF1-994E-B28A-0B3155C31199}" srcOrd="4" destOrd="0" presId="urn:microsoft.com/office/officeart/2008/layout/LinedList"/>
    <dgm:cxn modelId="{2720A1C9-CB14-4059-BC33-AC9941E9A45F}" type="presParOf" srcId="{A4615577-DB07-0E46-BAD9-752076C1E8EB}" destId="{0C40495D-3188-9E48-A89E-F64BB2F461F5}" srcOrd="5" destOrd="0" presId="urn:microsoft.com/office/officeart/2008/layout/LinedList"/>
    <dgm:cxn modelId="{0996B27F-0330-45FB-8CDB-79A855374952}" type="presParOf" srcId="{0C40495D-3188-9E48-A89E-F64BB2F461F5}" destId="{9891002C-403A-A043-B663-E6FEB51C2557}" srcOrd="0" destOrd="0" presId="urn:microsoft.com/office/officeart/2008/layout/LinedList"/>
    <dgm:cxn modelId="{4087D695-9E44-427A-9283-545B12F00294}" type="presParOf" srcId="{0C40495D-3188-9E48-A89E-F64BB2F461F5}" destId="{84783DB1-8E64-8549-92F0-B23833CEE8B0}" srcOrd="1" destOrd="0" presId="urn:microsoft.com/office/officeart/2008/layout/LinedList"/>
    <dgm:cxn modelId="{9A9F7822-4C18-4EBF-AFE5-988419E6724C}" type="presParOf" srcId="{84783DB1-8E64-8549-92F0-B23833CEE8B0}" destId="{7639A2F8-0310-4BED-B4BD-EAB6A5C40B77}" srcOrd="0" destOrd="0" presId="urn:microsoft.com/office/officeart/2008/layout/LinedList"/>
    <dgm:cxn modelId="{260E14F1-A579-483E-B16F-F391F403C08A}" type="presParOf" srcId="{84783DB1-8E64-8549-92F0-B23833CEE8B0}" destId="{6A69390F-9BF9-4ABA-8159-EAF93506C37D}" srcOrd="1" destOrd="0" presId="urn:microsoft.com/office/officeart/2008/layout/LinedList"/>
    <dgm:cxn modelId="{CC1EC747-761E-45E6-B206-D252AB53F052}" type="presParOf" srcId="{6A69390F-9BF9-4ABA-8159-EAF93506C37D}" destId="{80389192-84FD-488B-A175-87A5FB0572BA}" srcOrd="0" destOrd="0" presId="urn:microsoft.com/office/officeart/2008/layout/LinedList"/>
    <dgm:cxn modelId="{FF1710FE-B781-4F1F-8995-2EBD370FF6EC}" type="presParOf" srcId="{6A69390F-9BF9-4ABA-8159-EAF93506C37D}" destId="{CECABC1D-D0D2-4346-AB17-5BDF3AE0B320}" srcOrd="1" destOrd="0" presId="urn:microsoft.com/office/officeart/2008/layout/LinedList"/>
    <dgm:cxn modelId="{5714EF57-3E99-4807-BCCF-17915EDB44C9}" type="presParOf" srcId="{6A69390F-9BF9-4ABA-8159-EAF93506C37D}" destId="{C56FE37B-F98C-4D15-95CF-6DC56554B5B4}" srcOrd="2" destOrd="0" presId="urn:microsoft.com/office/officeart/2008/layout/LinedList"/>
    <dgm:cxn modelId="{402F5F92-1744-4532-8B38-ADA29A3B416E}" type="presParOf" srcId="{84783DB1-8E64-8549-92F0-B23833CEE8B0}" destId="{5D84D3DB-F553-4712-A813-E34BD39795E9}" srcOrd="2" destOrd="0" presId="urn:microsoft.com/office/officeart/2008/layout/LinedList"/>
    <dgm:cxn modelId="{57C5BDD6-9145-4EE0-A7BD-F885FD7713F0}" type="presParOf" srcId="{84783DB1-8E64-8549-92F0-B23833CEE8B0}" destId="{2128B8DA-3804-468D-B525-5F0093F85BA2}" srcOrd="3" destOrd="0" presId="urn:microsoft.com/office/officeart/2008/layout/LinedList"/>
    <dgm:cxn modelId="{0816C631-9071-45A7-ACBF-13CE7ADAAB73}" type="presParOf" srcId="{84783DB1-8E64-8549-92F0-B23833CEE8B0}" destId="{4F42B568-F39A-4181-8658-EC1C2143BBA0}" srcOrd="4" destOrd="0" presId="urn:microsoft.com/office/officeart/2008/layout/LinedList"/>
    <dgm:cxn modelId="{799D5C89-F788-402B-8717-2C59C8677583}" type="presParOf" srcId="{4F42B568-F39A-4181-8658-EC1C2143BBA0}" destId="{4F8359BF-8C47-4A90-A343-AF5BDC5F9DE8}" srcOrd="0" destOrd="0" presId="urn:microsoft.com/office/officeart/2008/layout/LinedList"/>
    <dgm:cxn modelId="{B846443A-5E20-468D-9347-0D512A86D8BE}" type="presParOf" srcId="{4F42B568-F39A-4181-8658-EC1C2143BBA0}" destId="{70B24025-E2C6-417F-99E1-3AE2064C772D}" srcOrd="1" destOrd="0" presId="urn:microsoft.com/office/officeart/2008/layout/LinedList"/>
    <dgm:cxn modelId="{B2AAE2DE-02FD-48DB-B22E-9387690A688B}" type="presParOf" srcId="{4F42B568-F39A-4181-8658-EC1C2143BBA0}" destId="{7CEB9B09-60D8-4882-A2D8-38EF68D5C19F}" srcOrd="2" destOrd="0" presId="urn:microsoft.com/office/officeart/2008/layout/LinedList"/>
    <dgm:cxn modelId="{6795A3A6-F9D2-4C34-BED6-103576B364DC}" type="presParOf" srcId="{84783DB1-8E64-8549-92F0-B23833CEE8B0}" destId="{5E350EE4-2D6A-4A16-A0FE-9FACA9074727}" srcOrd="5" destOrd="0" presId="urn:microsoft.com/office/officeart/2008/layout/LinedList"/>
    <dgm:cxn modelId="{EC05F9F0-4DE8-42CB-B212-01B8E23AAD5A}" type="presParOf" srcId="{84783DB1-8E64-8549-92F0-B23833CEE8B0}" destId="{9BB5AFB5-07F7-4132-85A2-44E6D0516C88}" srcOrd="6" destOrd="0" presId="urn:microsoft.com/office/officeart/2008/layout/LinedList"/>
    <dgm:cxn modelId="{6352B692-A515-4BA4-8FDA-E1CC0788C6E0}" type="presParOf" srcId="{84783DB1-8E64-8549-92F0-B23833CEE8B0}" destId="{00451E5C-D19E-4AC4-8C6F-60950BA475F2}" srcOrd="7" destOrd="0" presId="urn:microsoft.com/office/officeart/2008/layout/LinedList"/>
    <dgm:cxn modelId="{35502A0C-B039-4B97-982E-1E484CBA531E}" type="presParOf" srcId="{00451E5C-D19E-4AC4-8C6F-60950BA475F2}" destId="{3C367370-E70B-40CC-9DCF-3FC0C33EDE1B}" srcOrd="0" destOrd="0" presId="urn:microsoft.com/office/officeart/2008/layout/LinedList"/>
    <dgm:cxn modelId="{3D799341-73A3-4DE7-8E44-3F4F1CD9012B}" type="presParOf" srcId="{00451E5C-D19E-4AC4-8C6F-60950BA475F2}" destId="{EDBBCE88-88E0-4C06-BA01-B4EFB6C685E1}" srcOrd="1" destOrd="0" presId="urn:microsoft.com/office/officeart/2008/layout/LinedList"/>
    <dgm:cxn modelId="{519D3B68-A113-4803-8041-DE1CDD4E9BD0}" type="presParOf" srcId="{00451E5C-D19E-4AC4-8C6F-60950BA475F2}" destId="{5EA7847F-7A65-4DE6-AFB0-0784772E4EA1}" srcOrd="2" destOrd="0" presId="urn:microsoft.com/office/officeart/2008/layout/LinedList"/>
    <dgm:cxn modelId="{FD78D85A-7D38-44FF-8723-F9FFEC250A21}" type="presParOf" srcId="{84783DB1-8E64-8549-92F0-B23833CEE8B0}" destId="{22FFB06E-FF71-449B-9AA1-BDA4A6D85DF8}" srcOrd="8" destOrd="0" presId="urn:microsoft.com/office/officeart/2008/layout/LinedList"/>
    <dgm:cxn modelId="{2A3145E5-C878-4FF7-8A74-9BBD81CCAD33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Listas de verificación 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es-ES"/>
        </a:p>
      </dgm:t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  <dgm:t>
        <a:bodyPr/>
        <a:lstStyle/>
        <a:p>
          <a:endParaRPr lang="es-ES"/>
        </a:p>
      </dgm:t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247023-5F97-4B81-ADB5-3072E0963118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S_tradnl"/>
        </a:p>
      </dgm:t>
    </dgm:pt>
    <dgm:pt modelId="{0AD16008-5B77-41A5-8896-9D64AFA1593F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Actividad a mejorar</a:t>
          </a:r>
        </a:p>
      </dgm:t>
    </dgm:pt>
    <dgm:pt modelId="{16FE2791-1F25-48E9-B72D-38F3A9F9BC95}" type="parTrans" cxnId="{D0787867-BDF4-4308-9071-C5B4C39F6ED2}">
      <dgm:prSet/>
      <dgm:spPr/>
      <dgm:t>
        <a:bodyPr/>
        <a:lstStyle/>
        <a:p>
          <a:endParaRPr lang="es-ES_tradnl"/>
        </a:p>
      </dgm:t>
    </dgm:pt>
    <dgm:pt modelId="{01FDE554-B84F-468E-931D-9E471F20EEB5}" type="sibTrans" cxnId="{D0787867-BDF4-4308-9071-C5B4C39F6ED2}">
      <dgm:prSet/>
      <dgm:spPr/>
      <dgm:t>
        <a:bodyPr/>
        <a:lstStyle/>
        <a:p>
          <a:endParaRPr lang="es-ES_tradnl"/>
        </a:p>
      </dgm:t>
    </dgm:pt>
    <dgm:pt modelId="{34F21268-807C-4852-90B3-360ECC760B11}">
      <dgm:prSet phldrT="[Texto]"/>
      <dgm:spPr/>
      <dgm:t>
        <a:bodyPr/>
        <a:lstStyle/>
        <a:p>
          <a:r>
            <a:rPr lang="es-ES_tradnl" dirty="0"/>
            <a:t>Resultado de listas de verificación</a:t>
          </a:r>
        </a:p>
      </dgm:t>
    </dgm:pt>
    <dgm:pt modelId="{66DCC075-F7DD-46C6-8344-FF6131D1D52A}" type="parTrans" cxnId="{5CB4D192-E675-4D64-BDAB-E929008987D7}">
      <dgm:prSet/>
      <dgm:spPr/>
      <dgm:t>
        <a:bodyPr/>
        <a:lstStyle/>
        <a:p>
          <a:endParaRPr lang="es-ES_tradnl"/>
        </a:p>
      </dgm:t>
    </dgm:pt>
    <dgm:pt modelId="{81138E59-8AD2-4430-ABFC-A1D12BC29D28}" type="sibTrans" cxnId="{5CB4D192-E675-4D64-BDAB-E929008987D7}">
      <dgm:prSet/>
      <dgm:spPr/>
      <dgm:t>
        <a:bodyPr/>
        <a:lstStyle/>
        <a:p>
          <a:endParaRPr lang="es-ES_tradnl"/>
        </a:p>
      </dgm:t>
    </dgm:pt>
    <dgm:pt modelId="{058C98CB-F04E-42DB-8293-675B192C9229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Estudio de mejora</a:t>
          </a:r>
        </a:p>
      </dgm:t>
    </dgm:pt>
    <dgm:pt modelId="{8596D049-71E1-457A-825E-C3942D570B18}" type="parTrans" cxnId="{E45C4DDE-D47D-429C-AEF7-54C0EDA15DA0}">
      <dgm:prSet/>
      <dgm:spPr/>
      <dgm:t>
        <a:bodyPr/>
        <a:lstStyle/>
        <a:p>
          <a:endParaRPr lang="es-ES_tradnl"/>
        </a:p>
      </dgm:t>
    </dgm:pt>
    <dgm:pt modelId="{EC661DC2-FBF6-4CBE-B2C8-8E9467FFC51B}" type="sibTrans" cxnId="{E45C4DDE-D47D-429C-AEF7-54C0EDA15DA0}">
      <dgm:prSet/>
      <dgm:spPr/>
      <dgm:t>
        <a:bodyPr/>
        <a:lstStyle/>
        <a:p>
          <a:endParaRPr lang="es-ES_tradnl"/>
        </a:p>
      </dgm:t>
    </dgm:pt>
    <dgm:pt modelId="{90BAAC72-3809-443B-916F-5D7181D0158B}">
      <dgm:prSet phldrT="[Texto]"/>
      <dgm:spPr/>
      <dgm:t>
        <a:bodyPr/>
        <a:lstStyle/>
        <a:p>
          <a:r>
            <a:rPr lang="es-ES_tradnl" dirty="0"/>
            <a:t>¿Problema</a:t>
          </a:r>
          <a:r>
            <a:rPr lang="es-ES_tradnl" dirty="0">
              <a:latin typeface="Century Gothic" panose="020B0502020202020204" pitchFamily="34" charset="0"/>
            </a:rPr>
            <a:t>?</a:t>
          </a:r>
          <a:r>
            <a:rPr lang="es-ES_tradnl" dirty="0"/>
            <a:t> -&gt; Causa/s</a:t>
          </a:r>
        </a:p>
      </dgm:t>
    </dgm:pt>
    <dgm:pt modelId="{4398387B-DB0B-4D1F-B92E-77A726D2AB78}" type="parTrans" cxnId="{F3E8CB9A-0653-46AF-B1D3-9F7D8F13CD26}">
      <dgm:prSet/>
      <dgm:spPr/>
      <dgm:t>
        <a:bodyPr/>
        <a:lstStyle/>
        <a:p>
          <a:endParaRPr lang="es-ES_tradnl"/>
        </a:p>
      </dgm:t>
    </dgm:pt>
    <dgm:pt modelId="{824B6517-2375-43A7-A9B4-7C659BB04434}" type="sibTrans" cxnId="{F3E8CB9A-0653-46AF-B1D3-9F7D8F13CD26}">
      <dgm:prSet/>
      <dgm:spPr/>
      <dgm:t>
        <a:bodyPr/>
        <a:lstStyle/>
        <a:p>
          <a:endParaRPr lang="es-ES_tradnl"/>
        </a:p>
      </dgm:t>
    </dgm:pt>
    <dgm:pt modelId="{73D70DFC-1618-41F1-BDE7-8B563F9C8428}">
      <dgm:prSet phldrT="[Texto]"/>
      <dgm:spPr/>
      <dgm:t>
        <a:bodyPr/>
        <a:lstStyle/>
        <a:p>
          <a:r>
            <a:rPr lang="es-ES_tradnl" dirty="0"/>
            <a:t>Posibles soluciones</a:t>
          </a:r>
        </a:p>
      </dgm:t>
    </dgm:pt>
    <dgm:pt modelId="{B56BA627-5E13-43F9-B56F-DBAC591D282D}" type="parTrans" cxnId="{EDCC00D0-CD36-4689-890C-0B42C3EB6F73}">
      <dgm:prSet/>
      <dgm:spPr/>
      <dgm:t>
        <a:bodyPr/>
        <a:lstStyle/>
        <a:p>
          <a:endParaRPr lang="es-ES_tradnl"/>
        </a:p>
      </dgm:t>
    </dgm:pt>
    <dgm:pt modelId="{9F593BD1-2FC3-4E2F-A0BD-5C8ED8687792}" type="sibTrans" cxnId="{EDCC00D0-CD36-4689-890C-0B42C3EB6F73}">
      <dgm:prSet/>
      <dgm:spPr/>
      <dgm:t>
        <a:bodyPr/>
        <a:lstStyle/>
        <a:p>
          <a:endParaRPr lang="es-ES_tradnl"/>
        </a:p>
      </dgm:t>
    </dgm:pt>
    <dgm:pt modelId="{25F793A5-F230-49F1-9F0A-A148BEF32477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Aceptación de cambios</a:t>
          </a:r>
        </a:p>
      </dgm:t>
    </dgm:pt>
    <dgm:pt modelId="{D5D49545-514E-42B0-A038-91242E0D6A29}" type="parTrans" cxnId="{24B47B58-C579-4E10-BD83-134651A4E879}">
      <dgm:prSet/>
      <dgm:spPr/>
      <dgm:t>
        <a:bodyPr/>
        <a:lstStyle/>
        <a:p>
          <a:endParaRPr lang="es-ES_tradnl"/>
        </a:p>
      </dgm:t>
    </dgm:pt>
    <dgm:pt modelId="{279496E4-9E88-483F-8A9D-AD19DDBA3382}" type="sibTrans" cxnId="{24B47B58-C579-4E10-BD83-134651A4E879}">
      <dgm:prSet/>
      <dgm:spPr/>
      <dgm:t>
        <a:bodyPr/>
        <a:lstStyle/>
        <a:p>
          <a:endParaRPr lang="es-ES_tradnl"/>
        </a:p>
      </dgm:t>
    </dgm:pt>
    <dgm:pt modelId="{5C77262B-1E98-453B-9D12-6DEBAF5301EE}">
      <dgm:prSet phldrT="[Texto]"/>
      <dgm:spPr/>
      <dgm:t>
        <a:bodyPr/>
        <a:lstStyle/>
        <a:p>
          <a:r>
            <a:rPr lang="es-ES_tradnl" dirty="0"/>
            <a:t>Project Manager</a:t>
          </a:r>
        </a:p>
      </dgm:t>
    </dgm:pt>
    <dgm:pt modelId="{FF4FB29C-8CA3-47C4-B70D-994E219EA16B}" type="parTrans" cxnId="{3531629C-43F0-4592-B44A-01D2986C542D}">
      <dgm:prSet/>
      <dgm:spPr/>
      <dgm:t>
        <a:bodyPr/>
        <a:lstStyle/>
        <a:p>
          <a:endParaRPr lang="es-ES_tradnl"/>
        </a:p>
      </dgm:t>
    </dgm:pt>
    <dgm:pt modelId="{306060EB-DEA5-436C-A86B-CD4F48A56DDE}" type="sibTrans" cxnId="{3531629C-43F0-4592-B44A-01D2986C542D}">
      <dgm:prSet/>
      <dgm:spPr/>
      <dgm:t>
        <a:bodyPr/>
        <a:lstStyle/>
        <a:p>
          <a:endParaRPr lang="es-ES_tradnl"/>
        </a:p>
      </dgm:t>
    </dgm:pt>
    <dgm:pt modelId="{601AD6E2-CDA1-4D9C-8605-78C338440B20}">
      <dgm:prSet phldrT="[Texto]"/>
      <dgm:spPr/>
      <dgm:t>
        <a:bodyPr/>
        <a:lstStyle/>
        <a:p>
          <a:r>
            <a:rPr lang="es-ES_tradnl" dirty="0"/>
            <a:t>PMO</a:t>
          </a:r>
        </a:p>
      </dgm:t>
    </dgm:pt>
    <dgm:pt modelId="{7FA0F1B9-CC48-48B0-96CC-1155E735C0E0}" type="parTrans" cxnId="{FD5F96D3-E211-4817-A45B-DBEBB47E35A0}">
      <dgm:prSet/>
      <dgm:spPr/>
      <dgm:t>
        <a:bodyPr/>
        <a:lstStyle/>
        <a:p>
          <a:endParaRPr lang="es-ES_tradnl"/>
        </a:p>
      </dgm:t>
    </dgm:pt>
    <dgm:pt modelId="{03DDBEDC-752C-48C8-A87D-EEF1FF38161D}" type="sibTrans" cxnId="{FD5F96D3-E211-4817-A45B-DBEBB47E35A0}">
      <dgm:prSet/>
      <dgm:spPr/>
      <dgm:t>
        <a:bodyPr/>
        <a:lstStyle/>
        <a:p>
          <a:endParaRPr lang="es-ES_tradnl"/>
        </a:p>
      </dgm:t>
    </dgm:pt>
    <dgm:pt modelId="{6450C39D-A9F9-4E7F-A877-FBD406D5D6BA}">
      <dgm:prSet phldrT="[Texto]"/>
      <dgm:spPr/>
      <dgm:t>
        <a:bodyPr/>
        <a:lstStyle/>
        <a:p>
          <a:r>
            <a:rPr lang="es-ES_tradnl" dirty="0"/>
            <a:t>Monitorización y control</a:t>
          </a:r>
        </a:p>
      </dgm:t>
    </dgm:pt>
    <dgm:pt modelId="{DEBF6732-88CE-4264-BD21-A58B863453F1}" type="parTrans" cxnId="{273BD516-D7E0-4D11-B3AB-13BB68A3E7A4}">
      <dgm:prSet/>
      <dgm:spPr/>
      <dgm:t>
        <a:bodyPr/>
        <a:lstStyle/>
        <a:p>
          <a:endParaRPr lang="es-ES_tradnl"/>
        </a:p>
      </dgm:t>
    </dgm:pt>
    <dgm:pt modelId="{1605340B-E99F-45BE-BDA0-9CE68876AF2F}" type="sibTrans" cxnId="{273BD516-D7E0-4D11-B3AB-13BB68A3E7A4}">
      <dgm:prSet/>
      <dgm:spPr/>
      <dgm:t>
        <a:bodyPr/>
        <a:lstStyle/>
        <a:p>
          <a:endParaRPr lang="es-ES_tradnl"/>
        </a:p>
      </dgm:t>
    </dgm:pt>
    <dgm:pt modelId="{424194D0-2F57-443C-B28E-0F065C743DA2}" type="pres">
      <dgm:prSet presAssocID="{DB247023-5F97-4B81-ADB5-3072E0963118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724297FF-84A0-41C1-A343-77C1871259E1}" type="pres">
      <dgm:prSet presAssocID="{0AD16008-5B77-41A5-8896-9D64AFA1593F}" presName="composite" presStyleCnt="0"/>
      <dgm:spPr/>
    </dgm:pt>
    <dgm:pt modelId="{D77D0E02-146F-4633-9106-BCB80C1B967B}" type="pres">
      <dgm:prSet presAssocID="{0AD16008-5B77-41A5-8896-9D64AFA1593F}" presName="parentText" presStyleLbl="align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A23A205F-38EA-466D-A73B-94A53A1CB6CA}" type="pres">
      <dgm:prSet presAssocID="{0AD16008-5B77-41A5-8896-9D64AFA1593F}" presName="descendantText" presStyleLbl="alignAcc1" presStyleIdx="0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32B9998-C994-4309-92DA-5F91F5899E2F}" type="pres">
      <dgm:prSet presAssocID="{01FDE554-B84F-468E-931D-9E471F20EEB5}" presName="sp" presStyleCnt="0"/>
      <dgm:spPr/>
    </dgm:pt>
    <dgm:pt modelId="{BBF66324-0AAF-46A3-AF8E-4CAEBA843334}" type="pres">
      <dgm:prSet presAssocID="{058C98CB-F04E-42DB-8293-675B192C9229}" presName="composite" presStyleCnt="0"/>
      <dgm:spPr/>
    </dgm:pt>
    <dgm:pt modelId="{719A3758-D0A2-4275-8304-A137EF0402C7}" type="pres">
      <dgm:prSet presAssocID="{058C98CB-F04E-42DB-8293-675B192C9229}" presName="parentText" presStyleLbl="align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D87B9659-AB68-41CE-8186-623A5B13B042}" type="pres">
      <dgm:prSet presAssocID="{058C98CB-F04E-42DB-8293-675B192C9229}" presName="descendantText" presStyleLbl="alignAcc1" presStyleIdx="1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F6DBFD2C-FB99-40B8-AB04-8020619CF9EC}" type="pres">
      <dgm:prSet presAssocID="{EC661DC2-FBF6-4CBE-B2C8-8E9467FFC51B}" presName="sp" presStyleCnt="0"/>
      <dgm:spPr/>
    </dgm:pt>
    <dgm:pt modelId="{7CEE453D-69EB-43C1-AA15-D2F9A579927F}" type="pres">
      <dgm:prSet presAssocID="{25F793A5-F230-49F1-9F0A-A148BEF32477}" presName="composite" presStyleCnt="0"/>
      <dgm:spPr/>
    </dgm:pt>
    <dgm:pt modelId="{99C6DDC6-4BD7-4FE3-8827-B93EB2F50D9F}" type="pres">
      <dgm:prSet presAssocID="{25F793A5-F230-49F1-9F0A-A148BEF32477}" presName="parentText" presStyleLbl="align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162F8AB-9CD8-41C6-BCC5-1C58C137DF6E}" type="pres">
      <dgm:prSet presAssocID="{25F793A5-F230-49F1-9F0A-A148BEF32477}" presName="descendantText" presStyleLbl="alignAcc1" presStyleIdx="2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C3F7A8B7-A2A5-4C16-BA8E-B1E2604167CD}" type="presOf" srcId="{058C98CB-F04E-42DB-8293-675B192C9229}" destId="{719A3758-D0A2-4275-8304-A137EF0402C7}" srcOrd="0" destOrd="0" presId="urn:microsoft.com/office/officeart/2005/8/layout/chevron2"/>
    <dgm:cxn modelId="{88845763-5251-437A-BD47-F0E28EB7D04B}" type="presOf" srcId="{6450C39D-A9F9-4E7F-A877-FBD406D5D6BA}" destId="{A23A205F-38EA-466D-A73B-94A53A1CB6CA}" srcOrd="0" destOrd="1" presId="urn:microsoft.com/office/officeart/2005/8/layout/chevron2"/>
    <dgm:cxn modelId="{12453BFE-AB7E-4658-8D0D-EEE5B6913691}" type="presOf" srcId="{0AD16008-5B77-41A5-8896-9D64AFA1593F}" destId="{D77D0E02-146F-4633-9106-BCB80C1B967B}" srcOrd="0" destOrd="0" presId="urn:microsoft.com/office/officeart/2005/8/layout/chevron2"/>
    <dgm:cxn modelId="{70AF539F-0A72-40E0-9088-AEBF83EC2A40}" type="presOf" srcId="{73D70DFC-1618-41F1-BDE7-8B563F9C8428}" destId="{D87B9659-AB68-41CE-8186-623A5B13B042}" srcOrd="0" destOrd="1" presId="urn:microsoft.com/office/officeart/2005/8/layout/chevron2"/>
    <dgm:cxn modelId="{D0787867-BDF4-4308-9071-C5B4C39F6ED2}" srcId="{DB247023-5F97-4B81-ADB5-3072E0963118}" destId="{0AD16008-5B77-41A5-8896-9D64AFA1593F}" srcOrd="0" destOrd="0" parTransId="{16FE2791-1F25-48E9-B72D-38F3A9F9BC95}" sibTransId="{01FDE554-B84F-468E-931D-9E471F20EEB5}"/>
    <dgm:cxn modelId="{5CB4D192-E675-4D64-BDAB-E929008987D7}" srcId="{0AD16008-5B77-41A5-8896-9D64AFA1593F}" destId="{34F21268-807C-4852-90B3-360ECC760B11}" srcOrd="0" destOrd="0" parTransId="{66DCC075-F7DD-46C6-8344-FF6131D1D52A}" sibTransId="{81138E59-8AD2-4430-ABFC-A1D12BC29D28}"/>
    <dgm:cxn modelId="{24B47B58-C579-4E10-BD83-134651A4E879}" srcId="{DB247023-5F97-4B81-ADB5-3072E0963118}" destId="{25F793A5-F230-49F1-9F0A-A148BEF32477}" srcOrd="2" destOrd="0" parTransId="{D5D49545-514E-42B0-A038-91242E0D6A29}" sibTransId="{279496E4-9E88-483F-8A9D-AD19DDBA3382}"/>
    <dgm:cxn modelId="{168138B0-E68B-49BC-8973-22651FD5AB30}" type="presOf" srcId="{34F21268-807C-4852-90B3-360ECC760B11}" destId="{A23A205F-38EA-466D-A73B-94A53A1CB6CA}" srcOrd="0" destOrd="0" presId="urn:microsoft.com/office/officeart/2005/8/layout/chevron2"/>
    <dgm:cxn modelId="{DB578CF2-7539-464A-9C6D-5383A2FCAC7C}" type="presOf" srcId="{601AD6E2-CDA1-4D9C-8605-78C338440B20}" destId="{2162F8AB-9CD8-41C6-BCC5-1C58C137DF6E}" srcOrd="0" destOrd="1" presId="urn:microsoft.com/office/officeart/2005/8/layout/chevron2"/>
    <dgm:cxn modelId="{20A3A0A1-6B75-4A28-B3B9-E56774DAF15B}" type="presOf" srcId="{DB247023-5F97-4B81-ADB5-3072E0963118}" destId="{424194D0-2F57-443C-B28E-0F065C743DA2}" srcOrd="0" destOrd="0" presId="urn:microsoft.com/office/officeart/2005/8/layout/chevron2"/>
    <dgm:cxn modelId="{F3E8CB9A-0653-46AF-B1D3-9F7D8F13CD26}" srcId="{058C98CB-F04E-42DB-8293-675B192C9229}" destId="{90BAAC72-3809-443B-916F-5D7181D0158B}" srcOrd="0" destOrd="0" parTransId="{4398387B-DB0B-4D1F-B92E-77A726D2AB78}" sibTransId="{824B6517-2375-43A7-A9B4-7C659BB04434}"/>
    <dgm:cxn modelId="{55445703-C92E-444F-9C51-ABD06578DE31}" type="presOf" srcId="{5C77262B-1E98-453B-9D12-6DEBAF5301EE}" destId="{2162F8AB-9CD8-41C6-BCC5-1C58C137DF6E}" srcOrd="0" destOrd="0" presId="urn:microsoft.com/office/officeart/2005/8/layout/chevron2"/>
    <dgm:cxn modelId="{CA19279B-A904-4F08-8713-A1AA65F9EECA}" type="presOf" srcId="{25F793A5-F230-49F1-9F0A-A148BEF32477}" destId="{99C6DDC6-4BD7-4FE3-8827-B93EB2F50D9F}" srcOrd="0" destOrd="0" presId="urn:microsoft.com/office/officeart/2005/8/layout/chevron2"/>
    <dgm:cxn modelId="{FD5F96D3-E211-4817-A45B-DBEBB47E35A0}" srcId="{25F793A5-F230-49F1-9F0A-A148BEF32477}" destId="{601AD6E2-CDA1-4D9C-8605-78C338440B20}" srcOrd="1" destOrd="0" parTransId="{7FA0F1B9-CC48-48B0-96CC-1155E735C0E0}" sibTransId="{03DDBEDC-752C-48C8-A87D-EEF1FF38161D}"/>
    <dgm:cxn modelId="{EDCC00D0-CD36-4689-890C-0B42C3EB6F73}" srcId="{058C98CB-F04E-42DB-8293-675B192C9229}" destId="{73D70DFC-1618-41F1-BDE7-8B563F9C8428}" srcOrd="1" destOrd="0" parTransId="{B56BA627-5E13-43F9-B56F-DBAC591D282D}" sibTransId="{9F593BD1-2FC3-4E2F-A0BD-5C8ED8687792}"/>
    <dgm:cxn modelId="{E45C4DDE-D47D-429C-AEF7-54C0EDA15DA0}" srcId="{DB247023-5F97-4B81-ADB5-3072E0963118}" destId="{058C98CB-F04E-42DB-8293-675B192C9229}" srcOrd="1" destOrd="0" parTransId="{8596D049-71E1-457A-825E-C3942D570B18}" sibTransId="{EC661DC2-FBF6-4CBE-B2C8-8E9467FFC51B}"/>
    <dgm:cxn modelId="{3531629C-43F0-4592-B44A-01D2986C542D}" srcId="{25F793A5-F230-49F1-9F0A-A148BEF32477}" destId="{5C77262B-1E98-453B-9D12-6DEBAF5301EE}" srcOrd="0" destOrd="0" parTransId="{FF4FB29C-8CA3-47C4-B70D-994E219EA16B}" sibTransId="{306060EB-DEA5-436C-A86B-CD4F48A56DDE}"/>
    <dgm:cxn modelId="{B54CAAB9-DF6F-4185-8ECF-0233776949DA}" type="presOf" srcId="{90BAAC72-3809-443B-916F-5D7181D0158B}" destId="{D87B9659-AB68-41CE-8186-623A5B13B042}" srcOrd="0" destOrd="0" presId="urn:microsoft.com/office/officeart/2005/8/layout/chevron2"/>
    <dgm:cxn modelId="{273BD516-D7E0-4D11-B3AB-13BB68A3E7A4}" srcId="{0AD16008-5B77-41A5-8896-9D64AFA1593F}" destId="{6450C39D-A9F9-4E7F-A877-FBD406D5D6BA}" srcOrd="1" destOrd="0" parTransId="{DEBF6732-88CE-4264-BD21-A58B863453F1}" sibTransId="{1605340B-E99F-45BE-BDA0-9CE68876AF2F}"/>
    <dgm:cxn modelId="{2A1189F7-E3C9-472B-A60B-8B7FAEE61F1C}" type="presParOf" srcId="{424194D0-2F57-443C-B28E-0F065C743DA2}" destId="{724297FF-84A0-41C1-A343-77C1871259E1}" srcOrd="0" destOrd="0" presId="urn:microsoft.com/office/officeart/2005/8/layout/chevron2"/>
    <dgm:cxn modelId="{8FDE3EEC-B30A-4806-872C-2BEB4F57B5ED}" type="presParOf" srcId="{724297FF-84A0-41C1-A343-77C1871259E1}" destId="{D77D0E02-146F-4633-9106-BCB80C1B967B}" srcOrd="0" destOrd="0" presId="urn:microsoft.com/office/officeart/2005/8/layout/chevron2"/>
    <dgm:cxn modelId="{70324E9D-1870-4DFF-A72F-55B40119C4E5}" type="presParOf" srcId="{724297FF-84A0-41C1-A343-77C1871259E1}" destId="{A23A205F-38EA-466D-A73B-94A53A1CB6CA}" srcOrd="1" destOrd="0" presId="urn:microsoft.com/office/officeart/2005/8/layout/chevron2"/>
    <dgm:cxn modelId="{2C58039F-3F42-4FBB-99D6-FC90568129D5}" type="presParOf" srcId="{424194D0-2F57-443C-B28E-0F065C743DA2}" destId="{232B9998-C994-4309-92DA-5F91F5899E2F}" srcOrd="1" destOrd="0" presId="urn:microsoft.com/office/officeart/2005/8/layout/chevron2"/>
    <dgm:cxn modelId="{A90A167A-C388-4BA1-82D2-B5C9D2BEA319}" type="presParOf" srcId="{424194D0-2F57-443C-B28E-0F065C743DA2}" destId="{BBF66324-0AAF-46A3-AF8E-4CAEBA843334}" srcOrd="2" destOrd="0" presId="urn:microsoft.com/office/officeart/2005/8/layout/chevron2"/>
    <dgm:cxn modelId="{A426460B-A3A2-402C-8846-C316745B7457}" type="presParOf" srcId="{BBF66324-0AAF-46A3-AF8E-4CAEBA843334}" destId="{719A3758-D0A2-4275-8304-A137EF0402C7}" srcOrd="0" destOrd="0" presId="urn:microsoft.com/office/officeart/2005/8/layout/chevron2"/>
    <dgm:cxn modelId="{778F285A-079B-47D2-8B97-D88E7EC0113A}" type="presParOf" srcId="{BBF66324-0AAF-46A3-AF8E-4CAEBA843334}" destId="{D87B9659-AB68-41CE-8186-623A5B13B042}" srcOrd="1" destOrd="0" presId="urn:microsoft.com/office/officeart/2005/8/layout/chevron2"/>
    <dgm:cxn modelId="{36154912-43F2-4CEA-B329-2D87D4356132}" type="presParOf" srcId="{424194D0-2F57-443C-B28E-0F065C743DA2}" destId="{F6DBFD2C-FB99-40B8-AB04-8020619CF9EC}" srcOrd="3" destOrd="0" presId="urn:microsoft.com/office/officeart/2005/8/layout/chevron2"/>
    <dgm:cxn modelId="{2BEA7738-4976-4DB5-93EA-BE069997E4E2}" type="presParOf" srcId="{424194D0-2F57-443C-B28E-0F065C743DA2}" destId="{7CEE453D-69EB-43C1-AA15-D2F9A579927F}" srcOrd="4" destOrd="0" presId="urn:microsoft.com/office/officeart/2005/8/layout/chevron2"/>
    <dgm:cxn modelId="{E408B48E-CEE2-47F5-9EFD-108C34EA3CB1}" type="presParOf" srcId="{7CEE453D-69EB-43C1-AA15-D2F9A579927F}" destId="{99C6DDC6-4BD7-4FE3-8827-B93EB2F50D9F}" srcOrd="0" destOrd="0" presId="urn:microsoft.com/office/officeart/2005/8/layout/chevron2"/>
    <dgm:cxn modelId="{BEA6E181-6CBB-4E14-A866-1EB4F2655025}" type="presParOf" srcId="{7CEE453D-69EB-43C1-AA15-D2F9A579927F}" destId="{2162F8AB-9CD8-41C6-BCC5-1C58C137DF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CA2B72F8-57E8-4E08-9D4C-30BE320A2B54}" type="presOf" srcId="{9C0C5B6B-88B0-0644-95CC-DA013289C236}" destId="{520D1D2C-1114-41BF-8F7E-61F71B01A781}" srcOrd="0" destOrd="0" presId="urn:microsoft.com/office/officeart/2008/layout/LinedList"/>
    <dgm:cxn modelId="{8FB11856-093A-47D6-80DB-2ADB43573809}" type="presOf" srcId="{5B536FDF-F2F3-4D05-AF9A-89E79C92380B}" destId="{EDBBCE88-88E0-4C06-BA01-B4EFB6C685E1}" srcOrd="0" destOrd="0" presId="urn:microsoft.com/office/officeart/2008/layout/LinedList"/>
    <dgm:cxn modelId="{2A7181F7-8E7A-4A13-BB3A-7B6764BA0CC8}" type="presOf" srcId="{C067AB59-C7C5-C74B-8B60-2FA743781E39}" destId="{CECABC1D-D0D2-4346-AB17-5BDF3AE0B320}" srcOrd="0" destOrd="0" presId="urn:microsoft.com/office/officeart/2008/layout/LinedList"/>
    <dgm:cxn modelId="{42E3EE8A-B4D0-4628-A869-4A38E2B091D0}" type="presOf" srcId="{A00DC1EC-B999-A640-8654-4E50ABDDE020}" destId="{9891002C-403A-A043-B663-E6FEB51C2557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43390D6F-DF42-4FF6-830C-B4ABA930B246}" type="presOf" srcId="{EA05A323-1CD6-E844-BD1C-19A2225C0340}" destId="{821592CB-BF1E-40A4-88FF-532C668728A8}" srcOrd="0" destOrd="0" presId="urn:microsoft.com/office/officeart/2008/layout/LinedList"/>
    <dgm:cxn modelId="{F2C79911-7799-411A-94E8-53CA1E2B6DCC}" type="presOf" srcId="{D1D10F65-8C36-4800-AD9D-4A75930380A4}" destId="{792A15AE-68CB-4B5E-A488-D8B2430819E0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34981C93-36A7-475E-9425-78CDD5A1DD3F}" type="presOf" srcId="{C3CE8D9A-2F5F-E04C-AF81-B61DA3187B58}" destId="{A4615577-DB07-0E46-BAD9-752076C1E8EB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F92636B6-975D-4385-81AD-03356503D5A6}" type="presOf" srcId="{D206AD7D-6FCF-BA4A-A881-D49C0A782FC3}" destId="{70B24025-E2C6-417F-99E1-3AE2064C772D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8A7523-1DBB-47BC-AE41-3B2E1F53C106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A2DA73F3-94C4-4D9B-9041-6904B84786B1}" type="presOf" srcId="{2D50EED0-437B-1441-8B3B-81295EA238A9}" destId="{0FAAA673-A6AE-2E48-9396-AEC5BB305A0E}" srcOrd="0" destOrd="0" presId="urn:microsoft.com/office/officeart/2008/layout/LinedList"/>
    <dgm:cxn modelId="{3BB915C1-4B21-4E75-8B5A-EA6B29211CB6}" type="presParOf" srcId="{A4615577-DB07-0E46-BAD9-752076C1E8EB}" destId="{A70494F9-BBC6-9B4D-ABE0-28B7062A7EEA}" srcOrd="0" destOrd="0" presId="urn:microsoft.com/office/officeart/2008/layout/LinedList"/>
    <dgm:cxn modelId="{2852A600-52EB-4E1A-8F42-95D9E423DFE4}" type="presParOf" srcId="{A4615577-DB07-0E46-BAD9-752076C1E8EB}" destId="{4DE94855-2BF1-EB40-B090-FE0F9B4B301E}" srcOrd="1" destOrd="0" presId="urn:microsoft.com/office/officeart/2008/layout/LinedList"/>
    <dgm:cxn modelId="{6D46044A-A316-4B2F-96BF-7E97A31DCD97}" type="presParOf" srcId="{4DE94855-2BF1-EB40-B090-FE0F9B4B301E}" destId="{0FAAA673-A6AE-2E48-9396-AEC5BB305A0E}" srcOrd="0" destOrd="0" presId="urn:microsoft.com/office/officeart/2008/layout/LinedList"/>
    <dgm:cxn modelId="{2350EE6C-D380-40AD-BB37-302853C3BFC9}" type="presParOf" srcId="{4DE94855-2BF1-EB40-B090-FE0F9B4B301E}" destId="{4D92E349-5F1C-414C-955E-416A7CFBF9E9}" srcOrd="1" destOrd="0" presId="urn:microsoft.com/office/officeart/2008/layout/LinedList"/>
    <dgm:cxn modelId="{76B9BF4C-036A-4083-A078-0E44F619A4C1}" type="presParOf" srcId="{A4615577-DB07-0E46-BAD9-752076C1E8EB}" destId="{4324E71C-51E4-4FFA-9638-472734009553}" srcOrd="2" destOrd="0" presId="urn:microsoft.com/office/officeart/2008/layout/LinedList"/>
    <dgm:cxn modelId="{901F07A5-4FF7-488B-9514-A6A40B4ED757}" type="presParOf" srcId="{A4615577-DB07-0E46-BAD9-752076C1E8EB}" destId="{35D4AF3C-4879-491B-8004-F3B88F6D9FB5}" srcOrd="3" destOrd="0" presId="urn:microsoft.com/office/officeart/2008/layout/LinedList"/>
    <dgm:cxn modelId="{D61BD7FA-1F01-4B97-A96E-6076CB5E5716}" type="presParOf" srcId="{35D4AF3C-4879-491B-8004-F3B88F6D9FB5}" destId="{792A15AE-68CB-4B5E-A488-D8B2430819E0}" srcOrd="0" destOrd="0" presId="urn:microsoft.com/office/officeart/2008/layout/LinedList"/>
    <dgm:cxn modelId="{43AC2338-044D-4B7A-8FA3-ADB59334A5C3}" type="presParOf" srcId="{35D4AF3C-4879-491B-8004-F3B88F6D9FB5}" destId="{162AB6D4-F395-4B55-9519-21B610CC0382}" srcOrd="1" destOrd="0" presId="urn:microsoft.com/office/officeart/2008/layout/LinedList"/>
    <dgm:cxn modelId="{DF7C66EA-B4FB-40AD-8FA3-E25337595AD0}" type="presParOf" srcId="{162AB6D4-F395-4B55-9519-21B610CC0382}" destId="{412C8F4B-57E8-4EE2-95F4-7EAB16DF68B6}" srcOrd="0" destOrd="0" presId="urn:microsoft.com/office/officeart/2008/layout/LinedList"/>
    <dgm:cxn modelId="{3BD9C59E-773E-4419-91AB-4F43A5CEA8BB}" type="presParOf" srcId="{162AB6D4-F395-4B55-9519-21B610CC0382}" destId="{706ACAA7-2B5D-4D39-81AB-5DAABC04EC1D}" srcOrd="1" destOrd="0" presId="urn:microsoft.com/office/officeart/2008/layout/LinedList"/>
    <dgm:cxn modelId="{633F58E8-C2C5-45DF-A2EB-85CB4D2926EF}" type="presParOf" srcId="{706ACAA7-2B5D-4D39-81AB-5DAABC04EC1D}" destId="{3456CDB8-701B-42F1-87C2-C295CD1E48EE}" srcOrd="0" destOrd="0" presId="urn:microsoft.com/office/officeart/2008/layout/LinedList"/>
    <dgm:cxn modelId="{C452D7AC-BCA0-44A3-8696-47A753699338}" type="presParOf" srcId="{706ACAA7-2B5D-4D39-81AB-5DAABC04EC1D}" destId="{520D1D2C-1114-41BF-8F7E-61F71B01A781}" srcOrd="1" destOrd="0" presId="urn:microsoft.com/office/officeart/2008/layout/LinedList"/>
    <dgm:cxn modelId="{49B5B797-9B9C-4FF6-A5B0-0FC8A4062D2F}" type="presParOf" srcId="{706ACAA7-2B5D-4D39-81AB-5DAABC04EC1D}" destId="{D6DDDC7E-F1A5-4153-9143-0972F5C1698F}" srcOrd="2" destOrd="0" presId="urn:microsoft.com/office/officeart/2008/layout/LinedList"/>
    <dgm:cxn modelId="{573047A6-C66C-497E-8C02-4B225DFFC111}" type="presParOf" srcId="{162AB6D4-F395-4B55-9519-21B610CC0382}" destId="{0A0EB41C-54BD-4DBD-AE20-1F9966450DC3}" srcOrd="2" destOrd="0" presId="urn:microsoft.com/office/officeart/2008/layout/LinedList"/>
    <dgm:cxn modelId="{AE8D567D-0C99-4181-993E-11A3EF6DD6ED}" type="presParOf" srcId="{162AB6D4-F395-4B55-9519-21B610CC0382}" destId="{BD1DC2FA-97F1-47D7-B64D-204FB692D739}" srcOrd="3" destOrd="0" presId="urn:microsoft.com/office/officeart/2008/layout/LinedList"/>
    <dgm:cxn modelId="{FC643EA3-230F-405D-BAE4-602DBE9E1F13}" type="presParOf" srcId="{162AB6D4-F395-4B55-9519-21B610CC0382}" destId="{AA817BFD-CFD8-4863-BA21-FE68B817CC3C}" srcOrd="4" destOrd="0" presId="urn:microsoft.com/office/officeart/2008/layout/LinedList"/>
    <dgm:cxn modelId="{CBF335E7-1F96-44F3-A1B4-49D68ACE2B41}" type="presParOf" srcId="{AA817BFD-CFD8-4863-BA21-FE68B817CC3C}" destId="{BD57D683-A942-4221-A2F2-BB0CF711AC57}" srcOrd="0" destOrd="0" presId="urn:microsoft.com/office/officeart/2008/layout/LinedList"/>
    <dgm:cxn modelId="{06EFE105-5CA5-4155-B221-D3747748267E}" type="presParOf" srcId="{AA817BFD-CFD8-4863-BA21-FE68B817CC3C}" destId="{F1E3A902-B27E-4D1E-9D62-838DBF77570E}" srcOrd="1" destOrd="0" presId="urn:microsoft.com/office/officeart/2008/layout/LinedList"/>
    <dgm:cxn modelId="{D45A5F56-E8DE-45B9-AF5C-37FC838B286D}" type="presParOf" srcId="{AA817BFD-CFD8-4863-BA21-FE68B817CC3C}" destId="{4F138E20-5633-4DCC-BBC2-20DFBFC7868F}" srcOrd="2" destOrd="0" presId="urn:microsoft.com/office/officeart/2008/layout/LinedList"/>
    <dgm:cxn modelId="{96D52D68-D21D-4808-9F4C-BCD20391FD31}" type="presParOf" srcId="{162AB6D4-F395-4B55-9519-21B610CC0382}" destId="{2B79C5B5-7045-4C8A-A0D3-ED34D320DACE}" srcOrd="5" destOrd="0" presId="urn:microsoft.com/office/officeart/2008/layout/LinedList"/>
    <dgm:cxn modelId="{F5C070EA-BBC7-489B-9980-BDBCB0E53D5D}" type="presParOf" srcId="{162AB6D4-F395-4B55-9519-21B610CC0382}" destId="{8C3B0260-807F-409D-975C-EBFF816514C3}" srcOrd="6" destOrd="0" presId="urn:microsoft.com/office/officeart/2008/layout/LinedList"/>
    <dgm:cxn modelId="{D345D920-B080-495A-A15F-6393BEDCA881}" type="presParOf" srcId="{162AB6D4-F395-4B55-9519-21B610CC0382}" destId="{DCC37064-A6D2-4A55-A252-3829429045E5}" srcOrd="7" destOrd="0" presId="urn:microsoft.com/office/officeart/2008/layout/LinedList"/>
    <dgm:cxn modelId="{D72A54C8-F82A-4106-BD68-BCF28061FB00}" type="presParOf" srcId="{DCC37064-A6D2-4A55-A252-3829429045E5}" destId="{AF620EF4-9246-40B0-95DD-0F97FD557889}" srcOrd="0" destOrd="0" presId="urn:microsoft.com/office/officeart/2008/layout/LinedList"/>
    <dgm:cxn modelId="{CFDA06A4-C01D-4819-B08E-F176B3899D92}" type="presParOf" srcId="{DCC37064-A6D2-4A55-A252-3829429045E5}" destId="{821592CB-BF1E-40A4-88FF-532C668728A8}" srcOrd="1" destOrd="0" presId="urn:microsoft.com/office/officeart/2008/layout/LinedList"/>
    <dgm:cxn modelId="{63B74438-A3D1-4FD3-8A9C-026978749D78}" type="presParOf" srcId="{DCC37064-A6D2-4A55-A252-3829429045E5}" destId="{4A2BC687-FFD6-4EBF-9A58-5F5A5936D128}" srcOrd="2" destOrd="0" presId="urn:microsoft.com/office/officeart/2008/layout/LinedList"/>
    <dgm:cxn modelId="{B28E7E69-119F-458A-8080-6E38262F6C8C}" type="presParOf" srcId="{162AB6D4-F395-4B55-9519-21B610CC0382}" destId="{AFB2C275-AEA0-46EA-8FAC-DEEB17253C42}" srcOrd="8" destOrd="0" presId="urn:microsoft.com/office/officeart/2008/layout/LinedList"/>
    <dgm:cxn modelId="{DF505C22-FB09-45BD-9685-A2C78B462E1E}" type="presParOf" srcId="{162AB6D4-F395-4B55-9519-21B610CC0382}" destId="{B63F60B4-89E7-4E26-9559-C63693EDEACE}" srcOrd="9" destOrd="0" presId="urn:microsoft.com/office/officeart/2008/layout/LinedList"/>
    <dgm:cxn modelId="{4E024CB9-E36F-4BCA-813A-34CB85587958}" type="presParOf" srcId="{A4615577-DB07-0E46-BAD9-752076C1E8EB}" destId="{B2F277F3-7CF1-994E-B28A-0B3155C31199}" srcOrd="4" destOrd="0" presId="urn:microsoft.com/office/officeart/2008/layout/LinedList"/>
    <dgm:cxn modelId="{AED0E43F-0495-417B-85C5-88D30114AB36}" type="presParOf" srcId="{A4615577-DB07-0E46-BAD9-752076C1E8EB}" destId="{0C40495D-3188-9E48-A89E-F64BB2F461F5}" srcOrd="5" destOrd="0" presId="urn:microsoft.com/office/officeart/2008/layout/LinedList"/>
    <dgm:cxn modelId="{53F96C2E-D0D8-4D46-889A-ADA634777A20}" type="presParOf" srcId="{0C40495D-3188-9E48-A89E-F64BB2F461F5}" destId="{9891002C-403A-A043-B663-E6FEB51C2557}" srcOrd="0" destOrd="0" presId="urn:microsoft.com/office/officeart/2008/layout/LinedList"/>
    <dgm:cxn modelId="{EA4E14F4-3EB3-478E-8C49-85ED5593188D}" type="presParOf" srcId="{0C40495D-3188-9E48-A89E-F64BB2F461F5}" destId="{84783DB1-8E64-8549-92F0-B23833CEE8B0}" srcOrd="1" destOrd="0" presId="urn:microsoft.com/office/officeart/2008/layout/LinedList"/>
    <dgm:cxn modelId="{73E03D58-3FA5-406F-81C6-091FA82C1F62}" type="presParOf" srcId="{84783DB1-8E64-8549-92F0-B23833CEE8B0}" destId="{7639A2F8-0310-4BED-B4BD-EAB6A5C40B77}" srcOrd="0" destOrd="0" presId="urn:microsoft.com/office/officeart/2008/layout/LinedList"/>
    <dgm:cxn modelId="{C880D7DD-262D-4753-B79E-A196B844FC43}" type="presParOf" srcId="{84783DB1-8E64-8549-92F0-B23833CEE8B0}" destId="{6A69390F-9BF9-4ABA-8159-EAF93506C37D}" srcOrd="1" destOrd="0" presId="urn:microsoft.com/office/officeart/2008/layout/LinedList"/>
    <dgm:cxn modelId="{B2A43BE9-14C6-4016-8753-8EFF7E1E4E84}" type="presParOf" srcId="{6A69390F-9BF9-4ABA-8159-EAF93506C37D}" destId="{80389192-84FD-488B-A175-87A5FB0572BA}" srcOrd="0" destOrd="0" presId="urn:microsoft.com/office/officeart/2008/layout/LinedList"/>
    <dgm:cxn modelId="{0834A94D-A416-408C-BA6F-4D42C55AC2E6}" type="presParOf" srcId="{6A69390F-9BF9-4ABA-8159-EAF93506C37D}" destId="{CECABC1D-D0D2-4346-AB17-5BDF3AE0B320}" srcOrd="1" destOrd="0" presId="urn:microsoft.com/office/officeart/2008/layout/LinedList"/>
    <dgm:cxn modelId="{817DEC45-293F-4637-8068-CDDBC85A461A}" type="presParOf" srcId="{6A69390F-9BF9-4ABA-8159-EAF93506C37D}" destId="{C56FE37B-F98C-4D15-95CF-6DC56554B5B4}" srcOrd="2" destOrd="0" presId="urn:microsoft.com/office/officeart/2008/layout/LinedList"/>
    <dgm:cxn modelId="{A8A8C98B-9199-4531-849C-7D35D1241A02}" type="presParOf" srcId="{84783DB1-8E64-8549-92F0-B23833CEE8B0}" destId="{5D84D3DB-F553-4712-A813-E34BD39795E9}" srcOrd="2" destOrd="0" presId="urn:microsoft.com/office/officeart/2008/layout/LinedList"/>
    <dgm:cxn modelId="{19084DF4-EDB3-42A5-B3B8-E4E33EF86C33}" type="presParOf" srcId="{84783DB1-8E64-8549-92F0-B23833CEE8B0}" destId="{2128B8DA-3804-468D-B525-5F0093F85BA2}" srcOrd="3" destOrd="0" presId="urn:microsoft.com/office/officeart/2008/layout/LinedList"/>
    <dgm:cxn modelId="{F4828F95-5E30-46B3-ACBF-4B073E269755}" type="presParOf" srcId="{84783DB1-8E64-8549-92F0-B23833CEE8B0}" destId="{4F42B568-F39A-4181-8658-EC1C2143BBA0}" srcOrd="4" destOrd="0" presId="urn:microsoft.com/office/officeart/2008/layout/LinedList"/>
    <dgm:cxn modelId="{AC93CB9A-CBAD-49CA-88D2-4BBA6FAE402A}" type="presParOf" srcId="{4F42B568-F39A-4181-8658-EC1C2143BBA0}" destId="{4F8359BF-8C47-4A90-A343-AF5BDC5F9DE8}" srcOrd="0" destOrd="0" presId="urn:microsoft.com/office/officeart/2008/layout/LinedList"/>
    <dgm:cxn modelId="{F043FE03-9A1C-4B80-B02D-1B1C1733B5D2}" type="presParOf" srcId="{4F42B568-F39A-4181-8658-EC1C2143BBA0}" destId="{70B24025-E2C6-417F-99E1-3AE2064C772D}" srcOrd="1" destOrd="0" presId="urn:microsoft.com/office/officeart/2008/layout/LinedList"/>
    <dgm:cxn modelId="{28D9709D-7A4A-4529-A1C3-8F6FB144A7B6}" type="presParOf" srcId="{4F42B568-F39A-4181-8658-EC1C2143BBA0}" destId="{7CEB9B09-60D8-4882-A2D8-38EF68D5C19F}" srcOrd="2" destOrd="0" presId="urn:microsoft.com/office/officeart/2008/layout/LinedList"/>
    <dgm:cxn modelId="{EB5722C0-0F22-4167-8417-69D40CC559AC}" type="presParOf" srcId="{84783DB1-8E64-8549-92F0-B23833CEE8B0}" destId="{5E350EE4-2D6A-4A16-A0FE-9FACA9074727}" srcOrd="5" destOrd="0" presId="urn:microsoft.com/office/officeart/2008/layout/LinedList"/>
    <dgm:cxn modelId="{7898E835-9B73-4BA7-B0EE-207EAB438282}" type="presParOf" srcId="{84783DB1-8E64-8549-92F0-B23833CEE8B0}" destId="{9BB5AFB5-07F7-4132-85A2-44E6D0516C88}" srcOrd="6" destOrd="0" presId="urn:microsoft.com/office/officeart/2008/layout/LinedList"/>
    <dgm:cxn modelId="{5D4EC545-C060-4BC0-A075-C67780CF3CBF}" type="presParOf" srcId="{84783DB1-8E64-8549-92F0-B23833CEE8B0}" destId="{00451E5C-D19E-4AC4-8C6F-60950BA475F2}" srcOrd="7" destOrd="0" presId="urn:microsoft.com/office/officeart/2008/layout/LinedList"/>
    <dgm:cxn modelId="{9080E42D-2F33-487C-9933-FF654C218752}" type="presParOf" srcId="{00451E5C-D19E-4AC4-8C6F-60950BA475F2}" destId="{3C367370-E70B-40CC-9DCF-3FC0C33EDE1B}" srcOrd="0" destOrd="0" presId="urn:microsoft.com/office/officeart/2008/layout/LinedList"/>
    <dgm:cxn modelId="{AC5F2A03-B70F-40BB-8364-515A024A00EA}" type="presParOf" srcId="{00451E5C-D19E-4AC4-8C6F-60950BA475F2}" destId="{EDBBCE88-88E0-4C06-BA01-B4EFB6C685E1}" srcOrd="1" destOrd="0" presId="urn:microsoft.com/office/officeart/2008/layout/LinedList"/>
    <dgm:cxn modelId="{15B4D7AF-4968-4DC7-9CCA-B804EDF78EA9}" type="presParOf" srcId="{00451E5C-D19E-4AC4-8C6F-60950BA475F2}" destId="{5EA7847F-7A65-4DE6-AFB0-0784772E4EA1}" srcOrd="2" destOrd="0" presId="urn:microsoft.com/office/officeart/2008/layout/LinedList"/>
    <dgm:cxn modelId="{DFB7B6A0-926C-43DF-B866-A926D7B52815}" type="presParOf" srcId="{84783DB1-8E64-8549-92F0-B23833CEE8B0}" destId="{22FFB06E-FF71-449B-9AA1-BDA4A6D85DF8}" srcOrd="8" destOrd="0" presId="urn:microsoft.com/office/officeart/2008/layout/LinedList"/>
    <dgm:cxn modelId="{B3970962-937F-46FE-BBF7-4B1B71FE64A9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7729D2EE-F3F5-4947-BAD3-F992910D4A8A}" type="pres">
      <dgm:prSet presAssocID="{FFEA7316-2CA0-472C-9B2F-C313AAC60F85}" presName="sibTransFirstNode" presStyleLbl="bgShp" presStyleIdx="0" presStyleCnt="1"/>
      <dgm:spPr/>
      <dgm:t>
        <a:bodyPr/>
        <a:lstStyle/>
        <a:p>
          <a:endParaRPr lang="es-ES"/>
        </a:p>
      </dgm:t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778A45DE-67B2-46C9-A78A-DE2FF4CBA567}" type="presOf" srcId="{EA05A323-1CD6-E844-BD1C-19A2225C0340}" destId="{821592CB-BF1E-40A4-88FF-532C668728A8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A81BA15A-E644-4C61-9A09-91358686FA9B}" type="presOf" srcId="{C067AB59-C7C5-C74B-8B60-2FA743781E39}" destId="{CECABC1D-D0D2-4346-AB17-5BDF3AE0B320}" srcOrd="0" destOrd="0" presId="urn:microsoft.com/office/officeart/2008/layout/LinedList"/>
    <dgm:cxn modelId="{75E74EE1-BA3C-4906-AFC5-258FB0FE1282}" type="presOf" srcId="{D206AD7D-6FCF-BA4A-A881-D49C0A782FC3}" destId="{70B24025-E2C6-417F-99E1-3AE2064C772D}" srcOrd="0" destOrd="0" presId="urn:microsoft.com/office/officeart/2008/layout/LinedList"/>
    <dgm:cxn modelId="{DF768CF3-A6EE-478D-8585-BFDEDF664594}" type="presOf" srcId="{5B536FDF-F2F3-4D05-AF9A-89E79C92380B}" destId="{EDBBCE88-88E0-4C06-BA01-B4EFB6C685E1}" srcOrd="0" destOrd="0" presId="urn:microsoft.com/office/officeart/2008/layout/LinedList"/>
    <dgm:cxn modelId="{6A9D4C25-E669-48D1-AD8A-B3CD188E35C7}" type="presOf" srcId="{C3CE8D9A-2F5F-E04C-AF81-B61DA3187B58}" destId="{A4615577-DB07-0E46-BAD9-752076C1E8EB}" srcOrd="0" destOrd="0" presId="urn:microsoft.com/office/officeart/2008/layout/LinedList"/>
    <dgm:cxn modelId="{1D48B55D-F20B-4BA4-BFC2-295079C7C6E6}" type="presOf" srcId="{9C0C5B6B-88B0-0644-95CC-DA013289C236}" destId="{520D1D2C-1114-41BF-8F7E-61F71B01A781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1A03901E-429B-479B-A201-7380A19C40A2}" type="presOf" srcId="{4D7DCE72-F1C7-3648-B096-B3BF2FA1BA56}" destId="{F1E3A902-B27E-4D1E-9D62-838DBF77570E}" srcOrd="0" destOrd="0" presId="urn:microsoft.com/office/officeart/2008/layout/LinedList"/>
    <dgm:cxn modelId="{B6A3830F-B251-4C4B-A3FD-3C330963F53A}" type="presOf" srcId="{D1D10F65-8C36-4800-AD9D-4A75930380A4}" destId="{792A15AE-68CB-4B5E-A488-D8B2430819E0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745EE4D6-47CB-4672-B802-7D9D81191871}" type="presOf" srcId="{2D50EED0-437B-1441-8B3B-81295EA238A9}" destId="{0FAAA673-A6AE-2E48-9396-AEC5BB305A0E}" srcOrd="0" destOrd="0" presId="urn:microsoft.com/office/officeart/2008/layout/LinedList"/>
    <dgm:cxn modelId="{1038F16C-049F-4F8B-815E-AD92D66179DB}" type="presOf" srcId="{A00DC1EC-B999-A640-8654-4E50ABDDE020}" destId="{9891002C-403A-A043-B663-E6FEB51C2557}" srcOrd="0" destOrd="0" presId="urn:microsoft.com/office/officeart/2008/layout/LinedList"/>
    <dgm:cxn modelId="{6DD2DF68-345B-4C56-830C-3EC67A3457EA}" type="presParOf" srcId="{A4615577-DB07-0E46-BAD9-752076C1E8EB}" destId="{A70494F9-BBC6-9B4D-ABE0-28B7062A7EEA}" srcOrd="0" destOrd="0" presId="urn:microsoft.com/office/officeart/2008/layout/LinedList"/>
    <dgm:cxn modelId="{5A831766-4AA1-4358-B517-25D5DC022EB1}" type="presParOf" srcId="{A4615577-DB07-0E46-BAD9-752076C1E8EB}" destId="{4DE94855-2BF1-EB40-B090-FE0F9B4B301E}" srcOrd="1" destOrd="0" presId="urn:microsoft.com/office/officeart/2008/layout/LinedList"/>
    <dgm:cxn modelId="{12F57639-8045-47B9-93EA-B9C0C78569A2}" type="presParOf" srcId="{4DE94855-2BF1-EB40-B090-FE0F9B4B301E}" destId="{0FAAA673-A6AE-2E48-9396-AEC5BB305A0E}" srcOrd="0" destOrd="0" presId="urn:microsoft.com/office/officeart/2008/layout/LinedList"/>
    <dgm:cxn modelId="{5B39E163-EF49-4904-8817-51D9704C4372}" type="presParOf" srcId="{4DE94855-2BF1-EB40-B090-FE0F9B4B301E}" destId="{4D92E349-5F1C-414C-955E-416A7CFBF9E9}" srcOrd="1" destOrd="0" presId="urn:microsoft.com/office/officeart/2008/layout/LinedList"/>
    <dgm:cxn modelId="{990CE106-779B-40BA-B5EB-45B0BA9486BE}" type="presParOf" srcId="{A4615577-DB07-0E46-BAD9-752076C1E8EB}" destId="{4324E71C-51E4-4FFA-9638-472734009553}" srcOrd="2" destOrd="0" presId="urn:microsoft.com/office/officeart/2008/layout/LinedList"/>
    <dgm:cxn modelId="{834C13AE-B4D4-4C32-BBD6-A9053BBB76E9}" type="presParOf" srcId="{A4615577-DB07-0E46-BAD9-752076C1E8EB}" destId="{35D4AF3C-4879-491B-8004-F3B88F6D9FB5}" srcOrd="3" destOrd="0" presId="urn:microsoft.com/office/officeart/2008/layout/LinedList"/>
    <dgm:cxn modelId="{234B63F0-0776-4269-8BE2-1B2E55881637}" type="presParOf" srcId="{35D4AF3C-4879-491B-8004-F3B88F6D9FB5}" destId="{792A15AE-68CB-4B5E-A488-D8B2430819E0}" srcOrd="0" destOrd="0" presId="urn:microsoft.com/office/officeart/2008/layout/LinedList"/>
    <dgm:cxn modelId="{7B4B9DBC-BC28-4BD6-96D1-95413F6C8FF7}" type="presParOf" srcId="{35D4AF3C-4879-491B-8004-F3B88F6D9FB5}" destId="{162AB6D4-F395-4B55-9519-21B610CC0382}" srcOrd="1" destOrd="0" presId="urn:microsoft.com/office/officeart/2008/layout/LinedList"/>
    <dgm:cxn modelId="{5E8DB904-629F-46D7-9BEE-FB6593C9AAFD}" type="presParOf" srcId="{162AB6D4-F395-4B55-9519-21B610CC0382}" destId="{412C8F4B-57E8-4EE2-95F4-7EAB16DF68B6}" srcOrd="0" destOrd="0" presId="urn:microsoft.com/office/officeart/2008/layout/LinedList"/>
    <dgm:cxn modelId="{475EC143-F102-4B58-A7A3-364794794235}" type="presParOf" srcId="{162AB6D4-F395-4B55-9519-21B610CC0382}" destId="{706ACAA7-2B5D-4D39-81AB-5DAABC04EC1D}" srcOrd="1" destOrd="0" presId="urn:microsoft.com/office/officeart/2008/layout/LinedList"/>
    <dgm:cxn modelId="{E0A01BDE-AB73-4F50-B8FD-6885C0C8F6A8}" type="presParOf" srcId="{706ACAA7-2B5D-4D39-81AB-5DAABC04EC1D}" destId="{3456CDB8-701B-42F1-87C2-C295CD1E48EE}" srcOrd="0" destOrd="0" presId="urn:microsoft.com/office/officeart/2008/layout/LinedList"/>
    <dgm:cxn modelId="{D4911914-906C-423B-8925-C696C5BD2481}" type="presParOf" srcId="{706ACAA7-2B5D-4D39-81AB-5DAABC04EC1D}" destId="{520D1D2C-1114-41BF-8F7E-61F71B01A781}" srcOrd="1" destOrd="0" presId="urn:microsoft.com/office/officeart/2008/layout/LinedList"/>
    <dgm:cxn modelId="{E89F0A90-A120-450A-808D-6693459E5354}" type="presParOf" srcId="{706ACAA7-2B5D-4D39-81AB-5DAABC04EC1D}" destId="{D6DDDC7E-F1A5-4153-9143-0972F5C1698F}" srcOrd="2" destOrd="0" presId="urn:microsoft.com/office/officeart/2008/layout/LinedList"/>
    <dgm:cxn modelId="{EFD2A711-5678-432C-917A-C2BE246BDBE7}" type="presParOf" srcId="{162AB6D4-F395-4B55-9519-21B610CC0382}" destId="{0A0EB41C-54BD-4DBD-AE20-1F9966450DC3}" srcOrd="2" destOrd="0" presId="urn:microsoft.com/office/officeart/2008/layout/LinedList"/>
    <dgm:cxn modelId="{5873417F-1FC3-4632-85E1-38EE47AE2120}" type="presParOf" srcId="{162AB6D4-F395-4B55-9519-21B610CC0382}" destId="{BD1DC2FA-97F1-47D7-B64D-204FB692D739}" srcOrd="3" destOrd="0" presId="urn:microsoft.com/office/officeart/2008/layout/LinedList"/>
    <dgm:cxn modelId="{1EAB2C59-C37B-4C22-9510-34F1E442D5B5}" type="presParOf" srcId="{162AB6D4-F395-4B55-9519-21B610CC0382}" destId="{AA817BFD-CFD8-4863-BA21-FE68B817CC3C}" srcOrd="4" destOrd="0" presId="urn:microsoft.com/office/officeart/2008/layout/LinedList"/>
    <dgm:cxn modelId="{28C818D9-23DE-478D-97AD-638DF4CF3ED9}" type="presParOf" srcId="{AA817BFD-CFD8-4863-BA21-FE68B817CC3C}" destId="{BD57D683-A942-4221-A2F2-BB0CF711AC57}" srcOrd="0" destOrd="0" presId="urn:microsoft.com/office/officeart/2008/layout/LinedList"/>
    <dgm:cxn modelId="{7F4A731B-5B5D-4BD6-B7DF-A2B511F736AB}" type="presParOf" srcId="{AA817BFD-CFD8-4863-BA21-FE68B817CC3C}" destId="{F1E3A902-B27E-4D1E-9D62-838DBF77570E}" srcOrd="1" destOrd="0" presId="urn:microsoft.com/office/officeart/2008/layout/LinedList"/>
    <dgm:cxn modelId="{E4C5BD03-9330-4594-9B99-36046BEC7D48}" type="presParOf" srcId="{AA817BFD-CFD8-4863-BA21-FE68B817CC3C}" destId="{4F138E20-5633-4DCC-BBC2-20DFBFC7868F}" srcOrd="2" destOrd="0" presId="urn:microsoft.com/office/officeart/2008/layout/LinedList"/>
    <dgm:cxn modelId="{66DCC6ED-6C48-4BB9-A845-0F883DE97329}" type="presParOf" srcId="{162AB6D4-F395-4B55-9519-21B610CC0382}" destId="{2B79C5B5-7045-4C8A-A0D3-ED34D320DACE}" srcOrd="5" destOrd="0" presId="urn:microsoft.com/office/officeart/2008/layout/LinedList"/>
    <dgm:cxn modelId="{A6F89DF8-B2A1-4351-9A91-DAE74EE0BC68}" type="presParOf" srcId="{162AB6D4-F395-4B55-9519-21B610CC0382}" destId="{8C3B0260-807F-409D-975C-EBFF816514C3}" srcOrd="6" destOrd="0" presId="urn:microsoft.com/office/officeart/2008/layout/LinedList"/>
    <dgm:cxn modelId="{9F21EB6A-10F8-43D3-B7F0-649F9327B380}" type="presParOf" srcId="{162AB6D4-F395-4B55-9519-21B610CC0382}" destId="{DCC37064-A6D2-4A55-A252-3829429045E5}" srcOrd="7" destOrd="0" presId="urn:microsoft.com/office/officeart/2008/layout/LinedList"/>
    <dgm:cxn modelId="{4B187DD6-E48A-494C-83B2-6EB6434F536A}" type="presParOf" srcId="{DCC37064-A6D2-4A55-A252-3829429045E5}" destId="{AF620EF4-9246-40B0-95DD-0F97FD557889}" srcOrd="0" destOrd="0" presId="urn:microsoft.com/office/officeart/2008/layout/LinedList"/>
    <dgm:cxn modelId="{D95766D3-74FD-431F-A32D-F6109DDFE1F4}" type="presParOf" srcId="{DCC37064-A6D2-4A55-A252-3829429045E5}" destId="{821592CB-BF1E-40A4-88FF-532C668728A8}" srcOrd="1" destOrd="0" presId="urn:microsoft.com/office/officeart/2008/layout/LinedList"/>
    <dgm:cxn modelId="{E87A22AA-D575-46D3-B11A-7BF567EFBCDF}" type="presParOf" srcId="{DCC37064-A6D2-4A55-A252-3829429045E5}" destId="{4A2BC687-FFD6-4EBF-9A58-5F5A5936D128}" srcOrd="2" destOrd="0" presId="urn:microsoft.com/office/officeart/2008/layout/LinedList"/>
    <dgm:cxn modelId="{D1890445-939C-4284-978D-443628C2A831}" type="presParOf" srcId="{162AB6D4-F395-4B55-9519-21B610CC0382}" destId="{AFB2C275-AEA0-46EA-8FAC-DEEB17253C42}" srcOrd="8" destOrd="0" presId="urn:microsoft.com/office/officeart/2008/layout/LinedList"/>
    <dgm:cxn modelId="{D290B91F-12D8-4C90-88BE-6F3CEEBF0639}" type="presParOf" srcId="{162AB6D4-F395-4B55-9519-21B610CC0382}" destId="{B63F60B4-89E7-4E26-9559-C63693EDEACE}" srcOrd="9" destOrd="0" presId="urn:microsoft.com/office/officeart/2008/layout/LinedList"/>
    <dgm:cxn modelId="{66F451B5-7635-4227-89EF-C82EF69C5799}" type="presParOf" srcId="{A4615577-DB07-0E46-BAD9-752076C1E8EB}" destId="{B2F277F3-7CF1-994E-B28A-0B3155C31199}" srcOrd="4" destOrd="0" presId="urn:microsoft.com/office/officeart/2008/layout/LinedList"/>
    <dgm:cxn modelId="{C7D513C5-A9AD-4194-8BB5-285BD81E2DDD}" type="presParOf" srcId="{A4615577-DB07-0E46-BAD9-752076C1E8EB}" destId="{0C40495D-3188-9E48-A89E-F64BB2F461F5}" srcOrd="5" destOrd="0" presId="urn:microsoft.com/office/officeart/2008/layout/LinedList"/>
    <dgm:cxn modelId="{6AC7DD93-B175-4ED0-ADB1-EB49248E8346}" type="presParOf" srcId="{0C40495D-3188-9E48-A89E-F64BB2F461F5}" destId="{9891002C-403A-A043-B663-E6FEB51C2557}" srcOrd="0" destOrd="0" presId="urn:microsoft.com/office/officeart/2008/layout/LinedList"/>
    <dgm:cxn modelId="{9FF3CB16-C26F-4C83-A9B3-E8F52B426D4C}" type="presParOf" srcId="{0C40495D-3188-9E48-A89E-F64BB2F461F5}" destId="{84783DB1-8E64-8549-92F0-B23833CEE8B0}" srcOrd="1" destOrd="0" presId="urn:microsoft.com/office/officeart/2008/layout/LinedList"/>
    <dgm:cxn modelId="{CD9C3C07-E087-4BC4-9ED4-B588631054CF}" type="presParOf" srcId="{84783DB1-8E64-8549-92F0-B23833CEE8B0}" destId="{7639A2F8-0310-4BED-B4BD-EAB6A5C40B77}" srcOrd="0" destOrd="0" presId="urn:microsoft.com/office/officeart/2008/layout/LinedList"/>
    <dgm:cxn modelId="{2822677F-430B-4B60-BFEC-A439EB967267}" type="presParOf" srcId="{84783DB1-8E64-8549-92F0-B23833CEE8B0}" destId="{6A69390F-9BF9-4ABA-8159-EAF93506C37D}" srcOrd="1" destOrd="0" presId="urn:microsoft.com/office/officeart/2008/layout/LinedList"/>
    <dgm:cxn modelId="{23F1648A-76B0-479D-A5AC-653AE704914E}" type="presParOf" srcId="{6A69390F-9BF9-4ABA-8159-EAF93506C37D}" destId="{80389192-84FD-488B-A175-87A5FB0572BA}" srcOrd="0" destOrd="0" presId="urn:microsoft.com/office/officeart/2008/layout/LinedList"/>
    <dgm:cxn modelId="{A667D0A4-9C71-4177-B21A-C791C11BDC5D}" type="presParOf" srcId="{6A69390F-9BF9-4ABA-8159-EAF93506C37D}" destId="{CECABC1D-D0D2-4346-AB17-5BDF3AE0B320}" srcOrd="1" destOrd="0" presId="urn:microsoft.com/office/officeart/2008/layout/LinedList"/>
    <dgm:cxn modelId="{8CA5BC63-F876-4626-BC1C-934ADD1BF757}" type="presParOf" srcId="{6A69390F-9BF9-4ABA-8159-EAF93506C37D}" destId="{C56FE37B-F98C-4D15-95CF-6DC56554B5B4}" srcOrd="2" destOrd="0" presId="urn:microsoft.com/office/officeart/2008/layout/LinedList"/>
    <dgm:cxn modelId="{9CFB6DD5-9454-472D-93D8-797981453630}" type="presParOf" srcId="{84783DB1-8E64-8549-92F0-B23833CEE8B0}" destId="{5D84D3DB-F553-4712-A813-E34BD39795E9}" srcOrd="2" destOrd="0" presId="urn:microsoft.com/office/officeart/2008/layout/LinedList"/>
    <dgm:cxn modelId="{18651203-99A8-4C0F-92E0-940F181279F3}" type="presParOf" srcId="{84783DB1-8E64-8549-92F0-B23833CEE8B0}" destId="{2128B8DA-3804-468D-B525-5F0093F85BA2}" srcOrd="3" destOrd="0" presId="urn:microsoft.com/office/officeart/2008/layout/LinedList"/>
    <dgm:cxn modelId="{2D22D595-ABEC-44EA-A5E5-4418832C259E}" type="presParOf" srcId="{84783DB1-8E64-8549-92F0-B23833CEE8B0}" destId="{4F42B568-F39A-4181-8658-EC1C2143BBA0}" srcOrd="4" destOrd="0" presId="urn:microsoft.com/office/officeart/2008/layout/LinedList"/>
    <dgm:cxn modelId="{4A40C7AA-7EB1-47BE-8524-FCC8C7A02F73}" type="presParOf" srcId="{4F42B568-F39A-4181-8658-EC1C2143BBA0}" destId="{4F8359BF-8C47-4A90-A343-AF5BDC5F9DE8}" srcOrd="0" destOrd="0" presId="urn:microsoft.com/office/officeart/2008/layout/LinedList"/>
    <dgm:cxn modelId="{A9141C44-39F3-43F8-B404-7D140FE00710}" type="presParOf" srcId="{4F42B568-F39A-4181-8658-EC1C2143BBA0}" destId="{70B24025-E2C6-417F-99E1-3AE2064C772D}" srcOrd="1" destOrd="0" presId="urn:microsoft.com/office/officeart/2008/layout/LinedList"/>
    <dgm:cxn modelId="{63543622-D233-484D-A98E-9A97AD227758}" type="presParOf" srcId="{4F42B568-F39A-4181-8658-EC1C2143BBA0}" destId="{7CEB9B09-60D8-4882-A2D8-38EF68D5C19F}" srcOrd="2" destOrd="0" presId="urn:microsoft.com/office/officeart/2008/layout/LinedList"/>
    <dgm:cxn modelId="{CF5BF964-EE90-4352-8DBF-4CC6AC96EA1C}" type="presParOf" srcId="{84783DB1-8E64-8549-92F0-B23833CEE8B0}" destId="{5E350EE4-2D6A-4A16-A0FE-9FACA9074727}" srcOrd="5" destOrd="0" presId="urn:microsoft.com/office/officeart/2008/layout/LinedList"/>
    <dgm:cxn modelId="{EE0B1B60-B3D6-460D-89CA-3C721154A811}" type="presParOf" srcId="{84783DB1-8E64-8549-92F0-B23833CEE8B0}" destId="{9BB5AFB5-07F7-4132-85A2-44E6D0516C88}" srcOrd="6" destOrd="0" presId="urn:microsoft.com/office/officeart/2008/layout/LinedList"/>
    <dgm:cxn modelId="{F96A1A67-6811-4C0C-820C-70A6E72DB491}" type="presParOf" srcId="{84783DB1-8E64-8549-92F0-B23833CEE8B0}" destId="{00451E5C-D19E-4AC4-8C6F-60950BA475F2}" srcOrd="7" destOrd="0" presId="urn:microsoft.com/office/officeart/2008/layout/LinedList"/>
    <dgm:cxn modelId="{AF06713F-5601-4BB4-882A-945D81B3E1CD}" type="presParOf" srcId="{00451E5C-D19E-4AC4-8C6F-60950BA475F2}" destId="{3C367370-E70B-40CC-9DCF-3FC0C33EDE1B}" srcOrd="0" destOrd="0" presId="urn:microsoft.com/office/officeart/2008/layout/LinedList"/>
    <dgm:cxn modelId="{09D98A0B-6C0C-4E87-A642-804AE1E944E1}" type="presParOf" srcId="{00451E5C-D19E-4AC4-8C6F-60950BA475F2}" destId="{EDBBCE88-88E0-4C06-BA01-B4EFB6C685E1}" srcOrd="1" destOrd="0" presId="urn:microsoft.com/office/officeart/2008/layout/LinedList"/>
    <dgm:cxn modelId="{EE57ED36-5FF5-4051-9CDA-89B1D6AF4B72}" type="presParOf" srcId="{00451E5C-D19E-4AC4-8C6F-60950BA475F2}" destId="{5EA7847F-7A65-4DE6-AFB0-0784772E4EA1}" srcOrd="2" destOrd="0" presId="urn:microsoft.com/office/officeart/2008/layout/LinedList"/>
    <dgm:cxn modelId="{FD11BF66-DBC6-4937-822D-5E3BF7B003FA}" type="presParOf" srcId="{84783DB1-8E64-8549-92F0-B23833CEE8B0}" destId="{22FFB06E-FF71-449B-9AA1-BDA4A6D85DF8}" srcOrd="8" destOrd="0" presId="urn:microsoft.com/office/officeart/2008/layout/LinedList"/>
    <dgm:cxn modelId="{5A60BB85-CE16-4511-A8E9-71C0AE6C0E20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FC6D5F32-DEC8-4DC6-8440-0CAB819C4C39}" type="presOf" srcId="{C3CE8D9A-2F5F-E04C-AF81-B61DA3187B58}" destId="{A4615577-DB07-0E46-BAD9-752076C1E8EB}" srcOrd="0" destOrd="0" presId="urn:microsoft.com/office/officeart/2008/layout/LinedList"/>
    <dgm:cxn modelId="{B1402E1C-3C1D-422F-9F89-6E1640D7842D}" type="presOf" srcId="{A00DC1EC-B999-A640-8654-4E50ABDDE020}" destId="{9891002C-403A-A043-B663-E6FEB51C2557}" srcOrd="0" destOrd="0" presId="urn:microsoft.com/office/officeart/2008/layout/LinedList"/>
    <dgm:cxn modelId="{120EB244-851B-4154-AD50-134A6BEA7F07}" type="presOf" srcId="{D1D10F65-8C36-4800-AD9D-4A75930380A4}" destId="{792A15AE-68CB-4B5E-A488-D8B2430819E0}" srcOrd="0" destOrd="0" presId="urn:microsoft.com/office/officeart/2008/layout/LinedList"/>
    <dgm:cxn modelId="{793D3C0E-4C11-4499-ACA8-AE3B852761F1}" type="presOf" srcId="{9C0C5B6B-88B0-0644-95CC-DA013289C236}" destId="{520D1D2C-1114-41BF-8F7E-61F71B01A781}" srcOrd="0" destOrd="0" presId="urn:microsoft.com/office/officeart/2008/layout/LinedList"/>
    <dgm:cxn modelId="{4E92B993-09E6-4AA2-96A2-066BEBAAA27C}" type="presOf" srcId="{EA05A323-1CD6-E844-BD1C-19A2225C0340}" destId="{821592CB-BF1E-40A4-88FF-532C668728A8}" srcOrd="0" destOrd="0" presId="urn:microsoft.com/office/officeart/2008/layout/LinedList"/>
    <dgm:cxn modelId="{CFA5E2EF-712E-4CDE-919F-CAB5795DD7A6}" type="presOf" srcId="{C067AB59-C7C5-C74B-8B60-2FA743781E39}" destId="{CECABC1D-D0D2-4346-AB17-5BDF3AE0B320}" srcOrd="0" destOrd="0" presId="urn:microsoft.com/office/officeart/2008/layout/LinedList"/>
    <dgm:cxn modelId="{F99C775C-0A6D-44E3-BC0D-AF75356AEE67}" type="presOf" srcId="{2D50EED0-437B-1441-8B3B-81295EA238A9}" destId="{0FAAA673-A6AE-2E48-9396-AEC5BB305A0E}" srcOrd="0" destOrd="0" presId="urn:microsoft.com/office/officeart/2008/layout/LinedList"/>
    <dgm:cxn modelId="{9D4A50C0-8288-4A86-8B3D-562E9A25B974}" type="presOf" srcId="{5B536FDF-F2F3-4D05-AF9A-89E79C92380B}" destId="{EDBBCE88-88E0-4C06-BA01-B4EFB6C685E1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3CD190BB-1D01-43B7-8D7C-D42737B6EE68}" type="presOf" srcId="{4D7DCE72-F1C7-3648-B096-B3BF2FA1BA56}" destId="{F1E3A902-B27E-4D1E-9D62-838DBF77570E}" srcOrd="0" destOrd="0" presId="urn:microsoft.com/office/officeart/2008/layout/LinedList"/>
    <dgm:cxn modelId="{69F0068D-3B67-4B56-82B3-B8E3765D2817}" type="presOf" srcId="{D206AD7D-6FCF-BA4A-A881-D49C0A782FC3}" destId="{70B24025-E2C6-417F-99E1-3AE2064C772D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E5307253-D13D-4B71-98B8-9829244065EE}" type="presParOf" srcId="{A4615577-DB07-0E46-BAD9-752076C1E8EB}" destId="{A70494F9-BBC6-9B4D-ABE0-28B7062A7EEA}" srcOrd="0" destOrd="0" presId="urn:microsoft.com/office/officeart/2008/layout/LinedList"/>
    <dgm:cxn modelId="{F5EACC13-963F-412B-A562-50EF9193BDA6}" type="presParOf" srcId="{A4615577-DB07-0E46-BAD9-752076C1E8EB}" destId="{4DE94855-2BF1-EB40-B090-FE0F9B4B301E}" srcOrd="1" destOrd="0" presId="urn:microsoft.com/office/officeart/2008/layout/LinedList"/>
    <dgm:cxn modelId="{68D73BDE-2368-423C-84B2-BD8C6AE8EF36}" type="presParOf" srcId="{4DE94855-2BF1-EB40-B090-FE0F9B4B301E}" destId="{0FAAA673-A6AE-2E48-9396-AEC5BB305A0E}" srcOrd="0" destOrd="0" presId="urn:microsoft.com/office/officeart/2008/layout/LinedList"/>
    <dgm:cxn modelId="{30D42853-9542-48BB-82E5-447D7A6D0895}" type="presParOf" srcId="{4DE94855-2BF1-EB40-B090-FE0F9B4B301E}" destId="{4D92E349-5F1C-414C-955E-416A7CFBF9E9}" srcOrd="1" destOrd="0" presId="urn:microsoft.com/office/officeart/2008/layout/LinedList"/>
    <dgm:cxn modelId="{D9F377AD-AFBD-4CC5-AF2B-561DC2369C0F}" type="presParOf" srcId="{A4615577-DB07-0E46-BAD9-752076C1E8EB}" destId="{4324E71C-51E4-4FFA-9638-472734009553}" srcOrd="2" destOrd="0" presId="urn:microsoft.com/office/officeart/2008/layout/LinedList"/>
    <dgm:cxn modelId="{409F872F-0849-4B40-A857-7A35D213553B}" type="presParOf" srcId="{A4615577-DB07-0E46-BAD9-752076C1E8EB}" destId="{35D4AF3C-4879-491B-8004-F3B88F6D9FB5}" srcOrd="3" destOrd="0" presId="urn:microsoft.com/office/officeart/2008/layout/LinedList"/>
    <dgm:cxn modelId="{8DEE0DB2-43E4-4701-B37F-47602EF003A9}" type="presParOf" srcId="{35D4AF3C-4879-491B-8004-F3B88F6D9FB5}" destId="{792A15AE-68CB-4B5E-A488-D8B2430819E0}" srcOrd="0" destOrd="0" presId="urn:microsoft.com/office/officeart/2008/layout/LinedList"/>
    <dgm:cxn modelId="{B32274ED-187E-4C8A-8B86-1F041949B57F}" type="presParOf" srcId="{35D4AF3C-4879-491B-8004-F3B88F6D9FB5}" destId="{162AB6D4-F395-4B55-9519-21B610CC0382}" srcOrd="1" destOrd="0" presId="urn:microsoft.com/office/officeart/2008/layout/LinedList"/>
    <dgm:cxn modelId="{9B4854A0-E373-4F20-98FF-9ED4A5EB5AF5}" type="presParOf" srcId="{162AB6D4-F395-4B55-9519-21B610CC0382}" destId="{412C8F4B-57E8-4EE2-95F4-7EAB16DF68B6}" srcOrd="0" destOrd="0" presId="urn:microsoft.com/office/officeart/2008/layout/LinedList"/>
    <dgm:cxn modelId="{0144666D-3CD1-4976-9A2A-5D04002F7AC9}" type="presParOf" srcId="{162AB6D4-F395-4B55-9519-21B610CC0382}" destId="{706ACAA7-2B5D-4D39-81AB-5DAABC04EC1D}" srcOrd="1" destOrd="0" presId="urn:microsoft.com/office/officeart/2008/layout/LinedList"/>
    <dgm:cxn modelId="{B384E764-1390-4A13-AA66-BD08649ABD88}" type="presParOf" srcId="{706ACAA7-2B5D-4D39-81AB-5DAABC04EC1D}" destId="{3456CDB8-701B-42F1-87C2-C295CD1E48EE}" srcOrd="0" destOrd="0" presId="urn:microsoft.com/office/officeart/2008/layout/LinedList"/>
    <dgm:cxn modelId="{6D94EA64-5E8E-4F88-AA83-714AA3152B9E}" type="presParOf" srcId="{706ACAA7-2B5D-4D39-81AB-5DAABC04EC1D}" destId="{520D1D2C-1114-41BF-8F7E-61F71B01A781}" srcOrd="1" destOrd="0" presId="urn:microsoft.com/office/officeart/2008/layout/LinedList"/>
    <dgm:cxn modelId="{83AAA2B4-ECE8-4D7F-A78E-86D94744DC0E}" type="presParOf" srcId="{706ACAA7-2B5D-4D39-81AB-5DAABC04EC1D}" destId="{D6DDDC7E-F1A5-4153-9143-0972F5C1698F}" srcOrd="2" destOrd="0" presId="urn:microsoft.com/office/officeart/2008/layout/LinedList"/>
    <dgm:cxn modelId="{1F233347-DC93-49F4-8E44-F8F050EF0B61}" type="presParOf" srcId="{162AB6D4-F395-4B55-9519-21B610CC0382}" destId="{0A0EB41C-54BD-4DBD-AE20-1F9966450DC3}" srcOrd="2" destOrd="0" presId="urn:microsoft.com/office/officeart/2008/layout/LinedList"/>
    <dgm:cxn modelId="{DFD5EAD8-F83D-434C-A6A5-123518EC0B63}" type="presParOf" srcId="{162AB6D4-F395-4B55-9519-21B610CC0382}" destId="{BD1DC2FA-97F1-47D7-B64D-204FB692D739}" srcOrd="3" destOrd="0" presId="urn:microsoft.com/office/officeart/2008/layout/LinedList"/>
    <dgm:cxn modelId="{CD6D4808-E1A9-470C-9A44-3F002C5E89DA}" type="presParOf" srcId="{162AB6D4-F395-4B55-9519-21B610CC0382}" destId="{AA817BFD-CFD8-4863-BA21-FE68B817CC3C}" srcOrd="4" destOrd="0" presId="urn:microsoft.com/office/officeart/2008/layout/LinedList"/>
    <dgm:cxn modelId="{F26D45EA-1F9E-4F6F-8FED-D44FAA8C742B}" type="presParOf" srcId="{AA817BFD-CFD8-4863-BA21-FE68B817CC3C}" destId="{BD57D683-A942-4221-A2F2-BB0CF711AC57}" srcOrd="0" destOrd="0" presId="urn:microsoft.com/office/officeart/2008/layout/LinedList"/>
    <dgm:cxn modelId="{BBA25104-CA99-42A1-A267-3FD7E76BF753}" type="presParOf" srcId="{AA817BFD-CFD8-4863-BA21-FE68B817CC3C}" destId="{F1E3A902-B27E-4D1E-9D62-838DBF77570E}" srcOrd="1" destOrd="0" presId="urn:microsoft.com/office/officeart/2008/layout/LinedList"/>
    <dgm:cxn modelId="{C8A02C4C-F1B3-47D3-A2CD-F4ADCBDDA86C}" type="presParOf" srcId="{AA817BFD-CFD8-4863-BA21-FE68B817CC3C}" destId="{4F138E20-5633-4DCC-BBC2-20DFBFC7868F}" srcOrd="2" destOrd="0" presId="urn:microsoft.com/office/officeart/2008/layout/LinedList"/>
    <dgm:cxn modelId="{3EF3381C-1C9A-402B-A00C-DCD2E297D2FD}" type="presParOf" srcId="{162AB6D4-F395-4B55-9519-21B610CC0382}" destId="{2B79C5B5-7045-4C8A-A0D3-ED34D320DACE}" srcOrd="5" destOrd="0" presId="urn:microsoft.com/office/officeart/2008/layout/LinedList"/>
    <dgm:cxn modelId="{2668178A-2174-4E48-BBF2-B2E858CCA4B2}" type="presParOf" srcId="{162AB6D4-F395-4B55-9519-21B610CC0382}" destId="{8C3B0260-807F-409D-975C-EBFF816514C3}" srcOrd="6" destOrd="0" presId="urn:microsoft.com/office/officeart/2008/layout/LinedList"/>
    <dgm:cxn modelId="{121469D0-2EB4-453D-8ABA-A7E15237860D}" type="presParOf" srcId="{162AB6D4-F395-4B55-9519-21B610CC0382}" destId="{DCC37064-A6D2-4A55-A252-3829429045E5}" srcOrd="7" destOrd="0" presId="urn:microsoft.com/office/officeart/2008/layout/LinedList"/>
    <dgm:cxn modelId="{DBDCE857-3C97-47CD-A43E-8C149A33518C}" type="presParOf" srcId="{DCC37064-A6D2-4A55-A252-3829429045E5}" destId="{AF620EF4-9246-40B0-95DD-0F97FD557889}" srcOrd="0" destOrd="0" presId="urn:microsoft.com/office/officeart/2008/layout/LinedList"/>
    <dgm:cxn modelId="{D1FA059B-FACE-491E-BAB4-6F7E7E5C6DB6}" type="presParOf" srcId="{DCC37064-A6D2-4A55-A252-3829429045E5}" destId="{821592CB-BF1E-40A4-88FF-532C668728A8}" srcOrd="1" destOrd="0" presId="urn:microsoft.com/office/officeart/2008/layout/LinedList"/>
    <dgm:cxn modelId="{174DA652-C6B1-446A-ADE5-C5FAA63C2117}" type="presParOf" srcId="{DCC37064-A6D2-4A55-A252-3829429045E5}" destId="{4A2BC687-FFD6-4EBF-9A58-5F5A5936D128}" srcOrd="2" destOrd="0" presId="urn:microsoft.com/office/officeart/2008/layout/LinedList"/>
    <dgm:cxn modelId="{50816258-965F-4290-8436-53FD7F9F90BF}" type="presParOf" srcId="{162AB6D4-F395-4B55-9519-21B610CC0382}" destId="{AFB2C275-AEA0-46EA-8FAC-DEEB17253C42}" srcOrd="8" destOrd="0" presId="urn:microsoft.com/office/officeart/2008/layout/LinedList"/>
    <dgm:cxn modelId="{F2B7F890-9FA7-44F0-9F3B-546BA6AFE57A}" type="presParOf" srcId="{162AB6D4-F395-4B55-9519-21B610CC0382}" destId="{B63F60B4-89E7-4E26-9559-C63693EDEACE}" srcOrd="9" destOrd="0" presId="urn:microsoft.com/office/officeart/2008/layout/LinedList"/>
    <dgm:cxn modelId="{15844F66-BBB1-4811-A2CD-ED86B14F21D0}" type="presParOf" srcId="{A4615577-DB07-0E46-BAD9-752076C1E8EB}" destId="{B2F277F3-7CF1-994E-B28A-0B3155C31199}" srcOrd="4" destOrd="0" presId="urn:microsoft.com/office/officeart/2008/layout/LinedList"/>
    <dgm:cxn modelId="{86442415-37F8-43EE-8445-07CB11ECF7A7}" type="presParOf" srcId="{A4615577-DB07-0E46-BAD9-752076C1E8EB}" destId="{0C40495D-3188-9E48-A89E-F64BB2F461F5}" srcOrd="5" destOrd="0" presId="urn:microsoft.com/office/officeart/2008/layout/LinedList"/>
    <dgm:cxn modelId="{AEC26275-6047-407A-B85A-D0F669E7E7E2}" type="presParOf" srcId="{0C40495D-3188-9E48-A89E-F64BB2F461F5}" destId="{9891002C-403A-A043-B663-E6FEB51C2557}" srcOrd="0" destOrd="0" presId="urn:microsoft.com/office/officeart/2008/layout/LinedList"/>
    <dgm:cxn modelId="{F5289C44-0EC8-41C0-8AF9-7794D72B36BC}" type="presParOf" srcId="{0C40495D-3188-9E48-A89E-F64BB2F461F5}" destId="{84783DB1-8E64-8549-92F0-B23833CEE8B0}" srcOrd="1" destOrd="0" presId="urn:microsoft.com/office/officeart/2008/layout/LinedList"/>
    <dgm:cxn modelId="{CFB35B30-8AC7-4C4A-83F9-235976D352A9}" type="presParOf" srcId="{84783DB1-8E64-8549-92F0-B23833CEE8B0}" destId="{7639A2F8-0310-4BED-B4BD-EAB6A5C40B77}" srcOrd="0" destOrd="0" presId="urn:microsoft.com/office/officeart/2008/layout/LinedList"/>
    <dgm:cxn modelId="{6C26DA4F-1D35-4E27-9987-C1467CADF9B8}" type="presParOf" srcId="{84783DB1-8E64-8549-92F0-B23833CEE8B0}" destId="{6A69390F-9BF9-4ABA-8159-EAF93506C37D}" srcOrd="1" destOrd="0" presId="urn:microsoft.com/office/officeart/2008/layout/LinedList"/>
    <dgm:cxn modelId="{7B8327C0-FF21-4D0B-934C-7129E978D280}" type="presParOf" srcId="{6A69390F-9BF9-4ABA-8159-EAF93506C37D}" destId="{80389192-84FD-488B-A175-87A5FB0572BA}" srcOrd="0" destOrd="0" presId="urn:microsoft.com/office/officeart/2008/layout/LinedList"/>
    <dgm:cxn modelId="{F163CC18-72DC-4287-8313-9B76A6E37EE0}" type="presParOf" srcId="{6A69390F-9BF9-4ABA-8159-EAF93506C37D}" destId="{CECABC1D-D0D2-4346-AB17-5BDF3AE0B320}" srcOrd="1" destOrd="0" presId="urn:microsoft.com/office/officeart/2008/layout/LinedList"/>
    <dgm:cxn modelId="{3C35CCDD-E8FF-4959-9C68-37EF8F531064}" type="presParOf" srcId="{6A69390F-9BF9-4ABA-8159-EAF93506C37D}" destId="{C56FE37B-F98C-4D15-95CF-6DC56554B5B4}" srcOrd="2" destOrd="0" presId="urn:microsoft.com/office/officeart/2008/layout/LinedList"/>
    <dgm:cxn modelId="{9A931060-7E1D-43C2-B9BB-41272CC6FAE7}" type="presParOf" srcId="{84783DB1-8E64-8549-92F0-B23833CEE8B0}" destId="{5D84D3DB-F553-4712-A813-E34BD39795E9}" srcOrd="2" destOrd="0" presId="urn:microsoft.com/office/officeart/2008/layout/LinedList"/>
    <dgm:cxn modelId="{7BF5DAC1-8870-4E26-9393-4365160D3828}" type="presParOf" srcId="{84783DB1-8E64-8549-92F0-B23833CEE8B0}" destId="{2128B8DA-3804-468D-B525-5F0093F85BA2}" srcOrd="3" destOrd="0" presId="urn:microsoft.com/office/officeart/2008/layout/LinedList"/>
    <dgm:cxn modelId="{C625406F-70B1-41A4-A156-8059D0991C93}" type="presParOf" srcId="{84783DB1-8E64-8549-92F0-B23833CEE8B0}" destId="{4F42B568-F39A-4181-8658-EC1C2143BBA0}" srcOrd="4" destOrd="0" presId="urn:microsoft.com/office/officeart/2008/layout/LinedList"/>
    <dgm:cxn modelId="{07503F94-3679-4F56-AEFE-90724C8ADA04}" type="presParOf" srcId="{4F42B568-F39A-4181-8658-EC1C2143BBA0}" destId="{4F8359BF-8C47-4A90-A343-AF5BDC5F9DE8}" srcOrd="0" destOrd="0" presId="urn:microsoft.com/office/officeart/2008/layout/LinedList"/>
    <dgm:cxn modelId="{94A4B95A-3AB8-4D40-87F8-19D08445A860}" type="presParOf" srcId="{4F42B568-F39A-4181-8658-EC1C2143BBA0}" destId="{70B24025-E2C6-417F-99E1-3AE2064C772D}" srcOrd="1" destOrd="0" presId="urn:microsoft.com/office/officeart/2008/layout/LinedList"/>
    <dgm:cxn modelId="{C43E79C4-F054-4B91-A07C-910A44566137}" type="presParOf" srcId="{4F42B568-F39A-4181-8658-EC1C2143BBA0}" destId="{7CEB9B09-60D8-4882-A2D8-38EF68D5C19F}" srcOrd="2" destOrd="0" presId="urn:microsoft.com/office/officeart/2008/layout/LinedList"/>
    <dgm:cxn modelId="{420665EC-2076-4209-BAD7-44E0952116D5}" type="presParOf" srcId="{84783DB1-8E64-8549-92F0-B23833CEE8B0}" destId="{5E350EE4-2D6A-4A16-A0FE-9FACA9074727}" srcOrd="5" destOrd="0" presId="urn:microsoft.com/office/officeart/2008/layout/LinedList"/>
    <dgm:cxn modelId="{84D8B87C-EEFB-4451-B02E-DE5188B2C08E}" type="presParOf" srcId="{84783DB1-8E64-8549-92F0-B23833CEE8B0}" destId="{9BB5AFB5-07F7-4132-85A2-44E6D0516C88}" srcOrd="6" destOrd="0" presId="urn:microsoft.com/office/officeart/2008/layout/LinedList"/>
    <dgm:cxn modelId="{1CA4357B-24CD-44A0-A4DC-5BF30B277B94}" type="presParOf" srcId="{84783DB1-8E64-8549-92F0-B23833CEE8B0}" destId="{00451E5C-D19E-4AC4-8C6F-60950BA475F2}" srcOrd="7" destOrd="0" presId="urn:microsoft.com/office/officeart/2008/layout/LinedList"/>
    <dgm:cxn modelId="{4D57A581-414F-42DA-84A0-7F52697FC3B5}" type="presParOf" srcId="{00451E5C-D19E-4AC4-8C6F-60950BA475F2}" destId="{3C367370-E70B-40CC-9DCF-3FC0C33EDE1B}" srcOrd="0" destOrd="0" presId="urn:microsoft.com/office/officeart/2008/layout/LinedList"/>
    <dgm:cxn modelId="{F6BE47E4-AA6A-451F-8079-692D6500892E}" type="presParOf" srcId="{00451E5C-D19E-4AC4-8C6F-60950BA475F2}" destId="{EDBBCE88-88E0-4C06-BA01-B4EFB6C685E1}" srcOrd="1" destOrd="0" presId="urn:microsoft.com/office/officeart/2008/layout/LinedList"/>
    <dgm:cxn modelId="{4FBD081D-9C71-47C6-830D-3D38F514AC6C}" type="presParOf" srcId="{00451E5C-D19E-4AC4-8C6F-60950BA475F2}" destId="{5EA7847F-7A65-4DE6-AFB0-0784772E4EA1}" srcOrd="2" destOrd="0" presId="urn:microsoft.com/office/officeart/2008/layout/LinedList"/>
    <dgm:cxn modelId="{6D719E85-02BF-4EC2-AAAB-0CD950E69BAF}" type="presParOf" srcId="{84783DB1-8E64-8549-92F0-B23833CEE8B0}" destId="{22FFB06E-FF71-449B-9AA1-BDA4A6D85DF8}" srcOrd="8" destOrd="0" presId="urn:microsoft.com/office/officeart/2008/layout/LinedList"/>
    <dgm:cxn modelId="{2285F9BE-9A89-4879-BFDC-EA6587D14814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4D5DF88-6E2E-4919-916E-D726547D9235}" type="presOf" srcId="{C067AB59-C7C5-C74B-8B60-2FA743781E39}" destId="{CECABC1D-D0D2-4346-AB17-5BDF3AE0B320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B913BB40-3BBE-4CFD-92CC-65190577230B}" type="presOf" srcId="{9C0C5B6B-88B0-0644-95CC-DA013289C236}" destId="{520D1D2C-1114-41BF-8F7E-61F71B01A781}" srcOrd="0" destOrd="0" presId="urn:microsoft.com/office/officeart/2008/layout/LinedList"/>
    <dgm:cxn modelId="{13C5A0D3-88A3-4E4E-87F8-08F88EF4D6DF}" type="presOf" srcId="{A00DC1EC-B999-A640-8654-4E50ABDDE020}" destId="{9891002C-403A-A043-B663-E6FEB51C2557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7C43AE63-EDB0-4A09-A4EF-CF446DC0BABF}" type="presOf" srcId="{2D50EED0-437B-1441-8B3B-81295EA238A9}" destId="{0FAAA673-A6AE-2E48-9396-AEC5BB305A0E}" srcOrd="0" destOrd="0" presId="urn:microsoft.com/office/officeart/2008/layout/LinedList"/>
    <dgm:cxn modelId="{35B048EB-39B0-48EE-A385-31336F1BDB25}" type="presOf" srcId="{D206AD7D-6FCF-BA4A-A881-D49C0A782FC3}" destId="{70B24025-E2C6-417F-99E1-3AE2064C772D}" srcOrd="0" destOrd="0" presId="urn:microsoft.com/office/officeart/2008/layout/LinedList"/>
    <dgm:cxn modelId="{F8F2D53F-386B-42DF-9A99-493D5239B629}" type="presOf" srcId="{C3CE8D9A-2F5F-E04C-AF81-B61DA3187B58}" destId="{A4615577-DB07-0E46-BAD9-752076C1E8EB}" srcOrd="0" destOrd="0" presId="urn:microsoft.com/office/officeart/2008/layout/LinedList"/>
    <dgm:cxn modelId="{3C9E68A3-EC5B-403A-A206-CCFD2E629FB9}" type="presOf" srcId="{5B536FDF-F2F3-4D05-AF9A-89E79C92380B}" destId="{EDBBCE88-88E0-4C06-BA01-B4EFB6C685E1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2EDFF52A-EF96-4FA3-BD39-2787EDFF1EFB}" type="presOf" srcId="{D1D10F65-8C36-4800-AD9D-4A75930380A4}" destId="{792A15AE-68CB-4B5E-A488-D8B2430819E0}" srcOrd="0" destOrd="0" presId="urn:microsoft.com/office/officeart/2008/layout/LinedList"/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DE35BA58-7121-40B9-8548-A3A94C898EFB}" type="presOf" srcId="{EA05A323-1CD6-E844-BD1C-19A2225C0340}" destId="{821592CB-BF1E-40A4-88FF-532C668728A8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C28D53E1-4A5F-4B51-A37D-2626C32A332C}" type="presOf" srcId="{4D7DCE72-F1C7-3648-B096-B3BF2FA1BA56}" destId="{F1E3A902-B27E-4D1E-9D62-838DBF77570E}" srcOrd="0" destOrd="0" presId="urn:microsoft.com/office/officeart/2008/layout/LinedList"/>
    <dgm:cxn modelId="{9BCF0A21-6EB4-42D8-A92F-2B15BDAB3ABB}" type="presParOf" srcId="{A4615577-DB07-0E46-BAD9-752076C1E8EB}" destId="{A70494F9-BBC6-9B4D-ABE0-28B7062A7EEA}" srcOrd="0" destOrd="0" presId="urn:microsoft.com/office/officeart/2008/layout/LinedList"/>
    <dgm:cxn modelId="{4E8D141D-D601-4F53-9FEE-CF9A51F87FBE}" type="presParOf" srcId="{A4615577-DB07-0E46-BAD9-752076C1E8EB}" destId="{4DE94855-2BF1-EB40-B090-FE0F9B4B301E}" srcOrd="1" destOrd="0" presId="urn:microsoft.com/office/officeart/2008/layout/LinedList"/>
    <dgm:cxn modelId="{BE7EFD01-CDEB-4648-8A5A-64087DDE5F2F}" type="presParOf" srcId="{4DE94855-2BF1-EB40-B090-FE0F9B4B301E}" destId="{0FAAA673-A6AE-2E48-9396-AEC5BB305A0E}" srcOrd="0" destOrd="0" presId="urn:microsoft.com/office/officeart/2008/layout/LinedList"/>
    <dgm:cxn modelId="{3A62CE0C-0185-4D40-BD90-F46C9B7BCB42}" type="presParOf" srcId="{4DE94855-2BF1-EB40-B090-FE0F9B4B301E}" destId="{4D92E349-5F1C-414C-955E-416A7CFBF9E9}" srcOrd="1" destOrd="0" presId="urn:microsoft.com/office/officeart/2008/layout/LinedList"/>
    <dgm:cxn modelId="{935CCC15-4AA3-4633-9BFD-A38FA488C286}" type="presParOf" srcId="{A4615577-DB07-0E46-BAD9-752076C1E8EB}" destId="{4324E71C-51E4-4FFA-9638-472734009553}" srcOrd="2" destOrd="0" presId="urn:microsoft.com/office/officeart/2008/layout/LinedList"/>
    <dgm:cxn modelId="{59A1FC6B-FD4A-4A11-84E4-BCFAC37BBB64}" type="presParOf" srcId="{A4615577-DB07-0E46-BAD9-752076C1E8EB}" destId="{35D4AF3C-4879-491B-8004-F3B88F6D9FB5}" srcOrd="3" destOrd="0" presId="urn:microsoft.com/office/officeart/2008/layout/LinedList"/>
    <dgm:cxn modelId="{DF873F77-B724-4962-B4B4-F89FC2882FD5}" type="presParOf" srcId="{35D4AF3C-4879-491B-8004-F3B88F6D9FB5}" destId="{792A15AE-68CB-4B5E-A488-D8B2430819E0}" srcOrd="0" destOrd="0" presId="urn:microsoft.com/office/officeart/2008/layout/LinedList"/>
    <dgm:cxn modelId="{084398B6-73E0-4C53-8A3E-053A541CA75D}" type="presParOf" srcId="{35D4AF3C-4879-491B-8004-F3B88F6D9FB5}" destId="{162AB6D4-F395-4B55-9519-21B610CC0382}" srcOrd="1" destOrd="0" presId="urn:microsoft.com/office/officeart/2008/layout/LinedList"/>
    <dgm:cxn modelId="{EB5F4B8D-30F9-4BD9-9612-0A0DAAA36938}" type="presParOf" srcId="{162AB6D4-F395-4B55-9519-21B610CC0382}" destId="{412C8F4B-57E8-4EE2-95F4-7EAB16DF68B6}" srcOrd="0" destOrd="0" presId="urn:microsoft.com/office/officeart/2008/layout/LinedList"/>
    <dgm:cxn modelId="{C3811F48-EED3-474F-830A-80431E0DCE5B}" type="presParOf" srcId="{162AB6D4-F395-4B55-9519-21B610CC0382}" destId="{706ACAA7-2B5D-4D39-81AB-5DAABC04EC1D}" srcOrd="1" destOrd="0" presId="urn:microsoft.com/office/officeart/2008/layout/LinedList"/>
    <dgm:cxn modelId="{12A623DD-D2FA-42F7-9382-E3E2E2E2DE58}" type="presParOf" srcId="{706ACAA7-2B5D-4D39-81AB-5DAABC04EC1D}" destId="{3456CDB8-701B-42F1-87C2-C295CD1E48EE}" srcOrd="0" destOrd="0" presId="urn:microsoft.com/office/officeart/2008/layout/LinedList"/>
    <dgm:cxn modelId="{446AA8C8-4F57-4436-A2B6-2BCD4394D4A2}" type="presParOf" srcId="{706ACAA7-2B5D-4D39-81AB-5DAABC04EC1D}" destId="{520D1D2C-1114-41BF-8F7E-61F71B01A781}" srcOrd="1" destOrd="0" presId="urn:microsoft.com/office/officeart/2008/layout/LinedList"/>
    <dgm:cxn modelId="{65CDE705-7B99-4548-AD17-5C6EB66ABA80}" type="presParOf" srcId="{706ACAA7-2B5D-4D39-81AB-5DAABC04EC1D}" destId="{D6DDDC7E-F1A5-4153-9143-0972F5C1698F}" srcOrd="2" destOrd="0" presId="urn:microsoft.com/office/officeart/2008/layout/LinedList"/>
    <dgm:cxn modelId="{A97E15EC-DFD1-4B93-AA8D-E68B03321B13}" type="presParOf" srcId="{162AB6D4-F395-4B55-9519-21B610CC0382}" destId="{0A0EB41C-54BD-4DBD-AE20-1F9966450DC3}" srcOrd="2" destOrd="0" presId="urn:microsoft.com/office/officeart/2008/layout/LinedList"/>
    <dgm:cxn modelId="{7A27511B-8B20-46C0-9988-09A08E52D4C7}" type="presParOf" srcId="{162AB6D4-F395-4B55-9519-21B610CC0382}" destId="{BD1DC2FA-97F1-47D7-B64D-204FB692D739}" srcOrd="3" destOrd="0" presId="urn:microsoft.com/office/officeart/2008/layout/LinedList"/>
    <dgm:cxn modelId="{7869438F-3A11-40F3-80A7-41A4C582C111}" type="presParOf" srcId="{162AB6D4-F395-4B55-9519-21B610CC0382}" destId="{AA817BFD-CFD8-4863-BA21-FE68B817CC3C}" srcOrd="4" destOrd="0" presId="urn:microsoft.com/office/officeart/2008/layout/LinedList"/>
    <dgm:cxn modelId="{6ED0D2B4-8F08-4853-8709-8BCFEF407B0E}" type="presParOf" srcId="{AA817BFD-CFD8-4863-BA21-FE68B817CC3C}" destId="{BD57D683-A942-4221-A2F2-BB0CF711AC57}" srcOrd="0" destOrd="0" presId="urn:microsoft.com/office/officeart/2008/layout/LinedList"/>
    <dgm:cxn modelId="{8C509A2C-DA13-4B03-93AC-FF70629D54EE}" type="presParOf" srcId="{AA817BFD-CFD8-4863-BA21-FE68B817CC3C}" destId="{F1E3A902-B27E-4D1E-9D62-838DBF77570E}" srcOrd="1" destOrd="0" presId="urn:microsoft.com/office/officeart/2008/layout/LinedList"/>
    <dgm:cxn modelId="{B291ADF9-B1AB-457C-AA47-30F595F61A0D}" type="presParOf" srcId="{AA817BFD-CFD8-4863-BA21-FE68B817CC3C}" destId="{4F138E20-5633-4DCC-BBC2-20DFBFC7868F}" srcOrd="2" destOrd="0" presId="urn:microsoft.com/office/officeart/2008/layout/LinedList"/>
    <dgm:cxn modelId="{C56BD1CB-68DB-42D1-B927-9BF42484AC7C}" type="presParOf" srcId="{162AB6D4-F395-4B55-9519-21B610CC0382}" destId="{2B79C5B5-7045-4C8A-A0D3-ED34D320DACE}" srcOrd="5" destOrd="0" presId="urn:microsoft.com/office/officeart/2008/layout/LinedList"/>
    <dgm:cxn modelId="{9BE481BF-9F5D-495A-8358-FC4DE8136C87}" type="presParOf" srcId="{162AB6D4-F395-4B55-9519-21B610CC0382}" destId="{8C3B0260-807F-409D-975C-EBFF816514C3}" srcOrd="6" destOrd="0" presId="urn:microsoft.com/office/officeart/2008/layout/LinedList"/>
    <dgm:cxn modelId="{F9A7A64A-62EC-4871-9CFC-86101366BDF5}" type="presParOf" srcId="{162AB6D4-F395-4B55-9519-21B610CC0382}" destId="{DCC37064-A6D2-4A55-A252-3829429045E5}" srcOrd="7" destOrd="0" presId="urn:microsoft.com/office/officeart/2008/layout/LinedList"/>
    <dgm:cxn modelId="{C54C0010-28DF-43C5-8C8F-8B4F1E888D34}" type="presParOf" srcId="{DCC37064-A6D2-4A55-A252-3829429045E5}" destId="{AF620EF4-9246-40B0-95DD-0F97FD557889}" srcOrd="0" destOrd="0" presId="urn:microsoft.com/office/officeart/2008/layout/LinedList"/>
    <dgm:cxn modelId="{B19745F7-A6E4-4E80-B4D6-4275EE78DD00}" type="presParOf" srcId="{DCC37064-A6D2-4A55-A252-3829429045E5}" destId="{821592CB-BF1E-40A4-88FF-532C668728A8}" srcOrd="1" destOrd="0" presId="urn:microsoft.com/office/officeart/2008/layout/LinedList"/>
    <dgm:cxn modelId="{D7056990-ED88-4CB6-AC66-9CC10973C993}" type="presParOf" srcId="{DCC37064-A6D2-4A55-A252-3829429045E5}" destId="{4A2BC687-FFD6-4EBF-9A58-5F5A5936D128}" srcOrd="2" destOrd="0" presId="urn:microsoft.com/office/officeart/2008/layout/LinedList"/>
    <dgm:cxn modelId="{5B6F003B-B9B3-464B-A108-3BE3D0A56E07}" type="presParOf" srcId="{162AB6D4-F395-4B55-9519-21B610CC0382}" destId="{AFB2C275-AEA0-46EA-8FAC-DEEB17253C42}" srcOrd="8" destOrd="0" presId="urn:microsoft.com/office/officeart/2008/layout/LinedList"/>
    <dgm:cxn modelId="{06F4B456-1618-4888-8F83-A0229CE274F9}" type="presParOf" srcId="{162AB6D4-F395-4B55-9519-21B610CC0382}" destId="{B63F60B4-89E7-4E26-9559-C63693EDEACE}" srcOrd="9" destOrd="0" presId="urn:microsoft.com/office/officeart/2008/layout/LinedList"/>
    <dgm:cxn modelId="{4F6BCCE5-90D3-4DCB-86A9-0C3250A91155}" type="presParOf" srcId="{A4615577-DB07-0E46-BAD9-752076C1E8EB}" destId="{B2F277F3-7CF1-994E-B28A-0B3155C31199}" srcOrd="4" destOrd="0" presId="urn:microsoft.com/office/officeart/2008/layout/LinedList"/>
    <dgm:cxn modelId="{1F592CAE-CF5A-4B34-B12F-8B6AE8349BE7}" type="presParOf" srcId="{A4615577-DB07-0E46-BAD9-752076C1E8EB}" destId="{0C40495D-3188-9E48-A89E-F64BB2F461F5}" srcOrd="5" destOrd="0" presId="urn:microsoft.com/office/officeart/2008/layout/LinedList"/>
    <dgm:cxn modelId="{579F1916-5CD7-4218-B4D7-094D2168FEEA}" type="presParOf" srcId="{0C40495D-3188-9E48-A89E-F64BB2F461F5}" destId="{9891002C-403A-A043-B663-E6FEB51C2557}" srcOrd="0" destOrd="0" presId="urn:microsoft.com/office/officeart/2008/layout/LinedList"/>
    <dgm:cxn modelId="{97D9F5DF-B836-4217-8AA6-8EB8A1AD4572}" type="presParOf" srcId="{0C40495D-3188-9E48-A89E-F64BB2F461F5}" destId="{84783DB1-8E64-8549-92F0-B23833CEE8B0}" srcOrd="1" destOrd="0" presId="urn:microsoft.com/office/officeart/2008/layout/LinedList"/>
    <dgm:cxn modelId="{60D06979-C527-4E49-954F-A6583F4A5B33}" type="presParOf" srcId="{84783DB1-8E64-8549-92F0-B23833CEE8B0}" destId="{7639A2F8-0310-4BED-B4BD-EAB6A5C40B77}" srcOrd="0" destOrd="0" presId="urn:microsoft.com/office/officeart/2008/layout/LinedList"/>
    <dgm:cxn modelId="{09B568F0-2F32-4326-9083-67BF1AB28948}" type="presParOf" srcId="{84783DB1-8E64-8549-92F0-B23833CEE8B0}" destId="{6A69390F-9BF9-4ABA-8159-EAF93506C37D}" srcOrd="1" destOrd="0" presId="urn:microsoft.com/office/officeart/2008/layout/LinedList"/>
    <dgm:cxn modelId="{2F443A8C-341E-46B3-888F-D6F1EC094E38}" type="presParOf" srcId="{6A69390F-9BF9-4ABA-8159-EAF93506C37D}" destId="{80389192-84FD-488B-A175-87A5FB0572BA}" srcOrd="0" destOrd="0" presId="urn:microsoft.com/office/officeart/2008/layout/LinedList"/>
    <dgm:cxn modelId="{BC00DB35-F225-430C-9DC2-359906330FE5}" type="presParOf" srcId="{6A69390F-9BF9-4ABA-8159-EAF93506C37D}" destId="{CECABC1D-D0D2-4346-AB17-5BDF3AE0B320}" srcOrd="1" destOrd="0" presId="urn:microsoft.com/office/officeart/2008/layout/LinedList"/>
    <dgm:cxn modelId="{0C10C13D-2FF0-4E03-A006-DC261F3518FD}" type="presParOf" srcId="{6A69390F-9BF9-4ABA-8159-EAF93506C37D}" destId="{C56FE37B-F98C-4D15-95CF-6DC56554B5B4}" srcOrd="2" destOrd="0" presId="urn:microsoft.com/office/officeart/2008/layout/LinedList"/>
    <dgm:cxn modelId="{6D3680BA-02B1-4A76-888A-629CDBD0F4DD}" type="presParOf" srcId="{84783DB1-8E64-8549-92F0-B23833CEE8B0}" destId="{5D84D3DB-F553-4712-A813-E34BD39795E9}" srcOrd="2" destOrd="0" presId="urn:microsoft.com/office/officeart/2008/layout/LinedList"/>
    <dgm:cxn modelId="{569602AD-FD22-46B3-9D4D-C662D8808BBB}" type="presParOf" srcId="{84783DB1-8E64-8549-92F0-B23833CEE8B0}" destId="{2128B8DA-3804-468D-B525-5F0093F85BA2}" srcOrd="3" destOrd="0" presId="urn:microsoft.com/office/officeart/2008/layout/LinedList"/>
    <dgm:cxn modelId="{DBF88484-12DB-4A08-863B-E998CAA15F31}" type="presParOf" srcId="{84783DB1-8E64-8549-92F0-B23833CEE8B0}" destId="{4F42B568-F39A-4181-8658-EC1C2143BBA0}" srcOrd="4" destOrd="0" presId="urn:microsoft.com/office/officeart/2008/layout/LinedList"/>
    <dgm:cxn modelId="{DEC59F6E-D9E6-4D59-84CF-4C4B7784E45C}" type="presParOf" srcId="{4F42B568-F39A-4181-8658-EC1C2143BBA0}" destId="{4F8359BF-8C47-4A90-A343-AF5BDC5F9DE8}" srcOrd="0" destOrd="0" presId="urn:microsoft.com/office/officeart/2008/layout/LinedList"/>
    <dgm:cxn modelId="{D77F6D86-B01B-4144-B59B-0697E556E0AA}" type="presParOf" srcId="{4F42B568-F39A-4181-8658-EC1C2143BBA0}" destId="{70B24025-E2C6-417F-99E1-3AE2064C772D}" srcOrd="1" destOrd="0" presId="urn:microsoft.com/office/officeart/2008/layout/LinedList"/>
    <dgm:cxn modelId="{00EF386B-D023-4826-B0D3-BE97FE572414}" type="presParOf" srcId="{4F42B568-F39A-4181-8658-EC1C2143BBA0}" destId="{7CEB9B09-60D8-4882-A2D8-38EF68D5C19F}" srcOrd="2" destOrd="0" presId="urn:microsoft.com/office/officeart/2008/layout/LinedList"/>
    <dgm:cxn modelId="{4945318C-0402-4575-ADDB-33A4830F4F63}" type="presParOf" srcId="{84783DB1-8E64-8549-92F0-B23833CEE8B0}" destId="{5E350EE4-2D6A-4A16-A0FE-9FACA9074727}" srcOrd="5" destOrd="0" presId="urn:microsoft.com/office/officeart/2008/layout/LinedList"/>
    <dgm:cxn modelId="{8EC6E6E0-0FB1-4C48-B0FB-EA34075A88EC}" type="presParOf" srcId="{84783DB1-8E64-8549-92F0-B23833CEE8B0}" destId="{9BB5AFB5-07F7-4132-85A2-44E6D0516C88}" srcOrd="6" destOrd="0" presId="urn:microsoft.com/office/officeart/2008/layout/LinedList"/>
    <dgm:cxn modelId="{96E02F48-43CC-4A52-8DE5-BF5B200738DD}" type="presParOf" srcId="{84783DB1-8E64-8549-92F0-B23833CEE8B0}" destId="{00451E5C-D19E-4AC4-8C6F-60950BA475F2}" srcOrd="7" destOrd="0" presId="urn:microsoft.com/office/officeart/2008/layout/LinedList"/>
    <dgm:cxn modelId="{185F5C92-0C1B-44C8-905B-46FA18FDA740}" type="presParOf" srcId="{00451E5C-D19E-4AC4-8C6F-60950BA475F2}" destId="{3C367370-E70B-40CC-9DCF-3FC0C33EDE1B}" srcOrd="0" destOrd="0" presId="urn:microsoft.com/office/officeart/2008/layout/LinedList"/>
    <dgm:cxn modelId="{CDE78C31-CD18-4A19-B93C-4935F1A9B90F}" type="presParOf" srcId="{00451E5C-D19E-4AC4-8C6F-60950BA475F2}" destId="{EDBBCE88-88E0-4C06-BA01-B4EFB6C685E1}" srcOrd="1" destOrd="0" presId="urn:microsoft.com/office/officeart/2008/layout/LinedList"/>
    <dgm:cxn modelId="{0BD15870-87D9-45B0-898B-0E6EC0448056}" type="presParOf" srcId="{00451E5C-D19E-4AC4-8C6F-60950BA475F2}" destId="{5EA7847F-7A65-4DE6-AFB0-0784772E4EA1}" srcOrd="2" destOrd="0" presId="urn:microsoft.com/office/officeart/2008/layout/LinedList"/>
    <dgm:cxn modelId="{CBF3DC12-8B62-4882-A73B-DCEA92B4B801}" type="presParOf" srcId="{84783DB1-8E64-8549-92F0-B23833CEE8B0}" destId="{22FFB06E-FF71-449B-9AA1-BDA4A6D85DF8}" srcOrd="8" destOrd="0" presId="urn:microsoft.com/office/officeart/2008/layout/LinedList"/>
    <dgm:cxn modelId="{50717F8A-678D-4A4E-BF99-E8E630B27BF9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AFB2BEB5-6901-4C68-961B-BACA29720219}" type="presOf" srcId="{A00DC1EC-B999-A640-8654-4E50ABDDE020}" destId="{9891002C-403A-A043-B663-E6FEB51C2557}" srcOrd="0" destOrd="0" presId="urn:microsoft.com/office/officeart/2008/layout/LinedList"/>
    <dgm:cxn modelId="{A2FDD506-1CC1-409D-91F2-533EBB5FF1E0}" type="presOf" srcId="{D1D10F65-8C36-4800-AD9D-4A75930380A4}" destId="{792A15AE-68CB-4B5E-A488-D8B2430819E0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6594F1F6-D0E1-45A0-A5DC-AC0848ABE28E}" type="presOf" srcId="{2D50EED0-437B-1441-8B3B-81295EA238A9}" destId="{0FAAA673-A6AE-2E48-9396-AEC5BB305A0E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B363AB5C-87DA-40F1-A1B1-8DB1E5A3DAC3}" type="presOf" srcId="{D206AD7D-6FCF-BA4A-A881-D49C0A782FC3}" destId="{70B24025-E2C6-417F-99E1-3AE2064C772D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3249F3B2-6A58-480E-906B-B498D7871C54}" type="presOf" srcId="{C067AB59-C7C5-C74B-8B60-2FA743781E39}" destId="{CECABC1D-D0D2-4346-AB17-5BDF3AE0B320}" srcOrd="0" destOrd="0" presId="urn:microsoft.com/office/officeart/2008/layout/LinedList"/>
    <dgm:cxn modelId="{80A541C2-EA97-441F-A478-5A5099CC8271}" type="presOf" srcId="{C3CE8D9A-2F5F-E04C-AF81-B61DA3187B58}" destId="{A4615577-DB07-0E46-BAD9-752076C1E8EB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7CDFB991-789E-432C-ADCB-AC5961464E76}" type="presOf" srcId="{9C0C5B6B-88B0-0644-95CC-DA013289C236}" destId="{520D1D2C-1114-41BF-8F7E-61F71B01A781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73F8B845-FE73-4183-8D30-DA69AAC7A228}" type="presOf" srcId="{4D7DCE72-F1C7-3648-B096-B3BF2FA1BA56}" destId="{F1E3A902-B27E-4D1E-9D62-838DBF77570E}" srcOrd="0" destOrd="0" presId="urn:microsoft.com/office/officeart/2008/layout/LinedList"/>
    <dgm:cxn modelId="{B5E60F9C-3EC3-4ED7-9152-2243A9B63C0A}" type="presOf" srcId="{EA05A323-1CD6-E844-BD1C-19A2225C0340}" destId="{821592CB-BF1E-40A4-88FF-532C668728A8}" srcOrd="0" destOrd="0" presId="urn:microsoft.com/office/officeart/2008/layout/LinedList"/>
    <dgm:cxn modelId="{11E8397E-C1E5-41A6-A760-ECA6B55A8502}" type="presOf" srcId="{5B536FDF-F2F3-4D05-AF9A-89E79C92380B}" destId="{EDBBCE88-88E0-4C06-BA01-B4EFB6C685E1}" srcOrd="0" destOrd="0" presId="urn:microsoft.com/office/officeart/2008/layout/LinedList"/>
    <dgm:cxn modelId="{ED7F3D51-AD7D-436C-8A48-FA48FF873A0A}" type="presParOf" srcId="{A4615577-DB07-0E46-BAD9-752076C1E8EB}" destId="{A70494F9-BBC6-9B4D-ABE0-28B7062A7EEA}" srcOrd="0" destOrd="0" presId="urn:microsoft.com/office/officeart/2008/layout/LinedList"/>
    <dgm:cxn modelId="{7039A3DD-B2CC-49BC-983A-B5742561793D}" type="presParOf" srcId="{A4615577-DB07-0E46-BAD9-752076C1E8EB}" destId="{4DE94855-2BF1-EB40-B090-FE0F9B4B301E}" srcOrd="1" destOrd="0" presId="urn:microsoft.com/office/officeart/2008/layout/LinedList"/>
    <dgm:cxn modelId="{55BDF7B9-B62F-423C-9B9C-DF8FE201F618}" type="presParOf" srcId="{4DE94855-2BF1-EB40-B090-FE0F9B4B301E}" destId="{0FAAA673-A6AE-2E48-9396-AEC5BB305A0E}" srcOrd="0" destOrd="0" presId="urn:microsoft.com/office/officeart/2008/layout/LinedList"/>
    <dgm:cxn modelId="{54E87D65-A74D-47D5-8DC6-D9D103C07B95}" type="presParOf" srcId="{4DE94855-2BF1-EB40-B090-FE0F9B4B301E}" destId="{4D92E349-5F1C-414C-955E-416A7CFBF9E9}" srcOrd="1" destOrd="0" presId="urn:microsoft.com/office/officeart/2008/layout/LinedList"/>
    <dgm:cxn modelId="{5F68431A-721F-46FE-9FF2-A2E79E45D30F}" type="presParOf" srcId="{A4615577-DB07-0E46-BAD9-752076C1E8EB}" destId="{4324E71C-51E4-4FFA-9638-472734009553}" srcOrd="2" destOrd="0" presId="urn:microsoft.com/office/officeart/2008/layout/LinedList"/>
    <dgm:cxn modelId="{C20D0B7B-B971-4F45-BABC-2022BCDED172}" type="presParOf" srcId="{A4615577-DB07-0E46-BAD9-752076C1E8EB}" destId="{35D4AF3C-4879-491B-8004-F3B88F6D9FB5}" srcOrd="3" destOrd="0" presId="urn:microsoft.com/office/officeart/2008/layout/LinedList"/>
    <dgm:cxn modelId="{792EACA6-7A1D-4769-9466-487500860076}" type="presParOf" srcId="{35D4AF3C-4879-491B-8004-F3B88F6D9FB5}" destId="{792A15AE-68CB-4B5E-A488-D8B2430819E0}" srcOrd="0" destOrd="0" presId="urn:microsoft.com/office/officeart/2008/layout/LinedList"/>
    <dgm:cxn modelId="{F7804F2A-3AD9-49C6-9B7B-9149B63DAA23}" type="presParOf" srcId="{35D4AF3C-4879-491B-8004-F3B88F6D9FB5}" destId="{162AB6D4-F395-4B55-9519-21B610CC0382}" srcOrd="1" destOrd="0" presId="urn:microsoft.com/office/officeart/2008/layout/LinedList"/>
    <dgm:cxn modelId="{1C440725-6740-4249-B256-838627AB1ACA}" type="presParOf" srcId="{162AB6D4-F395-4B55-9519-21B610CC0382}" destId="{412C8F4B-57E8-4EE2-95F4-7EAB16DF68B6}" srcOrd="0" destOrd="0" presId="urn:microsoft.com/office/officeart/2008/layout/LinedList"/>
    <dgm:cxn modelId="{C48E94F9-9C8F-4016-B7D8-F56FA7D173F5}" type="presParOf" srcId="{162AB6D4-F395-4B55-9519-21B610CC0382}" destId="{706ACAA7-2B5D-4D39-81AB-5DAABC04EC1D}" srcOrd="1" destOrd="0" presId="urn:microsoft.com/office/officeart/2008/layout/LinedList"/>
    <dgm:cxn modelId="{6ACC0511-7A7B-48C7-B510-33D82367AB73}" type="presParOf" srcId="{706ACAA7-2B5D-4D39-81AB-5DAABC04EC1D}" destId="{3456CDB8-701B-42F1-87C2-C295CD1E48EE}" srcOrd="0" destOrd="0" presId="urn:microsoft.com/office/officeart/2008/layout/LinedList"/>
    <dgm:cxn modelId="{F3485126-5705-49FA-8D3F-7B70CDB8E78F}" type="presParOf" srcId="{706ACAA7-2B5D-4D39-81AB-5DAABC04EC1D}" destId="{520D1D2C-1114-41BF-8F7E-61F71B01A781}" srcOrd="1" destOrd="0" presId="urn:microsoft.com/office/officeart/2008/layout/LinedList"/>
    <dgm:cxn modelId="{36701DA9-C738-47D8-85E3-46D2165B41BA}" type="presParOf" srcId="{706ACAA7-2B5D-4D39-81AB-5DAABC04EC1D}" destId="{D6DDDC7E-F1A5-4153-9143-0972F5C1698F}" srcOrd="2" destOrd="0" presId="urn:microsoft.com/office/officeart/2008/layout/LinedList"/>
    <dgm:cxn modelId="{602EFCE4-C063-456E-A9A4-F95DAB7BC561}" type="presParOf" srcId="{162AB6D4-F395-4B55-9519-21B610CC0382}" destId="{0A0EB41C-54BD-4DBD-AE20-1F9966450DC3}" srcOrd="2" destOrd="0" presId="urn:microsoft.com/office/officeart/2008/layout/LinedList"/>
    <dgm:cxn modelId="{736BE4A9-4D86-416E-BC61-CF34A3332D5A}" type="presParOf" srcId="{162AB6D4-F395-4B55-9519-21B610CC0382}" destId="{BD1DC2FA-97F1-47D7-B64D-204FB692D739}" srcOrd="3" destOrd="0" presId="urn:microsoft.com/office/officeart/2008/layout/LinedList"/>
    <dgm:cxn modelId="{631A67D7-E721-4AB5-9EDE-992F09DD3635}" type="presParOf" srcId="{162AB6D4-F395-4B55-9519-21B610CC0382}" destId="{AA817BFD-CFD8-4863-BA21-FE68B817CC3C}" srcOrd="4" destOrd="0" presId="urn:microsoft.com/office/officeart/2008/layout/LinedList"/>
    <dgm:cxn modelId="{C6AE7D2D-18C9-44E2-ADAC-8A935B563FF8}" type="presParOf" srcId="{AA817BFD-CFD8-4863-BA21-FE68B817CC3C}" destId="{BD57D683-A942-4221-A2F2-BB0CF711AC57}" srcOrd="0" destOrd="0" presId="urn:microsoft.com/office/officeart/2008/layout/LinedList"/>
    <dgm:cxn modelId="{D7BE7B7F-47F9-48E2-B837-B8868A1D308A}" type="presParOf" srcId="{AA817BFD-CFD8-4863-BA21-FE68B817CC3C}" destId="{F1E3A902-B27E-4D1E-9D62-838DBF77570E}" srcOrd="1" destOrd="0" presId="urn:microsoft.com/office/officeart/2008/layout/LinedList"/>
    <dgm:cxn modelId="{ACFD08E2-DD34-4C63-889D-723242AC44A1}" type="presParOf" srcId="{AA817BFD-CFD8-4863-BA21-FE68B817CC3C}" destId="{4F138E20-5633-4DCC-BBC2-20DFBFC7868F}" srcOrd="2" destOrd="0" presId="urn:microsoft.com/office/officeart/2008/layout/LinedList"/>
    <dgm:cxn modelId="{7FEC1B53-2595-43BA-9637-1333A64A2A69}" type="presParOf" srcId="{162AB6D4-F395-4B55-9519-21B610CC0382}" destId="{2B79C5B5-7045-4C8A-A0D3-ED34D320DACE}" srcOrd="5" destOrd="0" presId="urn:microsoft.com/office/officeart/2008/layout/LinedList"/>
    <dgm:cxn modelId="{71132166-C2F6-470A-86EE-191A2B3FF5D8}" type="presParOf" srcId="{162AB6D4-F395-4B55-9519-21B610CC0382}" destId="{8C3B0260-807F-409D-975C-EBFF816514C3}" srcOrd="6" destOrd="0" presId="urn:microsoft.com/office/officeart/2008/layout/LinedList"/>
    <dgm:cxn modelId="{8D0E935B-9C49-47AA-8651-47A90846F9A0}" type="presParOf" srcId="{162AB6D4-F395-4B55-9519-21B610CC0382}" destId="{DCC37064-A6D2-4A55-A252-3829429045E5}" srcOrd="7" destOrd="0" presId="urn:microsoft.com/office/officeart/2008/layout/LinedList"/>
    <dgm:cxn modelId="{6000BB71-3260-42EA-BB85-F88567720B5B}" type="presParOf" srcId="{DCC37064-A6D2-4A55-A252-3829429045E5}" destId="{AF620EF4-9246-40B0-95DD-0F97FD557889}" srcOrd="0" destOrd="0" presId="urn:microsoft.com/office/officeart/2008/layout/LinedList"/>
    <dgm:cxn modelId="{CD80A36D-289F-4200-A952-107CA93181B1}" type="presParOf" srcId="{DCC37064-A6D2-4A55-A252-3829429045E5}" destId="{821592CB-BF1E-40A4-88FF-532C668728A8}" srcOrd="1" destOrd="0" presId="urn:microsoft.com/office/officeart/2008/layout/LinedList"/>
    <dgm:cxn modelId="{3EEB7ECF-AF02-46C7-B229-B973BB2CEA89}" type="presParOf" srcId="{DCC37064-A6D2-4A55-A252-3829429045E5}" destId="{4A2BC687-FFD6-4EBF-9A58-5F5A5936D128}" srcOrd="2" destOrd="0" presId="urn:microsoft.com/office/officeart/2008/layout/LinedList"/>
    <dgm:cxn modelId="{6EDE429C-1209-498A-B6BF-0D1DB1BF4711}" type="presParOf" srcId="{162AB6D4-F395-4B55-9519-21B610CC0382}" destId="{AFB2C275-AEA0-46EA-8FAC-DEEB17253C42}" srcOrd="8" destOrd="0" presId="urn:microsoft.com/office/officeart/2008/layout/LinedList"/>
    <dgm:cxn modelId="{DC50061A-E1D5-419F-81ED-8AE3C3A486C4}" type="presParOf" srcId="{162AB6D4-F395-4B55-9519-21B610CC0382}" destId="{B63F60B4-89E7-4E26-9559-C63693EDEACE}" srcOrd="9" destOrd="0" presId="urn:microsoft.com/office/officeart/2008/layout/LinedList"/>
    <dgm:cxn modelId="{5664B844-37AB-4993-9F03-734B07323EDA}" type="presParOf" srcId="{A4615577-DB07-0E46-BAD9-752076C1E8EB}" destId="{B2F277F3-7CF1-994E-B28A-0B3155C31199}" srcOrd="4" destOrd="0" presId="urn:microsoft.com/office/officeart/2008/layout/LinedList"/>
    <dgm:cxn modelId="{C3168824-FF16-46F4-BE39-68E3D645AA07}" type="presParOf" srcId="{A4615577-DB07-0E46-BAD9-752076C1E8EB}" destId="{0C40495D-3188-9E48-A89E-F64BB2F461F5}" srcOrd="5" destOrd="0" presId="urn:microsoft.com/office/officeart/2008/layout/LinedList"/>
    <dgm:cxn modelId="{712D4E65-1EE0-4F77-A1AA-1946DBC73527}" type="presParOf" srcId="{0C40495D-3188-9E48-A89E-F64BB2F461F5}" destId="{9891002C-403A-A043-B663-E6FEB51C2557}" srcOrd="0" destOrd="0" presId="urn:microsoft.com/office/officeart/2008/layout/LinedList"/>
    <dgm:cxn modelId="{85167CC5-7544-497D-A347-4C53C6D1E568}" type="presParOf" srcId="{0C40495D-3188-9E48-A89E-F64BB2F461F5}" destId="{84783DB1-8E64-8549-92F0-B23833CEE8B0}" srcOrd="1" destOrd="0" presId="urn:microsoft.com/office/officeart/2008/layout/LinedList"/>
    <dgm:cxn modelId="{AC91D8AC-38B6-4DAB-A476-9E23D2895088}" type="presParOf" srcId="{84783DB1-8E64-8549-92F0-B23833CEE8B0}" destId="{7639A2F8-0310-4BED-B4BD-EAB6A5C40B77}" srcOrd="0" destOrd="0" presId="urn:microsoft.com/office/officeart/2008/layout/LinedList"/>
    <dgm:cxn modelId="{1B02A993-46EB-4650-AA53-3A8C2ACAE7C0}" type="presParOf" srcId="{84783DB1-8E64-8549-92F0-B23833CEE8B0}" destId="{6A69390F-9BF9-4ABA-8159-EAF93506C37D}" srcOrd="1" destOrd="0" presId="urn:microsoft.com/office/officeart/2008/layout/LinedList"/>
    <dgm:cxn modelId="{8AF9E18C-CDA3-43D6-B1DA-59530AA4699A}" type="presParOf" srcId="{6A69390F-9BF9-4ABA-8159-EAF93506C37D}" destId="{80389192-84FD-488B-A175-87A5FB0572BA}" srcOrd="0" destOrd="0" presId="urn:microsoft.com/office/officeart/2008/layout/LinedList"/>
    <dgm:cxn modelId="{A8755CE1-D401-4737-A7CE-3D7C8C808E17}" type="presParOf" srcId="{6A69390F-9BF9-4ABA-8159-EAF93506C37D}" destId="{CECABC1D-D0D2-4346-AB17-5BDF3AE0B320}" srcOrd="1" destOrd="0" presId="urn:microsoft.com/office/officeart/2008/layout/LinedList"/>
    <dgm:cxn modelId="{1549D7BB-7055-474C-A853-39024A4E5AF2}" type="presParOf" srcId="{6A69390F-9BF9-4ABA-8159-EAF93506C37D}" destId="{C56FE37B-F98C-4D15-95CF-6DC56554B5B4}" srcOrd="2" destOrd="0" presId="urn:microsoft.com/office/officeart/2008/layout/LinedList"/>
    <dgm:cxn modelId="{54F3B47C-FC78-4BE8-8A41-B5FCC06EA38D}" type="presParOf" srcId="{84783DB1-8E64-8549-92F0-B23833CEE8B0}" destId="{5D84D3DB-F553-4712-A813-E34BD39795E9}" srcOrd="2" destOrd="0" presId="urn:microsoft.com/office/officeart/2008/layout/LinedList"/>
    <dgm:cxn modelId="{03608D8E-DF64-4D75-B2B0-86A47796EDA0}" type="presParOf" srcId="{84783DB1-8E64-8549-92F0-B23833CEE8B0}" destId="{2128B8DA-3804-468D-B525-5F0093F85BA2}" srcOrd="3" destOrd="0" presId="urn:microsoft.com/office/officeart/2008/layout/LinedList"/>
    <dgm:cxn modelId="{7BD3A26B-A50E-4FF2-B732-EF8AF3AA78D8}" type="presParOf" srcId="{84783DB1-8E64-8549-92F0-B23833CEE8B0}" destId="{4F42B568-F39A-4181-8658-EC1C2143BBA0}" srcOrd="4" destOrd="0" presId="urn:microsoft.com/office/officeart/2008/layout/LinedList"/>
    <dgm:cxn modelId="{E5F0F684-3065-4DF8-BED1-5032CEE4CF16}" type="presParOf" srcId="{4F42B568-F39A-4181-8658-EC1C2143BBA0}" destId="{4F8359BF-8C47-4A90-A343-AF5BDC5F9DE8}" srcOrd="0" destOrd="0" presId="urn:microsoft.com/office/officeart/2008/layout/LinedList"/>
    <dgm:cxn modelId="{75AB18F7-A9E2-4A46-A6EF-574C2FEFB057}" type="presParOf" srcId="{4F42B568-F39A-4181-8658-EC1C2143BBA0}" destId="{70B24025-E2C6-417F-99E1-3AE2064C772D}" srcOrd="1" destOrd="0" presId="urn:microsoft.com/office/officeart/2008/layout/LinedList"/>
    <dgm:cxn modelId="{7E35B010-3260-43F2-BE7F-2499D91C167C}" type="presParOf" srcId="{4F42B568-F39A-4181-8658-EC1C2143BBA0}" destId="{7CEB9B09-60D8-4882-A2D8-38EF68D5C19F}" srcOrd="2" destOrd="0" presId="urn:microsoft.com/office/officeart/2008/layout/LinedList"/>
    <dgm:cxn modelId="{748645CB-F997-4FA3-A893-671848AEA1F2}" type="presParOf" srcId="{84783DB1-8E64-8549-92F0-B23833CEE8B0}" destId="{5E350EE4-2D6A-4A16-A0FE-9FACA9074727}" srcOrd="5" destOrd="0" presId="urn:microsoft.com/office/officeart/2008/layout/LinedList"/>
    <dgm:cxn modelId="{BC649414-3763-4955-81AC-F77273EDCA36}" type="presParOf" srcId="{84783DB1-8E64-8549-92F0-B23833CEE8B0}" destId="{9BB5AFB5-07F7-4132-85A2-44E6D0516C88}" srcOrd="6" destOrd="0" presId="urn:microsoft.com/office/officeart/2008/layout/LinedList"/>
    <dgm:cxn modelId="{8829E870-A1E0-43F0-BAA9-599DA5AC712D}" type="presParOf" srcId="{84783DB1-8E64-8549-92F0-B23833CEE8B0}" destId="{00451E5C-D19E-4AC4-8C6F-60950BA475F2}" srcOrd="7" destOrd="0" presId="urn:microsoft.com/office/officeart/2008/layout/LinedList"/>
    <dgm:cxn modelId="{32768133-4DB9-46C8-8CD8-1B4253D21113}" type="presParOf" srcId="{00451E5C-D19E-4AC4-8C6F-60950BA475F2}" destId="{3C367370-E70B-40CC-9DCF-3FC0C33EDE1B}" srcOrd="0" destOrd="0" presId="urn:microsoft.com/office/officeart/2008/layout/LinedList"/>
    <dgm:cxn modelId="{40CE1AFA-0BB8-4BE4-95C7-6705C283FF04}" type="presParOf" srcId="{00451E5C-D19E-4AC4-8C6F-60950BA475F2}" destId="{EDBBCE88-88E0-4C06-BA01-B4EFB6C685E1}" srcOrd="1" destOrd="0" presId="urn:microsoft.com/office/officeart/2008/layout/LinedList"/>
    <dgm:cxn modelId="{2C48CBEB-5417-4B24-B9F5-A75DC855B87B}" type="presParOf" srcId="{00451E5C-D19E-4AC4-8C6F-60950BA475F2}" destId="{5EA7847F-7A65-4DE6-AFB0-0784772E4EA1}" srcOrd="2" destOrd="0" presId="urn:microsoft.com/office/officeart/2008/layout/LinedList"/>
    <dgm:cxn modelId="{7DD6FEE1-2E1A-4711-AFFD-FFF494E7D7A9}" type="presParOf" srcId="{84783DB1-8E64-8549-92F0-B23833CEE8B0}" destId="{22FFB06E-FF71-449B-9AA1-BDA4A6D85DF8}" srcOrd="8" destOrd="0" presId="urn:microsoft.com/office/officeart/2008/layout/LinedList"/>
    <dgm:cxn modelId="{BB1158E7-93C5-4352-835E-7EA5F9E28866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Métricas de calidad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Listas de verificación 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Plan de mejoras del proceso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D0E02-146F-4633-9106-BCB80C1B967B}">
      <dsp:nvSpPr>
        <dsp:cNvPr id="0" name=""/>
        <dsp:cNvSpPr/>
      </dsp:nvSpPr>
      <dsp:spPr>
        <a:xfrm rot="5400000">
          <a:off x="-236434" y="238785"/>
          <a:ext cx="1576227" cy="1103359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Actividad a mejorar</a:t>
          </a:r>
        </a:p>
      </dsp:txBody>
      <dsp:txXfrm rot="-5400000">
        <a:off x="1" y="554031"/>
        <a:ext cx="1103359" cy="472868"/>
      </dsp:txXfrm>
    </dsp:sp>
    <dsp:sp modelId="{A23A205F-38EA-466D-A73B-94A53A1CB6CA}">
      <dsp:nvSpPr>
        <dsp:cNvPr id="0" name=""/>
        <dsp:cNvSpPr/>
      </dsp:nvSpPr>
      <dsp:spPr>
        <a:xfrm rot="5400000">
          <a:off x="3581338" y="-2475627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Resultado de listas de verificación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Monitorización y control</a:t>
          </a:r>
        </a:p>
      </dsp:txBody>
      <dsp:txXfrm rot="-5400000">
        <a:off x="1103360" y="52365"/>
        <a:ext cx="5930491" cy="924520"/>
      </dsp:txXfrm>
    </dsp:sp>
    <dsp:sp modelId="{719A3758-D0A2-4275-8304-A137EF0402C7}">
      <dsp:nvSpPr>
        <dsp:cNvPr id="0" name=""/>
        <dsp:cNvSpPr/>
      </dsp:nvSpPr>
      <dsp:spPr>
        <a:xfrm rot="5400000">
          <a:off x="-236434" y="1620671"/>
          <a:ext cx="1576227" cy="1103359"/>
        </a:xfrm>
        <a:prstGeom prst="chevron">
          <a:avLst/>
        </a:prstGeom>
        <a:solidFill>
          <a:schemeClr val="accent4">
            <a:hueOff val="2399126"/>
            <a:satOff val="-220"/>
            <a:lumOff val="686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Estudio de mejora</a:t>
          </a:r>
        </a:p>
      </dsp:txBody>
      <dsp:txXfrm rot="-5400000">
        <a:off x="1" y="1935917"/>
        <a:ext cx="1103359" cy="472868"/>
      </dsp:txXfrm>
    </dsp:sp>
    <dsp:sp modelId="{D87B9659-AB68-41CE-8186-623A5B13B042}">
      <dsp:nvSpPr>
        <dsp:cNvPr id="0" name=""/>
        <dsp:cNvSpPr/>
      </dsp:nvSpPr>
      <dsp:spPr>
        <a:xfrm rot="5400000">
          <a:off x="3581338" y="-1093741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¿Problema</a:t>
          </a:r>
          <a:r>
            <a:rPr lang="es-ES_tradnl" sz="2600" kern="1200" dirty="0">
              <a:latin typeface="Century Gothic" panose="020B0502020202020204" pitchFamily="34" charset="0"/>
            </a:rPr>
            <a:t>?</a:t>
          </a:r>
          <a:r>
            <a:rPr lang="es-ES_tradnl" sz="2600" kern="1200" dirty="0"/>
            <a:t> -&gt; Causa/s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Posibles soluciones</a:t>
          </a:r>
        </a:p>
      </dsp:txBody>
      <dsp:txXfrm rot="-5400000">
        <a:off x="1103360" y="1434251"/>
        <a:ext cx="5930491" cy="924520"/>
      </dsp:txXfrm>
    </dsp:sp>
    <dsp:sp modelId="{99C6DDC6-4BD7-4FE3-8827-B93EB2F50D9F}">
      <dsp:nvSpPr>
        <dsp:cNvPr id="0" name=""/>
        <dsp:cNvSpPr/>
      </dsp:nvSpPr>
      <dsp:spPr>
        <a:xfrm rot="5400000">
          <a:off x="-236434" y="3002558"/>
          <a:ext cx="1576227" cy="1103359"/>
        </a:xfrm>
        <a:prstGeom prst="chevron">
          <a:avLst/>
        </a:prstGeom>
        <a:solidFill>
          <a:schemeClr val="accent4">
            <a:hueOff val="4798252"/>
            <a:satOff val="-440"/>
            <a:lumOff val="1373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Aceptación de cambios</a:t>
          </a:r>
        </a:p>
      </dsp:txBody>
      <dsp:txXfrm rot="-5400000">
        <a:off x="1" y="3317804"/>
        <a:ext cx="1103359" cy="472868"/>
      </dsp:txXfrm>
    </dsp:sp>
    <dsp:sp modelId="{2162F8AB-9CD8-41C6-BCC5-1C58C137DF6E}">
      <dsp:nvSpPr>
        <dsp:cNvPr id="0" name=""/>
        <dsp:cNvSpPr/>
      </dsp:nvSpPr>
      <dsp:spPr>
        <a:xfrm rot="5400000">
          <a:off x="3581338" y="288145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Project Manager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PMO</a:t>
          </a:r>
        </a:p>
      </dsp:txBody>
      <dsp:txXfrm rot="-5400000">
        <a:off x="1103360" y="2816137"/>
        <a:ext cx="5930491" cy="924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=""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=""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21/11/2018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=""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21/11/2018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21/11/2018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21/11/2018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21/11/2018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21/11/2018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21/11/2018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</a:t>
            </a:fld>
            <a:r>
              <a:rPr lang="es-ES" sz="1600" dirty="0" smtClean="0"/>
              <a:t>/22</a:t>
            </a:r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4594718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</p:spTree>
    <p:extLst>
      <p:ext uri="{BB962C8B-B14F-4D97-AF65-F5344CB8AC3E}">
        <p14:creationId xmlns:p14="http://schemas.microsoft.com/office/powerpoint/2010/main" val="299983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="" xmlns:a16="http://schemas.microsoft.com/office/drawing/2014/main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8552867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="" xmlns:a16="http://schemas.microsoft.com/office/drawing/2014/main" id="{6E75299D-9C59-4AAE-8565-97AA0AA38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431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93E2C8F5-B35B-4728-AFAB-5111275C6C0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Planificación de la calidad</a:t>
            </a:r>
          </a:p>
        </p:txBody>
      </p:sp>
      <p:sp>
        <p:nvSpPr>
          <p:cNvPr id="22" name="CuadroTexto 3">
            <a:extLst>
              <a:ext uri="{FF2B5EF4-FFF2-40B4-BE49-F238E27FC236}">
                <a16:creationId xmlns="" xmlns:a16="http://schemas.microsoft.com/office/drawing/2014/main" id="{9EB63B36-517C-426A-B2B8-D7B64059A69B}"/>
              </a:ext>
            </a:extLst>
          </p:cNvPr>
          <p:cNvSpPr txBox="1"/>
          <p:nvPr/>
        </p:nvSpPr>
        <p:spPr>
          <a:xfrm>
            <a:off x="677333" y="2194560"/>
            <a:ext cx="58166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Documentación previa: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Plan de dirección del proyecto 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Registro de interesados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Factor ambientales de la empresa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s-E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Herramientas: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Análisis de costo-beneficio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Diagramas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Estudios comparativos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Reuniones (Calidad y Control)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57772695-2D21-4EA9-A74C-92096292B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37" y="2501159"/>
            <a:ext cx="3410926" cy="341092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="" xmlns:a16="http://schemas.microsoft.com/office/drawing/2014/main" id="{2D147FA0-BD23-4B05-9291-2460D1B39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="" xmlns:a16="http://schemas.microsoft.com/office/drawing/2014/main" id="{5BC985BF-B420-4424-875E-D6E0AA5E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732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296867E1-7085-4615-919C-C6B7FD69E92B}"/>
              </a:ext>
            </a:extLst>
          </p:cNvPr>
          <p:cNvSpPr txBox="1"/>
          <p:nvPr/>
        </p:nvSpPr>
        <p:spPr>
          <a:xfrm>
            <a:off x="1069145" y="2254349"/>
            <a:ext cx="99458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/>
              <a:t>¿Se realizan las actividades correctamente?</a:t>
            </a:r>
          </a:p>
          <a:p>
            <a:endParaRPr lang="es-ES_tradnl" sz="2000" dirty="0"/>
          </a:p>
          <a:p>
            <a:r>
              <a:rPr lang="es-ES_tradnl" sz="2000" b="1" i="1" dirty="0"/>
              <a:t>					¿Cómo comprobar que se ejecutan correctamente?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Valorar si se están cumpliendo los estándares de calidad establecidos por SAMBA </a:t>
            </a:r>
            <a:r>
              <a:rPr lang="es-ES" sz="2000" dirty="0" err="1"/>
              <a:t>Solutions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dirty="0"/>
          </a:p>
          <a:p>
            <a:pPr lvl="6"/>
            <a:r>
              <a:rPr lang="es-ES" sz="2000" dirty="0"/>
              <a:t>                   Listas de verificación</a:t>
            </a: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="" xmlns:a16="http://schemas.microsoft.com/office/drawing/2014/main" id="{7BCFBB9F-720F-4D8F-BDBE-92AD19C16D0A}"/>
              </a:ext>
            </a:extLst>
          </p:cNvPr>
          <p:cNvSpPr/>
          <p:nvPr/>
        </p:nvSpPr>
        <p:spPr>
          <a:xfrm>
            <a:off x="3784210" y="5090745"/>
            <a:ext cx="1195754" cy="221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07653232-98D1-4CF1-92BC-50C4D0532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="" xmlns:a16="http://schemas.microsoft.com/office/drawing/2014/main" id="{F7361879-26CD-421E-9D92-0709EF5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4799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462003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="" xmlns:a16="http://schemas.microsoft.com/office/drawing/2014/main" id="{DF30AEDC-40B4-407D-8A02-5B21195BD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8" y="4480588"/>
            <a:ext cx="2242625" cy="22426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="" xmlns:a16="http://schemas.microsoft.com/office/drawing/2014/main" id="{B38DEE96-13B5-422F-83DB-00FFFAAC9BBA}"/>
              </a:ext>
            </a:extLst>
          </p:cNvPr>
          <p:cNvSpPr/>
          <p:nvPr/>
        </p:nvSpPr>
        <p:spPr>
          <a:xfrm>
            <a:off x="909711" y="3084845"/>
            <a:ext cx="105964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coste, CPI: Una medida de la eficiencia en costos de los recursos presupuestados expresada como la razón entre el valor ganado y el costo real.</a:t>
            </a:r>
          </a:p>
          <a:p>
            <a:pPr lvl="1" algn="just"/>
            <a:endParaRPr lang="es-ES" dirty="0"/>
          </a:p>
          <a:p>
            <a:pPr lvl="1"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cronograma, SPI: Una medida de la eficiencia del </a:t>
            </a:r>
            <a:r>
              <a:rPr lang="es-ES_tradnl" dirty="0"/>
              <a:t>cronograma que se expresa como la </a:t>
            </a:r>
            <a:r>
              <a:rPr lang="es-ES" dirty="0"/>
              <a:t>razón entre el valor ganado y el valor </a:t>
            </a:r>
            <a:r>
              <a:rPr lang="es-ES_tradnl" dirty="0"/>
              <a:t>planificado.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="" xmlns:a16="http://schemas.microsoft.com/office/drawing/2014/main" id="{A5125A33-061C-4A23-94FA-EB02F720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751" y="1355556"/>
            <a:ext cx="1665849" cy="166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="" xmlns:a16="http://schemas.microsoft.com/office/drawing/2014/main" id="{C348F992-5967-454B-9D4A-AEA745C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4C544C9C-E5D5-4031-8ACB-0CA60F38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Una lista de verificación es una herramienta estructurada, por lo general específica de cada componente, que se utiliza para verificar que se hayan llevado a cabo una serie de pasos necesarios.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6B5019D5-658F-406F-A497-1A08E2CB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309330"/>
            <a:ext cx="2743200" cy="2743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="" xmlns:a16="http://schemas.microsoft.com/office/drawing/2014/main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="" xmlns:a16="http://schemas.microsoft.com/office/drawing/2014/main" id="{4EC8E9AC-3DCA-402E-B550-CCA60EB98925}"/>
              </a:ext>
            </a:extLst>
          </p:cNvPr>
          <p:cNvSpPr txBox="1"/>
          <p:nvPr/>
        </p:nvSpPr>
        <p:spPr>
          <a:xfrm>
            <a:off x="1702191" y="3548521"/>
            <a:ext cx="5689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/>
          </a:p>
          <a:p>
            <a:r>
              <a:rPr lang="es-ES" b="1">
                <a:solidFill>
                  <a:srgbClr val="00B050"/>
                </a:solidFill>
                <a:highlight>
                  <a:srgbClr val="000000"/>
                </a:highlight>
              </a:rPr>
              <a:t>1</a:t>
            </a:r>
            <a:r>
              <a:rPr lang="es-ES"/>
              <a:t> – Se cumplen los requisitos de calidad</a:t>
            </a:r>
          </a:p>
          <a:p>
            <a:r>
              <a:rPr lang="es-ES" b="1">
                <a:solidFill>
                  <a:srgbClr val="FFFF00"/>
                </a:solidFill>
                <a:highlight>
                  <a:srgbClr val="000000"/>
                </a:highlight>
              </a:rPr>
              <a:t>2</a:t>
            </a:r>
            <a:r>
              <a:rPr lang="es-ES"/>
              <a:t> – Se cumplen los requisitos de forma parcial</a:t>
            </a:r>
          </a:p>
          <a:p>
            <a:r>
              <a:rPr lang="es-ES" b="1">
                <a:solidFill>
                  <a:srgbClr val="FF0000"/>
                </a:solidFill>
                <a:highlight>
                  <a:srgbClr val="000000"/>
                </a:highlight>
              </a:rPr>
              <a:t>3</a:t>
            </a:r>
            <a:r>
              <a:rPr lang="es-ES"/>
              <a:t> – No cumplen los requisitos.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225AF8F-1CFD-4104-8BA0-5F76EA31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MEJORAS DEL PROYECTO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6786826A-DFE5-453C-B4F0-ADD9C9E8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="" xmlns:a16="http://schemas.microsoft.com/office/drawing/2014/main" id="{3B353250-C3A7-4307-B308-7C318B704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115597"/>
              </p:ext>
            </p:extLst>
          </p:nvPr>
        </p:nvGraphicFramePr>
        <p:xfrm>
          <a:off x="2895600" y="2073682"/>
          <a:ext cx="7083865" cy="43447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404837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30398286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212806" y="2830041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8713577" y="3414572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8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845527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="" xmlns:a16="http://schemas.microsoft.com/office/drawing/2014/main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="" xmlns:a16="http://schemas.microsoft.com/office/drawing/2014/main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413CBD-AE65-430F-8404-E9FB6853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Otras normativas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7B662B51-ACF4-491A-8D0D-1598535F5C66}"/>
              </a:ext>
            </a:extLst>
          </p:cNvPr>
          <p:cNvSpPr txBox="1"/>
          <p:nvPr/>
        </p:nvSpPr>
        <p:spPr>
          <a:xfrm>
            <a:off x="1533378" y="2729132"/>
            <a:ext cx="96363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Dispositivos con Marcado CE e ISO </a:t>
            </a:r>
            <a:r>
              <a:rPr lang="es-ES" dirty="0"/>
              <a:t>13485:2016</a:t>
            </a:r>
          </a:p>
          <a:p>
            <a:endParaRPr lang="es-ES" dirty="0"/>
          </a:p>
          <a:p>
            <a:r>
              <a:rPr lang="es-ES" dirty="0"/>
              <a:t>Gestión tecnológica del servicio </a:t>
            </a:r>
            <a:r>
              <a:rPr lang="es-ES" i="1" dirty="0" err="1"/>
              <a:t>MeCuida</a:t>
            </a:r>
            <a:r>
              <a:rPr lang="es-ES" dirty="0"/>
              <a:t> -&gt; Metodología ITIL.</a:t>
            </a:r>
            <a:endParaRPr lang="es-ES_tradnl" dirty="0"/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="" xmlns:a16="http://schemas.microsoft.com/office/drawing/2014/main" id="{6290FF63-E63E-4593-AEB6-294733FF8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205" y="4548989"/>
            <a:ext cx="1905000" cy="13620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8AE49F64-EE44-40B0-B957-D9638658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000" y="4158463"/>
            <a:ext cx="2143125" cy="214312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B452BEB5-A5F7-4D49-89C7-517F2A155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670" y="4888755"/>
            <a:ext cx="2143125" cy="946064"/>
          </a:xfrm>
          <a:prstGeom prst="rect">
            <a:avLst/>
          </a:prstGeom>
        </p:spPr>
      </p:pic>
      <p:sp>
        <p:nvSpPr>
          <p:cNvPr id="8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825160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2474818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6427577" y="4078601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12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965399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1978946"/>
            <a:ext cx="6397811" cy="34165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="" xmlns:a16="http://schemas.microsoft.com/office/drawing/2014/main" id="{2BDB56AF-3955-4AF2-AB32-3B499FA21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03" y="2306623"/>
            <a:ext cx="5152894" cy="3048571"/>
          </a:xfrm>
          <a:prstGeom prst="rect">
            <a:avLst/>
          </a:prstGeom>
        </p:spPr>
      </p:pic>
      <p:sp>
        <p:nvSpPr>
          <p:cNvPr id="9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13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779188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6931160" y="474263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14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985363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6" name="5 Elipse"/>
          <p:cNvSpPr/>
          <p:nvPr/>
        </p:nvSpPr>
        <p:spPr>
          <a:xfrm>
            <a:off x="4918972" y="2062753"/>
            <a:ext cx="2140528" cy="967054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Elipse"/>
          <p:cNvSpPr/>
          <p:nvPr/>
        </p:nvSpPr>
        <p:spPr>
          <a:xfrm>
            <a:off x="3726860" y="348521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Elipse"/>
          <p:cNvSpPr/>
          <p:nvPr/>
        </p:nvSpPr>
        <p:spPr>
          <a:xfrm>
            <a:off x="1323074" y="3471359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Elipse"/>
          <p:cNvSpPr/>
          <p:nvPr/>
        </p:nvSpPr>
        <p:spPr>
          <a:xfrm>
            <a:off x="8505810" y="3485211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Elipse"/>
          <p:cNvSpPr/>
          <p:nvPr/>
        </p:nvSpPr>
        <p:spPr>
          <a:xfrm>
            <a:off x="6102024" y="347135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Elipse"/>
          <p:cNvSpPr/>
          <p:nvPr/>
        </p:nvSpPr>
        <p:spPr>
          <a:xfrm>
            <a:off x="5009404" y="4708974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2615144" y="4695118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13 Elipse"/>
          <p:cNvSpPr/>
          <p:nvPr/>
        </p:nvSpPr>
        <p:spPr>
          <a:xfrm>
            <a:off x="9793117" y="4723259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Elipse"/>
          <p:cNvSpPr/>
          <p:nvPr/>
        </p:nvSpPr>
        <p:spPr>
          <a:xfrm>
            <a:off x="7379805" y="4709403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15 Rectángulo"/>
          <p:cNvSpPr/>
          <p:nvPr/>
        </p:nvSpPr>
        <p:spPr>
          <a:xfrm>
            <a:off x="2617181" y="5500017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16 Rectángulo"/>
          <p:cNvSpPr/>
          <p:nvPr/>
        </p:nvSpPr>
        <p:spPr>
          <a:xfrm>
            <a:off x="5008011" y="5520425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7 Rectángulo"/>
          <p:cNvSpPr/>
          <p:nvPr/>
        </p:nvSpPr>
        <p:spPr>
          <a:xfrm>
            <a:off x="7390002" y="5510899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18 Rectángulo"/>
          <p:cNvSpPr/>
          <p:nvPr/>
        </p:nvSpPr>
        <p:spPr>
          <a:xfrm>
            <a:off x="9804647" y="5521781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1" name="20 Conector recto"/>
          <p:cNvCxnSpPr/>
          <p:nvPr/>
        </p:nvCxnSpPr>
        <p:spPr>
          <a:xfrm>
            <a:off x="2393338" y="3254833"/>
            <a:ext cx="71827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"/>
          <p:cNvCxnSpPr>
            <a:stCxn id="8" idx="4"/>
          </p:cNvCxnSpPr>
          <p:nvPr/>
        </p:nvCxnSpPr>
        <p:spPr>
          <a:xfrm>
            <a:off x="2393338" y="4438413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>
            <a:off x="4789111" y="3259580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>
            <a:off x="7164066" y="325917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>
            <a:off x="9578891" y="3263926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26 Conector recto"/>
          <p:cNvCxnSpPr/>
          <p:nvPr/>
        </p:nvCxnSpPr>
        <p:spPr>
          <a:xfrm>
            <a:off x="5992352" y="3032923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27 Conector recto"/>
          <p:cNvCxnSpPr/>
          <p:nvPr/>
        </p:nvCxnSpPr>
        <p:spPr>
          <a:xfrm rot="5400000">
            <a:off x="2502888" y="483091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29 Conector recto"/>
          <p:cNvCxnSpPr/>
          <p:nvPr/>
        </p:nvCxnSpPr>
        <p:spPr>
          <a:xfrm rot="5400000">
            <a:off x="2502872" y="560250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31 Conector recto"/>
          <p:cNvCxnSpPr/>
          <p:nvPr/>
        </p:nvCxnSpPr>
        <p:spPr>
          <a:xfrm>
            <a:off x="2394625" y="325482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"/>
          <p:cNvCxnSpPr/>
          <p:nvPr/>
        </p:nvCxnSpPr>
        <p:spPr>
          <a:xfrm>
            <a:off x="4791677" y="4456867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33 Conector recto"/>
          <p:cNvCxnSpPr/>
          <p:nvPr/>
        </p:nvCxnSpPr>
        <p:spPr>
          <a:xfrm rot="5400000">
            <a:off x="4901227" y="484936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4 Conector recto"/>
          <p:cNvCxnSpPr/>
          <p:nvPr/>
        </p:nvCxnSpPr>
        <p:spPr>
          <a:xfrm rot="5400000">
            <a:off x="4901211" y="562095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5 Conector recto"/>
          <p:cNvCxnSpPr/>
          <p:nvPr/>
        </p:nvCxnSpPr>
        <p:spPr>
          <a:xfrm>
            <a:off x="7164066" y="4452104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 rot="5400000">
            <a:off x="7273616" y="484460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37 Conector recto"/>
          <p:cNvCxnSpPr/>
          <p:nvPr/>
        </p:nvCxnSpPr>
        <p:spPr>
          <a:xfrm rot="5400000">
            <a:off x="7273600" y="561619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>
            <a:off x="9578891" y="4466490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 rot="5400000">
            <a:off x="9688441" y="485898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 rot="5400000">
            <a:off x="9688425" y="563057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41 CuadroTexto"/>
          <p:cNvSpPr txBox="1"/>
          <p:nvPr/>
        </p:nvSpPr>
        <p:spPr>
          <a:xfrm>
            <a:off x="5053269" y="2161708"/>
            <a:ext cx="1878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CEO</a:t>
            </a:r>
          </a:p>
          <a:p>
            <a:pPr algn="ctr"/>
            <a:r>
              <a:rPr lang="es-ES" dirty="0" err="1"/>
              <a:t>Boby</a:t>
            </a:r>
            <a:r>
              <a:rPr lang="es-ES" dirty="0"/>
              <a:t> </a:t>
            </a:r>
            <a:r>
              <a:rPr lang="es-ES" dirty="0" err="1"/>
              <a:t>Nicusor</a:t>
            </a:r>
            <a:endParaRPr lang="es-ES" dirty="0"/>
          </a:p>
        </p:txBody>
      </p:sp>
      <p:sp>
        <p:nvSpPr>
          <p:cNvPr id="43" name="42 CuadroTexto"/>
          <p:cNvSpPr txBox="1"/>
          <p:nvPr/>
        </p:nvSpPr>
        <p:spPr>
          <a:xfrm>
            <a:off x="1386841" y="3645576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Calidad</a:t>
            </a:r>
          </a:p>
          <a:p>
            <a:pPr algn="ctr"/>
            <a:r>
              <a:rPr lang="es-ES" sz="1400" dirty="0"/>
              <a:t>Adrián Gallego</a:t>
            </a:r>
          </a:p>
        </p:txBody>
      </p:sp>
      <p:sp>
        <p:nvSpPr>
          <p:cNvPr id="47" name="46 CuadroTexto"/>
          <p:cNvSpPr txBox="1"/>
          <p:nvPr/>
        </p:nvSpPr>
        <p:spPr>
          <a:xfrm>
            <a:off x="3792244" y="3645575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RRHH</a:t>
            </a:r>
          </a:p>
          <a:p>
            <a:pPr algn="ctr"/>
            <a:r>
              <a:rPr lang="es-ES" sz="1400" dirty="0"/>
              <a:t>Sergio </a:t>
            </a:r>
            <a:r>
              <a:rPr lang="es-ES" sz="1400" dirty="0" err="1"/>
              <a:t>Lluva</a:t>
            </a:r>
            <a:endParaRPr lang="es-ES" sz="1400" dirty="0"/>
          </a:p>
        </p:txBody>
      </p:sp>
      <p:sp>
        <p:nvSpPr>
          <p:cNvPr id="48" name="47 CuadroTexto"/>
          <p:cNvSpPr txBox="1"/>
          <p:nvPr/>
        </p:nvSpPr>
        <p:spPr>
          <a:xfrm>
            <a:off x="6110048" y="3645575"/>
            <a:ext cx="22058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Directora de Marketing</a:t>
            </a:r>
          </a:p>
          <a:p>
            <a:pPr algn="ctr"/>
            <a:r>
              <a:rPr lang="es-ES" sz="1400" dirty="0"/>
              <a:t>Mari Cortes Benito</a:t>
            </a:r>
          </a:p>
        </p:txBody>
      </p:sp>
      <p:sp>
        <p:nvSpPr>
          <p:cNvPr id="49" name="48 CuadroTexto"/>
          <p:cNvSpPr txBox="1"/>
          <p:nvPr/>
        </p:nvSpPr>
        <p:spPr>
          <a:xfrm>
            <a:off x="8579207" y="3645575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Finanzas</a:t>
            </a:r>
          </a:p>
          <a:p>
            <a:pPr algn="ctr"/>
            <a:r>
              <a:rPr lang="es-ES" sz="1400" dirty="0"/>
              <a:t>Alejandro Paniagua</a:t>
            </a:r>
          </a:p>
        </p:txBody>
      </p:sp>
      <p:sp>
        <p:nvSpPr>
          <p:cNvPr id="50" name="49 CuadroTexto"/>
          <p:cNvSpPr txBox="1"/>
          <p:nvPr/>
        </p:nvSpPr>
        <p:spPr>
          <a:xfrm>
            <a:off x="2320291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51" name="50 CuadroTexto"/>
          <p:cNvSpPr txBox="1"/>
          <p:nvPr/>
        </p:nvSpPr>
        <p:spPr>
          <a:xfrm>
            <a:off x="2320291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52" name="51 CuadroTexto"/>
          <p:cNvSpPr txBox="1"/>
          <p:nvPr/>
        </p:nvSpPr>
        <p:spPr>
          <a:xfrm>
            <a:off x="4692016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53" name="52 CuadroTexto"/>
          <p:cNvSpPr txBox="1"/>
          <p:nvPr/>
        </p:nvSpPr>
        <p:spPr>
          <a:xfrm>
            <a:off x="4692016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66" name="65 CuadroTexto"/>
          <p:cNvSpPr txBox="1"/>
          <p:nvPr/>
        </p:nvSpPr>
        <p:spPr>
          <a:xfrm>
            <a:off x="7111366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67" name="66 CuadroTexto"/>
          <p:cNvSpPr txBox="1"/>
          <p:nvPr/>
        </p:nvSpPr>
        <p:spPr>
          <a:xfrm>
            <a:off x="7111366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68" name="67 CuadroTexto"/>
          <p:cNvSpPr txBox="1"/>
          <p:nvPr/>
        </p:nvSpPr>
        <p:spPr>
          <a:xfrm>
            <a:off x="9483091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69" name="68 CuadroTexto"/>
          <p:cNvSpPr txBox="1"/>
          <p:nvPr/>
        </p:nvSpPr>
        <p:spPr>
          <a:xfrm>
            <a:off x="9483091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11" name="10 Rectángulo"/>
          <p:cNvSpPr/>
          <p:nvPr/>
        </p:nvSpPr>
        <p:spPr>
          <a:xfrm>
            <a:off x="1174172" y="1943100"/>
            <a:ext cx="9590809" cy="2608117"/>
          </a:xfrm>
          <a:prstGeom prst="rect">
            <a:avLst/>
          </a:prstGeom>
          <a:noFill/>
          <a:ln w="38100">
            <a:solidFill>
              <a:schemeClr val="accent6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527141" y="2107214"/>
            <a:ext cx="4024077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Organigrama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Funcional</a:t>
            </a:r>
            <a:r>
              <a:rPr lang="es-ES_tradnl" sz="3200" dirty="0"/>
              <a:t> </a:t>
            </a:r>
          </a:p>
        </p:txBody>
      </p:sp>
      <p:sp>
        <p:nvSpPr>
          <p:cNvPr id="22" name="21 Rectángulo"/>
          <p:cNvSpPr/>
          <p:nvPr/>
        </p:nvSpPr>
        <p:spPr>
          <a:xfrm>
            <a:off x="9269819" y="2167743"/>
            <a:ext cx="1778051" cy="923330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cap="none" spc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PMO</a:t>
            </a:r>
          </a:p>
        </p:txBody>
      </p:sp>
      <p:sp>
        <p:nvSpPr>
          <p:cNvPr id="55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15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160271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800" b="1" dirty="0"/>
              <a:t>Políticas de empresa: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Días laborables: Lunes a Viernes</a:t>
            </a:r>
          </a:p>
          <a:p>
            <a:pPr lvl="1"/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Flexibilidad horaria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sanitarias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cheque restaurante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de transporte e idiomas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62383"/>
          <a:stretch/>
        </p:blipFill>
        <p:spPr bwMode="auto">
          <a:xfrm>
            <a:off x="6712541" y="1981201"/>
            <a:ext cx="3824694" cy="96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329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8204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4576825" y="2707761"/>
            <a:ext cx="1097844" cy="1092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532" y="3460520"/>
            <a:ext cx="1117009" cy="9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541" y="4076740"/>
            <a:ext cx="1052512" cy="1067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053" y="5020300"/>
            <a:ext cx="1062037" cy="1048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209" y="5020300"/>
            <a:ext cx="1248662" cy="1161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 txBox="1">
            <a:spLocks/>
          </p:cNvSpPr>
          <p:nvPr/>
        </p:nvSpPr>
        <p:spPr>
          <a:xfrm>
            <a:off x="8763000" y="60605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2000" smtClean="0"/>
              <a:pPr/>
              <a:t>16</a:t>
            </a:fld>
            <a:r>
              <a:rPr lang="es-ES" sz="200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34050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908" y="2194803"/>
            <a:ext cx="10306818" cy="36667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319322" y="1639618"/>
            <a:ext cx="96354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Matriz de </a:t>
            </a:r>
          </a:p>
          <a:p>
            <a:r>
              <a:rPr lang="es-ES_tradnl" sz="2400" dirty="0"/>
              <a:t>responsabilidades </a:t>
            </a:r>
          </a:p>
        </p:txBody>
      </p:sp>
      <p:sp>
        <p:nvSpPr>
          <p:cNvPr id="8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 txBox="1">
            <a:spLocks/>
          </p:cNvSpPr>
          <p:nvPr/>
        </p:nvSpPr>
        <p:spPr>
          <a:xfrm>
            <a:off x="8763000" y="60605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2000" smtClean="0"/>
              <a:pPr/>
              <a:t>17</a:t>
            </a:fld>
            <a:r>
              <a:rPr lang="es-ES" sz="2000" smtClean="0"/>
              <a:t>/22</a:t>
            </a:r>
            <a:endParaRPr lang="es-ES" sz="2000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9" y="1119639"/>
            <a:ext cx="2141453" cy="9354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52888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8924848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9689439" y="535222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042636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18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053144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Adquisición del equipo de trabajo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19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Máximo responsable: CEO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Consenso con la PMO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Perfiles Variados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Ingenieros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Economistas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Publicistas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249" y="3700205"/>
            <a:ext cx="2095500" cy="2381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5273" y="2606825"/>
            <a:ext cx="1827951" cy="193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 txBox="1">
            <a:spLocks/>
          </p:cNvSpPr>
          <p:nvPr/>
        </p:nvSpPr>
        <p:spPr>
          <a:xfrm>
            <a:off x="8763000" y="60605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2000" smtClean="0"/>
              <a:pPr/>
              <a:t>19</a:t>
            </a:fld>
            <a:r>
              <a:rPr lang="es-ES" sz="200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77618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2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Adquisición </a:t>
            </a:r>
            <a:r>
              <a:rPr lang="es-ES_tradnl" dirty="0" smtClean="0"/>
              <a:t>y desarrollo del </a:t>
            </a:r>
            <a:r>
              <a:rPr lang="es-ES_tradnl" dirty="0"/>
              <a:t>equipo de trabajo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b="1" dirty="0" smtClean="0"/>
              <a:t>Equipo de trabajo</a:t>
            </a: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No </a:t>
            </a:r>
            <a:r>
              <a:rPr lang="es-ES_tradnl" sz="2400" dirty="0"/>
              <a:t>es necesaria ampliación de </a:t>
            </a:r>
            <a:r>
              <a:rPr lang="es-ES_tradnl" sz="2400" dirty="0" smtClean="0"/>
              <a:t>personal</a:t>
            </a: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Talento + afinidad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b="1" dirty="0" smtClean="0"/>
              <a:t>Desarrollo</a:t>
            </a: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Formación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Desarrollo personal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Tareas grupales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 txBox="1">
            <a:spLocks/>
          </p:cNvSpPr>
          <p:nvPr/>
        </p:nvSpPr>
        <p:spPr>
          <a:xfrm>
            <a:off x="8763000" y="60605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2000" smtClean="0"/>
              <a:pPr/>
              <a:t>20</a:t>
            </a:fld>
            <a:r>
              <a:rPr lang="es-ES" sz="200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3161693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4820197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7429795" y="5972715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7064408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2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9672552" y="5402819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21</a:t>
            </a:fld>
            <a:r>
              <a:rPr lang="es-ES" sz="2000" dirty="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2478018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Dirección del equipo de proyecto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22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Control imputación de 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err="1"/>
              <a:t>Feedback</a:t>
            </a:r>
            <a:r>
              <a:rPr lang="es-ES_tradnl" sz="2400" dirty="0"/>
              <a:t> al responsable directo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Regla básica: Comunicación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Coordinación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213" y="3157765"/>
            <a:ext cx="5614987" cy="30715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 txBox="1">
            <a:spLocks/>
          </p:cNvSpPr>
          <p:nvPr/>
        </p:nvSpPr>
        <p:spPr>
          <a:xfrm>
            <a:off x="8763000" y="60605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2000" smtClean="0"/>
              <a:pPr/>
              <a:t>22</a:t>
            </a:fld>
            <a:r>
              <a:rPr lang="es-ES" sz="2000" smtClean="0"/>
              <a:t>/22</a:t>
            </a: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3350154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="" xmlns:a16="http://schemas.microsoft.com/office/drawing/2014/main" id="{5E71BCA0-2CC4-4511-8ACE-FEABFF1955F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="" xmlns:a16="http://schemas.microsoft.com/office/drawing/2014/main" id="{A3A93F36-A3CE-448B-BA00-FC0300AA8ED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11">
            <a:extLst>
              <a:ext uri="{FF2B5EF4-FFF2-40B4-BE49-F238E27FC236}">
                <a16:creationId xmlns="" xmlns:a16="http://schemas.microsoft.com/office/drawing/2014/main" id="{A8DF542A-AECF-4920-B91A-4605B62A452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="" xmlns:a16="http://schemas.microsoft.com/office/drawing/2014/main" id="{70C70F52-156C-4880-991F-296A9628FFB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=""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="" xmlns:a16="http://schemas.microsoft.com/office/drawing/2014/main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705</TotalTime>
  <Words>650</Words>
  <Application>Microsoft Office PowerPoint</Application>
  <PresentationFormat>Personalizado</PresentationFormat>
  <Paragraphs>221</Paragraphs>
  <Slides>24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5" baseType="lpstr">
      <vt:lpstr>Estela de condensación</vt:lpstr>
      <vt:lpstr>Proyecto MeCuida</vt:lpstr>
      <vt:lpstr>Índice</vt:lpstr>
      <vt:lpstr>PLANIFICACIÓN de la calidad</vt:lpstr>
      <vt:lpstr>Planificación de la calidad</vt:lpstr>
      <vt:lpstr>PLAN DE GESTIÓN DE CALIDAD</vt:lpstr>
      <vt:lpstr>MÉTRICAS DE CALIDAD</vt:lpstr>
      <vt:lpstr>LISTAS DE VERIFICACIÓN</vt:lpstr>
      <vt:lpstr>PLAN DE MEJORAS DEL PROYECTO</vt:lpstr>
      <vt:lpstr>Índice</vt:lpstr>
      <vt:lpstr>Aseguramiento de calidad</vt:lpstr>
      <vt:lpstr>AUDITORÍAS</vt:lpstr>
      <vt:lpstr>Otras normativas</vt:lpstr>
      <vt:lpstr>Índice</vt:lpstr>
      <vt:lpstr>SOLICITUD DE CAMBIO</vt:lpstr>
      <vt:lpstr>Índice</vt:lpstr>
      <vt:lpstr>Planificación de los recursos humanos</vt:lpstr>
      <vt:lpstr>Planificación de los recursos humanos</vt:lpstr>
      <vt:lpstr>Planificación de los recursos humanos</vt:lpstr>
      <vt:lpstr>Índice</vt:lpstr>
      <vt:lpstr>Adquisición del equipo de trabajo</vt:lpstr>
      <vt:lpstr>Adquisición y desarrollo del equipo de trabajo</vt:lpstr>
      <vt:lpstr>Índice</vt:lpstr>
      <vt:lpstr>Dirección del equipo de proyecto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Arturo Paniagua</cp:lastModifiedBy>
  <cp:revision>73</cp:revision>
  <dcterms:created xsi:type="dcterms:W3CDTF">2018-11-10T15:50:50Z</dcterms:created>
  <dcterms:modified xsi:type="dcterms:W3CDTF">2018-11-21T16:36:53Z</dcterms:modified>
</cp:coreProperties>
</file>