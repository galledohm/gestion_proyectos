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78" r:id="rId1"/>
  </p:sldMasterIdLst>
  <p:notesMasterIdLst>
    <p:notesMasterId r:id="rId26"/>
  </p:notesMasterIdLst>
  <p:handoutMasterIdLst>
    <p:handoutMasterId r:id="rId27"/>
  </p:handoutMasterIdLst>
  <p:sldIdLst>
    <p:sldId id="256" r:id="rId2"/>
    <p:sldId id="316" r:id="rId3"/>
    <p:sldId id="259" r:id="rId4"/>
    <p:sldId id="287" r:id="rId5"/>
    <p:sldId id="295" r:id="rId6"/>
    <p:sldId id="288" r:id="rId7"/>
    <p:sldId id="289" r:id="rId8"/>
    <p:sldId id="296" r:id="rId9"/>
    <p:sldId id="315" r:id="rId10"/>
    <p:sldId id="258" r:id="rId11"/>
    <p:sldId id="291" r:id="rId12"/>
    <p:sldId id="297" r:id="rId13"/>
    <p:sldId id="314" r:id="rId14"/>
    <p:sldId id="292" r:id="rId15"/>
    <p:sldId id="313" r:id="rId16"/>
    <p:sldId id="299" r:id="rId17"/>
    <p:sldId id="303" r:id="rId18"/>
    <p:sldId id="300" r:id="rId19"/>
    <p:sldId id="301" r:id="rId20"/>
    <p:sldId id="305" r:id="rId21"/>
    <p:sldId id="310" r:id="rId22"/>
    <p:sldId id="312" r:id="rId23"/>
    <p:sldId id="311" r:id="rId24"/>
    <p:sldId id="280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74"/>
  </p:normalViewPr>
  <p:slideViewPr>
    <p:cSldViewPr snapToGrid="0" snapToObjects="1">
      <p:cViewPr varScale="1">
        <p:scale>
          <a:sx n="87" d="100"/>
          <a:sy n="87" d="100"/>
        </p:scale>
        <p:origin x="-96" y="-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BECA17F7-5C89-43C2-AA85-24BB67B7A8AC}" type="presOf" srcId="{EA05A323-1CD6-E844-BD1C-19A2225C0340}" destId="{821592CB-BF1E-40A4-88FF-532C668728A8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D7EF2BF9-70B2-42DC-B8ED-AB4AA65487A8}" type="presOf" srcId="{5B536FDF-F2F3-4D05-AF9A-89E79C92380B}" destId="{EDBBCE88-88E0-4C06-BA01-B4EFB6C685E1}" srcOrd="0" destOrd="0" presId="urn:microsoft.com/office/officeart/2008/layout/LinedList"/>
    <dgm:cxn modelId="{4C427263-4CCA-49B6-9EC7-C37391C1EDD9}" type="presOf" srcId="{4D7DCE72-F1C7-3648-B096-B3BF2FA1BA56}" destId="{F1E3A902-B27E-4D1E-9D62-838DBF77570E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42E9DCA9-030D-43E6-A3AF-F2064BF0153E}" type="presOf" srcId="{9C0C5B6B-88B0-0644-95CC-DA013289C236}" destId="{520D1D2C-1114-41BF-8F7E-61F71B01A781}" srcOrd="0" destOrd="0" presId="urn:microsoft.com/office/officeart/2008/layout/LinedList"/>
    <dgm:cxn modelId="{2987E87C-3A35-4C2A-964A-0AE3E631C507}" type="presOf" srcId="{C3CE8D9A-2F5F-E04C-AF81-B61DA3187B58}" destId="{A4615577-DB07-0E46-BAD9-752076C1E8EB}" srcOrd="0" destOrd="0" presId="urn:microsoft.com/office/officeart/2008/layout/LinedList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5EAD49E3-7CD6-4894-A32E-F8D58386B314}" type="presOf" srcId="{A00DC1EC-B999-A640-8654-4E50ABDDE020}" destId="{9891002C-403A-A043-B663-E6FEB51C2557}" srcOrd="0" destOrd="0" presId="urn:microsoft.com/office/officeart/2008/layout/LinedList"/>
    <dgm:cxn modelId="{434F4CFB-BC8E-496E-AB9D-8BA6E7C144D1}" type="presOf" srcId="{2D50EED0-437B-1441-8B3B-81295EA238A9}" destId="{0FAAA673-A6AE-2E48-9396-AEC5BB305A0E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E3340F00-94EF-41B5-A412-592405C27FBF}" type="presOf" srcId="{C067AB59-C7C5-C74B-8B60-2FA743781E39}" destId="{CECABC1D-D0D2-4346-AB17-5BDF3AE0B320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E738574A-5B1A-4ED2-A4F3-81A2EE5E95BA}" type="presOf" srcId="{D1D10F65-8C36-4800-AD9D-4A75930380A4}" destId="{792A15AE-68CB-4B5E-A488-D8B2430819E0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93F6E6E2-E1D3-416A-ACC6-A47FFCF4B7B8}" type="presOf" srcId="{D206AD7D-6FCF-BA4A-A881-D49C0A782FC3}" destId="{70B24025-E2C6-417F-99E1-3AE2064C772D}" srcOrd="0" destOrd="0" presId="urn:microsoft.com/office/officeart/2008/layout/LinedList"/>
    <dgm:cxn modelId="{75617100-F006-4082-B280-E80DBFC0AAC9}" type="presParOf" srcId="{A4615577-DB07-0E46-BAD9-752076C1E8EB}" destId="{A70494F9-BBC6-9B4D-ABE0-28B7062A7EEA}" srcOrd="0" destOrd="0" presId="urn:microsoft.com/office/officeart/2008/layout/LinedList"/>
    <dgm:cxn modelId="{39E12821-F839-48D0-9355-3A7C33D6EB45}" type="presParOf" srcId="{A4615577-DB07-0E46-BAD9-752076C1E8EB}" destId="{4DE94855-2BF1-EB40-B090-FE0F9B4B301E}" srcOrd="1" destOrd="0" presId="urn:microsoft.com/office/officeart/2008/layout/LinedList"/>
    <dgm:cxn modelId="{EAAB0935-0EBA-4B2A-AB4E-8F353734522A}" type="presParOf" srcId="{4DE94855-2BF1-EB40-B090-FE0F9B4B301E}" destId="{0FAAA673-A6AE-2E48-9396-AEC5BB305A0E}" srcOrd="0" destOrd="0" presId="urn:microsoft.com/office/officeart/2008/layout/LinedList"/>
    <dgm:cxn modelId="{9BF60D6D-D940-42F2-875E-07708CE85526}" type="presParOf" srcId="{4DE94855-2BF1-EB40-B090-FE0F9B4B301E}" destId="{4D92E349-5F1C-414C-955E-416A7CFBF9E9}" srcOrd="1" destOrd="0" presId="urn:microsoft.com/office/officeart/2008/layout/LinedList"/>
    <dgm:cxn modelId="{F311F628-3D49-406D-9E31-620202DD1A00}" type="presParOf" srcId="{A4615577-DB07-0E46-BAD9-752076C1E8EB}" destId="{4324E71C-51E4-4FFA-9638-472734009553}" srcOrd="2" destOrd="0" presId="urn:microsoft.com/office/officeart/2008/layout/LinedList"/>
    <dgm:cxn modelId="{D77E7A83-F961-480C-9CF7-96D70C96354C}" type="presParOf" srcId="{A4615577-DB07-0E46-BAD9-752076C1E8EB}" destId="{35D4AF3C-4879-491B-8004-F3B88F6D9FB5}" srcOrd="3" destOrd="0" presId="urn:microsoft.com/office/officeart/2008/layout/LinedList"/>
    <dgm:cxn modelId="{21CD0090-F6E5-4DBF-9A69-B10C8371DBD9}" type="presParOf" srcId="{35D4AF3C-4879-491B-8004-F3B88F6D9FB5}" destId="{792A15AE-68CB-4B5E-A488-D8B2430819E0}" srcOrd="0" destOrd="0" presId="urn:microsoft.com/office/officeart/2008/layout/LinedList"/>
    <dgm:cxn modelId="{92044121-DDCC-4CD4-8125-3616A841C188}" type="presParOf" srcId="{35D4AF3C-4879-491B-8004-F3B88F6D9FB5}" destId="{162AB6D4-F395-4B55-9519-21B610CC0382}" srcOrd="1" destOrd="0" presId="urn:microsoft.com/office/officeart/2008/layout/LinedList"/>
    <dgm:cxn modelId="{7639CAD2-41BE-4D5E-87DB-0A1FAC1D2380}" type="presParOf" srcId="{162AB6D4-F395-4B55-9519-21B610CC0382}" destId="{412C8F4B-57E8-4EE2-95F4-7EAB16DF68B6}" srcOrd="0" destOrd="0" presId="urn:microsoft.com/office/officeart/2008/layout/LinedList"/>
    <dgm:cxn modelId="{AF45BA87-5D15-4FB4-A948-BE5B8C5C1FBB}" type="presParOf" srcId="{162AB6D4-F395-4B55-9519-21B610CC0382}" destId="{706ACAA7-2B5D-4D39-81AB-5DAABC04EC1D}" srcOrd="1" destOrd="0" presId="urn:microsoft.com/office/officeart/2008/layout/LinedList"/>
    <dgm:cxn modelId="{62026F49-4BB6-443B-9A60-EAB5A40BF93E}" type="presParOf" srcId="{706ACAA7-2B5D-4D39-81AB-5DAABC04EC1D}" destId="{3456CDB8-701B-42F1-87C2-C295CD1E48EE}" srcOrd="0" destOrd="0" presId="urn:microsoft.com/office/officeart/2008/layout/LinedList"/>
    <dgm:cxn modelId="{796C24FD-53DE-4AAB-8D5E-D6877834D83C}" type="presParOf" srcId="{706ACAA7-2B5D-4D39-81AB-5DAABC04EC1D}" destId="{520D1D2C-1114-41BF-8F7E-61F71B01A781}" srcOrd="1" destOrd="0" presId="urn:microsoft.com/office/officeart/2008/layout/LinedList"/>
    <dgm:cxn modelId="{FA53DF36-BB1B-48F1-B740-F516380A0DDE}" type="presParOf" srcId="{706ACAA7-2B5D-4D39-81AB-5DAABC04EC1D}" destId="{D6DDDC7E-F1A5-4153-9143-0972F5C1698F}" srcOrd="2" destOrd="0" presId="urn:microsoft.com/office/officeart/2008/layout/LinedList"/>
    <dgm:cxn modelId="{9CA2E242-D63F-4111-8736-BB9B35CB616B}" type="presParOf" srcId="{162AB6D4-F395-4B55-9519-21B610CC0382}" destId="{0A0EB41C-54BD-4DBD-AE20-1F9966450DC3}" srcOrd="2" destOrd="0" presId="urn:microsoft.com/office/officeart/2008/layout/LinedList"/>
    <dgm:cxn modelId="{9EC69C7B-5BB8-412D-B65D-B1E5CD3A92A2}" type="presParOf" srcId="{162AB6D4-F395-4B55-9519-21B610CC0382}" destId="{BD1DC2FA-97F1-47D7-B64D-204FB692D739}" srcOrd="3" destOrd="0" presId="urn:microsoft.com/office/officeart/2008/layout/LinedList"/>
    <dgm:cxn modelId="{5E40F09C-0AFE-4024-A9D2-03EFDAAD2226}" type="presParOf" srcId="{162AB6D4-F395-4B55-9519-21B610CC0382}" destId="{AA817BFD-CFD8-4863-BA21-FE68B817CC3C}" srcOrd="4" destOrd="0" presId="urn:microsoft.com/office/officeart/2008/layout/LinedList"/>
    <dgm:cxn modelId="{A104782D-7807-47BF-B7EC-F205013038E1}" type="presParOf" srcId="{AA817BFD-CFD8-4863-BA21-FE68B817CC3C}" destId="{BD57D683-A942-4221-A2F2-BB0CF711AC57}" srcOrd="0" destOrd="0" presId="urn:microsoft.com/office/officeart/2008/layout/LinedList"/>
    <dgm:cxn modelId="{A66C97A7-38CD-45D8-A113-7011BAA4E124}" type="presParOf" srcId="{AA817BFD-CFD8-4863-BA21-FE68B817CC3C}" destId="{F1E3A902-B27E-4D1E-9D62-838DBF77570E}" srcOrd="1" destOrd="0" presId="urn:microsoft.com/office/officeart/2008/layout/LinedList"/>
    <dgm:cxn modelId="{BFB86E4A-9615-4F92-B041-B4669DFFA07B}" type="presParOf" srcId="{AA817BFD-CFD8-4863-BA21-FE68B817CC3C}" destId="{4F138E20-5633-4DCC-BBC2-20DFBFC7868F}" srcOrd="2" destOrd="0" presId="urn:microsoft.com/office/officeart/2008/layout/LinedList"/>
    <dgm:cxn modelId="{0592E9AB-F3E4-4081-9B4A-722B43EE06CA}" type="presParOf" srcId="{162AB6D4-F395-4B55-9519-21B610CC0382}" destId="{2B79C5B5-7045-4C8A-A0D3-ED34D320DACE}" srcOrd="5" destOrd="0" presId="urn:microsoft.com/office/officeart/2008/layout/LinedList"/>
    <dgm:cxn modelId="{3C01F72E-4C7E-4715-A035-A62128DE1581}" type="presParOf" srcId="{162AB6D4-F395-4B55-9519-21B610CC0382}" destId="{8C3B0260-807F-409D-975C-EBFF816514C3}" srcOrd="6" destOrd="0" presId="urn:microsoft.com/office/officeart/2008/layout/LinedList"/>
    <dgm:cxn modelId="{D281689B-1B64-4521-877D-D38145CD6673}" type="presParOf" srcId="{162AB6D4-F395-4B55-9519-21B610CC0382}" destId="{DCC37064-A6D2-4A55-A252-3829429045E5}" srcOrd="7" destOrd="0" presId="urn:microsoft.com/office/officeart/2008/layout/LinedList"/>
    <dgm:cxn modelId="{29630E9A-9717-45EE-92EB-7C4576878D09}" type="presParOf" srcId="{DCC37064-A6D2-4A55-A252-3829429045E5}" destId="{AF620EF4-9246-40B0-95DD-0F97FD557889}" srcOrd="0" destOrd="0" presId="urn:microsoft.com/office/officeart/2008/layout/LinedList"/>
    <dgm:cxn modelId="{532F9C76-5170-4733-B19B-71FA68063A93}" type="presParOf" srcId="{DCC37064-A6D2-4A55-A252-3829429045E5}" destId="{821592CB-BF1E-40A4-88FF-532C668728A8}" srcOrd="1" destOrd="0" presId="urn:microsoft.com/office/officeart/2008/layout/LinedList"/>
    <dgm:cxn modelId="{661AF825-76F3-45FF-BB34-0B950E12531B}" type="presParOf" srcId="{DCC37064-A6D2-4A55-A252-3829429045E5}" destId="{4A2BC687-FFD6-4EBF-9A58-5F5A5936D128}" srcOrd="2" destOrd="0" presId="urn:microsoft.com/office/officeart/2008/layout/LinedList"/>
    <dgm:cxn modelId="{4B04DDF6-87B6-4927-92C1-4F8F0E6ED449}" type="presParOf" srcId="{162AB6D4-F395-4B55-9519-21B610CC0382}" destId="{AFB2C275-AEA0-46EA-8FAC-DEEB17253C42}" srcOrd="8" destOrd="0" presId="urn:microsoft.com/office/officeart/2008/layout/LinedList"/>
    <dgm:cxn modelId="{F4EE90B5-58E4-4B45-B77E-04BCCE8AD454}" type="presParOf" srcId="{162AB6D4-F395-4B55-9519-21B610CC0382}" destId="{B63F60B4-89E7-4E26-9559-C63693EDEACE}" srcOrd="9" destOrd="0" presId="urn:microsoft.com/office/officeart/2008/layout/LinedList"/>
    <dgm:cxn modelId="{9B8F2150-D409-40D8-9EB7-D06CC89D9E86}" type="presParOf" srcId="{A4615577-DB07-0E46-BAD9-752076C1E8EB}" destId="{B2F277F3-7CF1-994E-B28A-0B3155C31199}" srcOrd="4" destOrd="0" presId="urn:microsoft.com/office/officeart/2008/layout/LinedList"/>
    <dgm:cxn modelId="{2720A1C9-CB14-4059-BC33-AC9941E9A45F}" type="presParOf" srcId="{A4615577-DB07-0E46-BAD9-752076C1E8EB}" destId="{0C40495D-3188-9E48-A89E-F64BB2F461F5}" srcOrd="5" destOrd="0" presId="urn:microsoft.com/office/officeart/2008/layout/LinedList"/>
    <dgm:cxn modelId="{0996B27F-0330-45FB-8CDB-79A855374952}" type="presParOf" srcId="{0C40495D-3188-9E48-A89E-F64BB2F461F5}" destId="{9891002C-403A-A043-B663-E6FEB51C2557}" srcOrd="0" destOrd="0" presId="urn:microsoft.com/office/officeart/2008/layout/LinedList"/>
    <dgm:cxn modelId="{4087D695-9E44-427A-9283-545B12F00294}" type="presParOf" srcId="{0C40495D-3188-9E48-A89E-F64BB2F461F5}" destId="{84783DB1-8E64-8549-92F0-B23833CEE8B0}" srcOrd="1" destOrd="0" presId="urn:microsoft.com/office/officeart/2008/layout/LinedList"/>
    <dgm:cxn modelId="{9A9F7822-4C18-4EBF-AFE5-988419E6724C}" type="presParOf" srcId="{84783DB1-8E64-8549-92F0-B23833CEE8B0}" destId="{7639A2F8-0310-4BED-B4BD-EAB6A5C40B77}" srcOrd="0" destOrd="0" presId="urn:microsoft.com/office/officeart/2008/layout/LinedList"/>
    <dgm:cxn modelId="{260E14F1-A579-483E-B16F-F391F403C08A}" type="presParOf" srcId="{84783DB1-8E64-8549-92F0-B23833CEE8B0}" destId="{6A69390F-9BF9-4ABA-8159-EAF93506C37D}" srcOrd="1" destOrd="0" presId="urn:microsoft.com/office/officeart/2008/layout/LinedList"/>
    <dgm:cxn modelId="{CC1EC747-761E-45E6-B206-D252AB53F052}" type="presParOf" srcId="{6A69390F-9BF9-4ABA-8159-EAF93506C37D}" destId="{80389192-84FD-488B-A175-87A5FB0572BA}" srcOrd="0" destOrd="0" presId="urn:microsoft.com/office/officeart/2008/layout/LinedList"/>
    <dgm:cxn modelId="{FF1710FE-B781-4F1F-8995-2EBD370FF6EC}" type="presParOf" srcId="{6A69390F-9BF9-4ABA-8159-EAF93506C37D}" destId="{CECABC1D-D0D2-4346-AB17-5BDF3AE0B320}" srcOrd="1" destOrd="0" presId="urn:microsoft.com/office/officeart/2008/layout/LinedList"/>
    <dgm:cxn modelId="{5714EF57-3E99-4807-BCCF-17915EDB44C9}" type="presParOf" srcId="{6A69390F-9BF9-4ABA-8159-EAF93506C37D}" destId="{C56FE37B-F98C-4D15-95CF-6DC56554B5B4}" srcOrd="2" destOrd="0" presId="urn:microsoft.com/office/officeart/2008/layout/LinedList"/>
    <dgm:cxn modelId="{402F5F92-1744-4532-8B38-ADA29A3B416E}" type="presParOf" srcId="{84783DB1-8E64-8549-92F0-B23833CEE8B0}" destId="{5D84D3DB-F553-4712-A813-E34BD39795E9}" srcOrd="2" destOrd="0" presId="urn:microsoft.com/office/officeart/2008/layout/LinedList"/>
    <dgm:cxn modelId="{57C5BDD6-9145-4EE0-A7BD-F885FD7713F0}" type="presParOf" srcId="{84783DB1-8E64-8549-92F0-B23833CEE8B0}" destId="{2128B8DA-3804-468D-B525-5F0093F85BA2}" srcOrd="3" destOrd="0" presId="urn:microsoft.com/office/officeart/2008/layout/LinedList"/>
    <dgm:cxn modelId="{0816C631-9071-45A7-ACBF-13CE7ADAAB73}" type="presParOf" srcId="{84783DB1-8E64-8549-92F0-B23833CEE8B0}" destId="{4F42B568-F39A-4181-8658-EC1C2143BBA0}" srcOrd="4" destOrd="0" presId="urn:microsoft.com/office/officeart/2008/layout/LinedList"/>
    <dgm:cxn modelId="{799D5C89-F788-402B-8717-2C59C8677583}" type="presParOf" srcId="{4F42B568-F39A-4181-8658-EC1C2143BBA0}" destId="{4F8359BF-8C47-4A90-A343-AF5BDC5F9DE8}" srcOrd="0" destOrd="0" presId="urn:microsoft.com/office/officeart/2008/layout/LinedList"/>
    <dgm:cxn modelId="{B846443A-5E20-468D-9347-0D512A86D8BE}" type="presParOf" srcId="{4F42B568-F39A-4181-8658-EC1C2143BBA0}" destId="{70B24025-E2C6-417F-99E1-3AE2064C772D}" srcOrd="1" destOrd="0" presId="urn:microsoft.com/office/officeart/2008/layout/LinedList"/>
    <dgm:cxn modelId="{B2AAE2DE-02FD-48DB-B22E-9387690A688B}" type="presParOf" srcId="{4F42B568-F39A-4181-8658-EC1C2143BBA0}" destId="{7CEB9B09-60D8-4882-A2D8-38EF68D5C19F}" srcOrd="2" destOrd="0" presId="urn:microsoft.com/office/officeart/2008/layout/LinedList"/>
    <dgm:cxn modelId="{6795A3A6-F9D2-4C34-BED6-103576B364DC}" type="presParOf" srcId="{84783DB1-8E64-8549-92F0-B23833CEE8B0}" destId="{5E350EE4-2D6A-4A16-A0FE-9FACA9074727}" srcOrd="5" destOrd="0" presId="urn:microsoft.com/office/officeart/2008/layout/LinedList"/>
    <dgm:cxn modelId="{EC05F9F0-4DE8-42CB-B212-01B8E23AAD5A}" type="presParOf" srcId="{84783DB1-8E64-8549-92F0-B23833CEE8B0}" destId="{9BB5AFB5-07F7-4132-85A2-44E6D0516C88}" srcOrd="6" destOrd="0" presId="urn:microsoft.com/office/officeart/2008/layout/LinedList"/>
    <dgm:cxn modelId="{6352B692-A515-4BA4-8FDA-E1CC0788C6E0}" type="presParOf" srcId="{84783DB1-8E64-8549-92F0-B23833CEE8B0}" destId="{00451E5C-D19E-4AC4-8C6F-60950BA475F2}" srcOrd="7" destOrd="0" presId="urn:microsoft.com/office/officeart/2008/layout/LinedList"/>
    <dgm:cxn modelId="{35502A0C-B039-4B97-982E-1E484CBA531E}" type="presParOf" srcId="{00451E5C-D19E-4AC4-8C6F-60950BA475F2}" destId="{3C367370-E70B-40CC-9DCF-3FC0C33EDE1B}" srcOrd="0" destOrd="0" presId="urn:microsoft.com/office/officeart/2008/layout/LinedList"/>
    <dgm:cxn modelId="{3D799341-73A3-4DE7-8E44-3F4F1CD9012B}" type="presParOf" srcId="{00451E5C-D19E-4AC4-8C6F-60950BA475F2}" destId="{EDBBCE88-88E0-4C06-BA01-B4EFB6C685E1}" srcOrd="1" destOrd="0" presId="urn:microsoft.com/office/officeart/2008/layout/LinedList"/>
    <dgm:cxn modelId="{519D3B68-A113-4803-8041-DE1CDD4E9BD0}" type="presParOf" srcId="{00451E5C-D19E-4AC4-8C6F-60950BA475F2}" destId="{5EA7847F-7A65-4DE6-AFB0-0784772E4EA1}" srcOrd="2" destOrd="0" presId="urn:microsoft.com/office/officeart/2008/layout/LinedList"/>
    <dgm:cxn modelId="{FD78D85A-7D38-44FF-8723-F9FFEC250A21}" type="presParOf" srcId="{84783DB1-8E64-8549-92F0-B23833CEE8B0}" destId="{22FFB06E-FF71-449B-9AA1-BDA4A6D85DF8}" srcOrd="8" destOrd="0" presId="urn:microsoft.com/office/officeart/2008/layout/LinedList"/>
    <dgm:cxn modelId="{2A3145E5-C878-4FF7-8A74-9BBD81CCAD33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90E437-9AEB-4069-A306-4DCC9C1C3FCB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021DA3D3-9138-4A99-8859-3052FB748E91}">
      <dgm:prSet phldrT="[Texto]"/>
      <dgm:spPr/>
      <dgm:t>
        <a:bodyPr/>
        <a:lstStyle/>
        <a:p>
          <a:r>
            <a:rPr lang="es-ES_tradnl" dirty="0"/>
            <a:t>Plan de gestión de calidad</a:t>
          </a:r>
        </a:p>
      </dgm:t>
    </dgm:pt>
    <dgm:pt modelId="{33D99A7A-84A3-49FB-90CA-370352BBD04E}" type="parTrans" cxnId="{5BE8FB1E-0A10-4A34-AB96-40420204FE73}">
      <dgm:prSet/>
      <dgm:spPr/>
      <dgm:t>
        <a:bodyPr/>
        <a:lstStyle/>
        <a:p>
          <a:endParaRPr lang="es-ES_tradnl"/>
        </a:p>
      </dgm:t>
    </dgm:pt>
    <dgm:pt modelId="{922C4313-ED8A-4A00-8243-7B540B794488}" type="sibTrans" cxnId="{5BE8FB1E-0A10-4A34-AB96-40420204FE73}">
      <dgm:prSet/>
      <dgm:spPr/>
      <dgm:t>
        <a:bodyPr/>
        <a:lstStyle/>
        <a:p>
          <a:endParaRPr lang="es-ES_tradnl"/>
        </a:p>
      </dgm:t>
    </dgm:pt>
    <dgm:pt modelId="{0B9B9D2A-FCDD-4D03-8326-8255EB426FDB}">
      <dgm:prSet phldrT="[Texto]"/>
      <dgm:spPr/>
      <dgm:t>
        <a:bodyPr/>
        <a:lstStyle/>
        <a:p>
          <a:r>
            <a:rPr lang="es-ES_tradnl" dirty="0"/>
            <a:t>Métricas de calidad</a:t>
          </a:r>
        </a:p>
      </dgm:t>
    </dgm:pt>
    <dgm:pt modelId="{66118AC1-8E07-44DE-A0EB-7B781AA48C87}" type="parTrans" cxnId="{6D4B2722-D002-4318-AF25-0E517B22FE2E}">
      <dgm:prSet/>
      <dgm:spPr/>
      <dgm:t>
        <a:bodyPr/>
        <a:lstStyle/>
        <a:p>
          <a:endParaRPr lang="es-ES_tradnl"/>
        </a:p>
      </dgm:t>
    </dgm:pt>
    <dgm:pt modelId="{9DF778D4-5BEC-4B48-876C-9D458DB04107}" type="sibTrans" cxnId="{6D4B2722-D002-4318-AF25-0E517B22FE2E}">
      <dgm:prSet/>
      <dgm:spPr/>
      <dgm:t>
        <a:bodyPr/>
        <a:lstStyle/>
        <a:p>
          <a:endParaRPr lang="es-ES_tradnl"/>
        </a:p>
      </dgm:t>
    </dgm:pt>
    <dgm:pt modelId="{C818F310-4FD0-47D5-B104-F72F59AE997C}">
      <dgm:prSet phldrT="[Texto]"/>
      <dgm:spPr/>
      <dgm:t>
        <a:bodyPr/>
        <a:lstStyle/>
        <a:p>
          <a:r>
            <a:rPr lang="es-ES_tradnl" dirty="0"/>
            <a:t>Listas de verificación </a:t>
          </a:r>
        </a:p>
      </dgm:t>
    </dgm:pt>
    <dgm:pt modelId="{DBAC9944-EF6E-4788-AE8E-B41A9825B0BC}" type="parTrans" cxnId="{B3EFA7CF-76A2-46B6-99A2-9DD0A2AA7110}">
      <dgm:prSet/>
      <dgm:spPr/>
      <dgm:t>
        <a:bodyPr/>
        <a:lstStyle/>
        <a:p>
          <a:endParaRPr lang="es-ES_tradnl"/>
        </a:p>
      </dgm:t>
    </dgm:pt>
    <dgm:pt modelId="{EB4D546D-EB22-435E-B3BD-B7A54078BFC8}" type="sibTrans" cxnId="{B3EFA7CF-76A2-46B6-99A2-9DD0A2AA7110}">
      <dgm:prSet/>
      <dgm:spPr/>
      <dgm:t>
        <a:bodyPr/>
        <a:lstStyle/>
        <a:p>
          <a:endParaRPr lang="es-ES_tradnl"/>
        </a:p>
      </dgm:t>
    </dgm:pt>
    <dgm:pt modelId="{6439088D-986D-4172-94C5-7A1C3328B561}">
      <dgm:prSet phldrT="[Texto]"/>
      <dgm:spPr/>
      <dgm:t>
        <a:bodyPr/>
        <a:lstStyle/>
        <a:p>
          <a:r>
            <a:rPr lang="es-ES_tradnl" dirty="0"/>
            <a:t>Plan de mejoras del proceso</a:t>
          </a:r>
        </a:p>
      </dgm:t>
    </dgm:pt>
    <dgm:pt modelId="{50A59C39-B73D-49CC-BA66-97E3D577C797}" type="parTrans" cxnId="{8C6168FF-3055-4118-9DD3-41E1E158DFB7}">
      <dgm:prSet/>
      <dgm:spPr/>
      <dgm:t>
        <a:bodyPr/>
        <a:lstStyle/>
        <a:p>
          <a:endParaRPr lang="es-ES_tradnl"/>
        </a:p>
      </dgm:t>
    </dgm:pt>
    <dgm:pt modelId="{FBD6BF2C-3496-4D49-BDC9-A9679044486B}" type="sibTrans" cxnId="{8C6168FF-3055-4118-9DD3-41E1E158DFB7}">
      <dgm:prSet/>
      <dgm:spPr/>
      <dgm:t>
        <a:bodyPr/>
        <a:lstStyle/>
        <a:p>
          <a:endParaRPr lang="es-ES_tradnl"/>
        </a:p>
      </dgm:t>
    </dgm:pt>
    <dgm:pt modelId="{201EBE9D-FB7D-42A5-BB57-9B315CCA874E}" type="pres">
      <dgm:prSet presAssocID="{7590E437-9AEB-4069-A306-4DCC9C1C3FCB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es-ES"/>
        </a:p>
      </dgm:t>
    </dgm:pt>
    <dgm:pt modelId="{85CA8B18-3B2A-426F-8C99-8E9CAD96C69D}" type="pres">
      <dgm:prSet presAssocID="{7590E437-9AEB-4069-A306-4DCC9C1C3FCB}" presName="Name1" presStyleCnt="0"/>
      <dgm:spPr/>
    </dgm:pt>
    <dgm:pt modelId="{2C837EA8-304B-4A04-945B-C2729DE0AE8F}" type="pres">
      <dgm:prSet presAssocID="{7590E437-9AEB-4069-A306-4DCC9C1C3FCB}" presName="cycle" presStyleCnt="0"/>
      <dgm:spPr/>
    </dgm:pt>
    <dgm:pt modelId="{75775B49-2C7A-4BE5-B446-D6D7B4D6954D}" type="pres">
      <dgm:prSet presAssocID="{7590E437-9AEB-4069-A306-4DCC9C1C3FCB}" presName="srcNode" presStyleLbl="node1" presStyleIdx="0" presStyleCnt="4"/>
      <dgm:spPr/>
    </dgm:pt>
    <dgm:pt modelId="{9424BBEB-B53A-4BAE-9AA3-7349701FD205}" type="pres">
      <dgm:prSet presAssocID="{7590E437-9AEB-4069-A306-4DCC9C1C3FCB}" presName="conn" presStyleLbl="parChTrans1D2" presStyleIdx="0" presStyleCnt="1"/>
      <dgm:spPr/>
      <dgm:t>
        <a:bodyPr/>
        <a:lstStyle/>
        <a:p>
          <a:endParaRPr lang="es-ES"/>
        </a:p>
      </dgm:t>
    </dgm:pt>
    <dgm:pt modelId="{A2905401-F3B6-4BC0-9E3D-BAEFF81E305D}" type="pres">
      <dgm:prSet presAssocID="{7590E437-9AEB-4069-A306-4DCC9C1C3FCB}" presName="extraNode" presStyleLbl="node1" presStyleIdx="0" presStyleCnt="4"/>
      <dgm:spPr/>
    </dgm:pt>
    <dgm:pt modelId="{077EBE84-1200-4F5F-A2D5-4592A038F02D}" type="pres">
      <dgm:prSet presAssocID="{7590E437-9AEB-4069-A306-4DCC9C1C3FCB}" presName="dstNode" presStyleLbl="node1" presStyleIdx="0" presStyleCnt="4"/>
      <dgm:spPr/>
    </dgm:pt>
    <dgm:pt modelId="{8E9CFAB5-6530-43DC-BD52-AE67075EA74A}" type="pres">
      <dgm:prSet presAssocID="{021DA3D3-9138-4A99-8859-3052FB748E91}" presName="text_1" presStyleLbl="node1" presStyleIdx="0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934ED7D-8CBB-429C-9BEB-6F1FFF9E0A17}" type="pres">
      <dgm:prSet presAssocID="{021DA3D3-9138-4A99-8859-3052FB748E91}" presName="accent_1" presStyleCnt="0"/>
      <dgm:spPr/>
    </dgm:pt>
    <dgm:pt modelId="{2E3A7CCC-AD74-4634-9862-9ED327ADCE6A}" type="pres">
      <dgm:prSet presAssocID="{021DA3D3-9138-4A99-8859-3052FB748E91}" presName="accentRepeatNode" presStyleLbl="solidFgAcc1" presStyleIdx="0" presStyleCnt="4"/>
      <dgm:spPr/>
    </dgm:pt>
    <dgm:pt modelId="{BA71267A-8A01-4F05-9A6D-CBED4D7308AE}" type="pres">
      <dgm:prSet presAssocID="{0B9B9D2A-FCDD-4D03-8326-8255EB426FDB}" presName="text_2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4C866B22-A363-4F60-A6E1-23FCEA92DF24}" type="pres">
      <dgm:prSet presAssocID="{0B9B9D2A-FCDD-4D03-8326-8255EB426FDB}" presName="accent_2" presStyleCnt="0"/>
      <dgm:spPr/>
    </dgm:pt>
    <dgm:pt modelId="{C7DD3862-EA8E-4D72-9F7F-C4EF5C5B048C}" type="pres">
      <dgm:prSet presAssocID="{0B9B9D2A-FCDD-4D03-8326-8255EB426FDB}" presName="accentRepeatNode" presStyleLbl="solidFgAcc1" presStyleIdx="1" presStyleCnt="4"/>
      <dgm:spPr/>
    </dgm:pt>
    <dgm:pt modelId="{FF15CA57-99EB-4A49-BEDA-B87C1719DA6F}" type="pres">
      <dgm:prSet presAssocID="{C818F310-4FD0-47D5-B104-F72F59AE997C}" presName="text_3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882C3BC-8C63-4F4A-80EB-91FA53B49ADF}" type="pres">
      <dgm:prSet presAssocID="{C818F310-4FD0-47D5-B104-F72F59AE997C}" presName="accent_3" presStyleCnt="0"/>
      <dgm:spPr/>
    </dgm:pt>
    <dgm:pt modelId="{3372E0D7-7345-40DF-BBA2-A743623239FA}" type="pres">
      <dgm:prSet presAssocID="{C818F310-4FD0-47D5-B104-F72F59AE997C}" presName="accentRepeatNode" presStyleLbl="solidFgAcc1" presStyleIdx="2" presStyleCnt="4"/>
      <dgm:spPr/>
    </dgm:pt>
    <dgm:pt modelId="{44945275-FECF-4A96-ADC7-1C2E0846DBE4}" type="pres">
      <dgm:prSet presAssocID="{6439088D-986D-4172-94C5-7A1C3328B561}" presName="text_4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8930A3B7-E5CA-4DB8-BF7A-F8D13C56C556}" type="pres">
      <dgm:prSet presAssocID="{6439088D-986D-4172-94C5-7A1C3328B561}" presName="accent_4" presStyleCnt="0"/>
      <dgm:spPr/>
    </dgm:pt>
    <dgm:pt modelId="{20BA1873-8175-425E-8748-05879752D31B}" type="pres">
      <dgm:prSet presAssocID="{6439088D-986D-4172-94C5-7A1C3328B561}" presName="accentRepeatNode" presStyleLbl="solidFgAcc1" presStyleIdx="3" presStyleCnt="4"/>
      <dgm:spPr/>
    </dgm:pt>
  </dgm:ptLst>
  <dgm:cxnLst>
    <dgm:cxn modelId="{8C6168FF-3055-4118-9DD3-41E1E158DFB7}" srcId="{7590E437-9AEB-4069-A306-4DCC9C1C3FCB}" destId="{6439088D-986D-4172-94C5-7A1C3328B561}" srcOrd="3" destOrd="0" parTransId="{50A59C39-B73D-49CC-BA66-97E3D577C797}" sibTransId="{FBD6BF2C-3496-4D49-BDC9-A9679044486B}"/>
    <dgm:cxn modelId="{9FA7590B-7BD5-4555-855C-E205EBA09E87}" type="presOf" srcId="{0B9B9D2A-FCDD-4D03-8326-8255EB426FDB}" destId="{BA71267A-8A01-4F05-9A6D-CBED4D7308AE}" srcOrd="0" destOrd="0" presId="urn:microsoft.com/office/officeart/2008/layout/VerticalCurvedList"/>
    <dgm:cxn modelId="{818A3272-9E8F-4A70-B381-15CEACFB694E}" type="presOf" srcId="{6439088D-986D-4172-94C5-7A1C3328B561}" destId="{44945275-FECF-4A96-ADC7-1C2E0846DBE4}" srcOrd="0" destOrd="0" presId="urn:microsoft.com/office/officeart/2008/layout/VerticalCurvedList"/>
    <dgm:cxn modelId="{FFAC6DAF-0D1C-4E66-A1AF-31E57B983002}" type="presOf" srcId="{C818F310-4FD0-47D5-B104-F72F59AE997C}" destId="{FF15CA57-99EB-4A49-BEDA-B87C1719DA6F}" srcOrd="0" destOrd="0" presId="urn:microsoft.com/office/officeart/2008/layout/VerticalCurvedList"/>
    <dgm:cxn modelId="{50D4847E-BF69-4353-BDE9-8CFA9F9A3BCC}" type="presOf" srcId="{922C4313-ED8A-4A00-8243-7B540B794488}" destId="{9424BBEB-B53A-4BAE-9AA3-7349701FD205}" srcOrd="0" destOrd="0" presId="urn:microsoft.com/office/officeart/2008/layout/VerticalCurvedList"/>
    <dgm:cxn modelId="{6D4B2722-D002-4318-AF25-0E517B22FE2E}" srcId="{7590E437-9AEB-4069-A306-4DCC9C1C3FCB}" destId="{0B9B9D2A-FCDD-4D03-8326-8255EB426FDB}" srcOrd="1" destOrd="0" parTransId="{66118AC1-8E07-44DE-A0EB-7B781AA48C87}" sibTransId="{9DF778D4-5BEC-4B48-876C-9D458DB04107}"/>
    <dgm:cxn modelId="{5BE8FB1E-0A10-4A34-AB96-40420204FE73}" srcId="{7590E437-9AEB-4069-A306-4DCC9C1C3FCB}" destId="{021DA3D3-9138-4A99-8859-3052FB748E91}" srcOrd="0" destOrd="0" parTransId="{33D99A7A-84A3-49FB-90CA-370352BBD04E}" sibTransId="{922C4313-ED8A-4A00-8243-7B540B794488}"/>
    <dgm:cxn modelId="{6546C792-4859-42BD-ACE3-11EB45DF2DA2}" type="presOf" srcId="{7590E437-9AEB-4069-A306-4DCC9C1C3FCB}" destId="{201EBE9D-FB7D-42A5-BB57-9B315CCA874E}" srcOrd="0" destOrd="0" presId="urn:microsoft.com/office/officeart/2008/layout/VerticalCurvedList"/>
    <dgm:cxn modelId="{5C895D70-F72E-47B4-A373-9F7245C19AF7}" type="presOf" srcId="{021DA3D3-9138-4A99-8859-3052FB748E91}" destId="{8E9CFAB5-6530-43DC-BD52-AE67075EA74A}" srcOrd="0" destOrd="0" presId="urn:microsoft.com/office/officeart/2008/layout/VerticalCurvedList"/>
    <dgm:cxn modelId="{B3EFA7CF-76A2-46B6-99A2-9DD0A2AA7110}" srcId="{7590E437-9AEB-4069-A306-4DCC9C1C3FCB}" destId="{C818F310-4FD0-47D5-B104-F72F59AE997C}" srcOrd="2" destOrd="0" parTransId="{DBAC9944-EF6E-4788-AE8E-B41A9825B0BC}" sibTransId="{EB4D546D-EB22-435E-B3BD-B7A54078BFC8}"/>
    <dgm:cxn modelId="{3A2D1537-158D-4FD9-B99A-24D35D392101}" type="presParOf" srcId="{201EBE9D-FB7D-42A5-BB57-9B315CCA874E}" destId="{85CA8B18-3B2A-426F-8C99-8E9CAD96C69D}" srcOrd="0" destOrd="0" presId="urn:microsoft.com/office/officeart/2008/layout/VerticalCurvedList"/>
    <dgm:cxn modelId="{A0D7DADC-619E-4B23-A20A-D1F3737107FE}" type="presParOf" srcId="{85CA8B18-3B2A-426F-8C99-8E9CAD96C69D}" destId="{2C837EA8-304B-4A04-945B-C2729DE0AE8F}" srcOrd="0" destOrd="0" presId="urn:microsoft.com/office/officeart/2008/layout/VerticalCurvedList"/>
    <dgm:cxn modelId="{400E9DAC-545D-4CA7-9820-7CF75CFD6F3C}" type="presParOf" srcId="{2C837EA8-304B-4A04-945B-C2729DE0AE8F}" destId="{75775B49-2C7A-4BE5-B446-D6D7B4D6954D}" srcOrd="0" destOrd="0" presId="urn:microsoft.com/office/officeart/2008/layout/VerticalCurvedList"/>
    <dgm:cxn modelId="{49FFB6E0-101A-453B-887A-AAC2B3B42E26}" type="presParOf" srcId="{2C837EA8-304B-4A04-945B-C2729DE0AE8F}" destId="{9424BBEB-B53A-4BAE-9AA3-7349701FD205}" srcOrd="1" destOrd="0" presId="urn:microsoft.com/office/officeart/2008/layout/VerticalCurvedList"/>
    <dgm:cxn modelId="{492FE193-910E-4CCF-A230-DF6B9AFC97B8}" type="presParOf" srcId="{2C837EA8-304B-4A04-945B-C2729DE0AE8F}" destId="{A2905401-F3B6-4BC0-9E3D-BAEFF81E305D}" srcOrd="2" destOrd="0" presId="urn:microsoft.com/office/officeart/2008/layout/VerticalCurvedList"/>
    <dgm:cxn modelId="{C9C2B7BF-D3FD-4BD4-8AB6-4BED000623DD}" type="presParOf" srcId="{2C837EA8-304B-4A04-945B-C2729DE0AE8F}" destId="{077EBE84-1200-4F5F-A2D5-4592A038F02D}" srcOrd="3" destOrd="0" presId="urn:microsoft.com/office/officeart/2008/layout/VerticalCurvedList"/>
    <dgm:cxn modelId="{D93A68D7-5F9E-4183-AF24-5E40C8DF1DDA}" type="presParOf" srcId="{85CA8B18-3B2A-426F-8C99-8E9CAD96C69D}" destId="{8E9CFAB5-6530-43DC-BD52-AE67075EA74A}" srcOrd="1" destOrd="0" presId="urn:microsoft.com/office/officeart/2008/layout/VerticalCurvedList"/>
    <dgm:cxn modelId="{C091BBC4-C619-48DC-BD6C-9C622CD049D3}" type="presParOf" srcId="{85CA8B18-3B2A-426F-8C99-8E9CAD96C69D}" destId="{0934ED7D-8CBB-429C-9BEB-6F1FFF9E0A17}" srcOrd="2" destOrd="0" presId="urn:microsoft.com/office/officeart/2008/layout/VerticalCurvedList"/>
    <dgm:cxn modelId="{58AB57CE-6760-4EA0-928A-9BBFBFD819AF}" type="presParOf" srcId="{0934ED7D-8CBB-429C-9BEB-6F1FFF9E0A17}" destId="{2E3A7CCC-AD74-4634-9862-9ED327ADCE6A}" srcOrd="0" destOrd="0" presId="urn:microsoft.com/office/officeart/2008/layout/VerticalCurvedList"/>
    <dgm:cxn modelId="{9D720D87-1A0E-4ABF-9B06-95514D8367E5}" type="presParOf" srcId="{85CA8B18-3B2A-426F-8C99-8E9CAD96C69D}" destId="{BA71267A-8A01-4F05-9A6D-CBED4D7308AE}" srcOrd="3" destOrd="0" presId="urn:microsoft.com/office/officeart/2008/layout/VerticalCurvedList"/>
    <dgm:cxn modelId="{B1F2B6A2-C3E3-4632-80C3-411513696BE8}" type="presParOf" srcId="{85CA8B18-3B2A-426F-8C99-8E9CAD96C69D}" destId="{4C866B22-A363-4F60-A6E1-23FCEA92DF24}" srcOrd="4" destOrd="0" presId="urn:microsoft.com/office/officeart/2008/layout/VerticalCurvedList"/>
    <dgm:cxn modelId="{1FE16330-DCF6-4792-96A3-AAC84E82AF01}" type="presParOf" srcId="{4C866B22-A363-4F60-A6E1-23FCEA92DF24}" destId="{C7DD3862-EA8E-4D72-9F7F-C4EF5C5B048C}" srcOrd="0" destOrd="0" presId="urn:microsoft.com/office/officeart/2008/layout/VerticalCurvedList"/>
    <dgm:cxn modelId="{C38871FB-5AFA-4259-A51D-B147BA72B792}" type="presParOf" srcId="{85CA8B18-3B2A-426F-8C99-8E9CAD96C69D}" destId="{FF15CA57-99EB-4A49-BEDA-B87C1719DA6F}" srcOrd="5" destOrd="0" presId="urn:microsoft.com/office/officeart/2008/layout/VerticalCurvedList"/>
    <dgm:cxn modelId="{D632C4D6-93A9-44AB-87B0-137EBDE6DD17}" type="presParOf" srcId="{85CA8B18-3B2A-426F-8C99-8E9CAD96C69D}" destId="{2882C3BC-8C63-4F4A-80EB-91FA53B49ADF}" srcOrd="6" destOrd="0" presId="urn:microsoft.com/office/officeart/2008/layout/VerticalCurvedList"/>
    <dgm:cxn modelId="{9BF2BBEB-C4C7-4420-83F0-48060EA25BC4}" type="presParOf" srcId="{2882C3BC-8C63-4F4A-80EB-91FA53B49ADF}" destId="{3372E0D7-7345-40DF-BBA2-A743623239FA}" srcOrd="0" destOrd="0" presId="urn:microsoft.com/office/officeart/2008/layout/VerticalCurvedList"/>
    <dgm:cxn modelId="{9ACDCF7C-8B76-4637-88EC-474D550727A3}" type="presParOf" srcId="{85CA8B18-3B2A-426F-8C99-8E9CAD96C69D}" destId="{44945275-FECF-4A96-ADC7-1C2E0846DBE4}" srcOrd="7" destOrd="0" presId="urn:microsoft.com/office/officeart/2008/layout/VerticalCurvedList"/>
    <dgm:cxn modelId="{CF1BD54F-6041-48C3-A45E-0A7D0C139701}" type="presParOf" srcId="{85CA8B18-3B2A-426F-8C99-8E9CAD96C69D}" destId="{8930A3B7-E5CA-4DB8-BF7A-F8D13C56C556}" srcOrd="8" destOrd="0" presId="urn:microsoft.com/office/officeart/2008/layout/VerticalCurvedList"/>
    <dgm:cxn modelId="{9460D67C-7164-4DA1-B8F8-F9B66D484773}" type="presParOf" srcId="{8930A3B7-E5CA-4DB8-BF7A-F8D13C56C556}" destId="{20BA1873-8175-425E-8748-05879752D31B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B247023-5F97-4B81-ADB5-3072E0963118}" type="doc">
      <dgm:prSet loTypeId="urn:microsoft.com/office/officeart/2005/8/layout/chevron2" loCatId="process" qsTypeId="urn:microsoft.com/office/officeart/2005/8/quickstyle/simple1" qsCatId="simple" csTypeId="urn:microsoft.com/office/officeart/2005/8/colors/colorful4" csCatId="colorful" phldr="1"/>
      <dgm:spPr/>
      <dgm:t>
        <a:bodyPr/>
        <a:lstStyle/>
        <a:p>
          <a:endParaRPr lang="es-ES_tradnl"/>
        </a:p>
      </dgm:t>
    </dgm:pt>
    <dgm:pt modelId="{0AD16008-5B77-41A5-8896-9D64AFA1593F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Actividad a mejorar</a:t>
          </a:r>
        </a:p>
      </dgm:t>
    </dgm:pt>
    <dgm:pt modelId="{16FE2791-1F25-48E9-B72D-38F3A9F9BC95}" type="parTrans" cxnId="{D0787867-BDF4-4308-9071-C5B4C39F6ED2}">
      <dgm:prSet/>
      <dgm:spPr/>
      <dgm:t>
        <a:bodyPr/>
        <a:lstStyle/>
        <a:p>
          <a:endParaRPr lang="es-ES_tradnl"/>
        </a:p>
      </dgm:t>
    </dgm:pt>
    <dgm:pt modelId="{01FDE554-B84F-468E-931D-9E471F20EEB5}" type="sibTrans" cxnId="{D0787867-BDF4-4308-9071-C5B4C39F6ED2}">
      <dgm:prSet/>
      <dgm:spPr/>
      <dgm:t>
        <a:bodyPr/>
        <a:lstStyle/>
        <a:p>
          <a:endParaRPr lang="es-ES_tradnl"/>
        </a:p>
      </dgm:t>
    </dgm:pt>
    <dgm:pt modelId="{34F21268-807C-4852-90B3-360ECC760B11}">
      <dgm:prSet phldrT="[Texto]"/>
      <dgm:spPr/>
      <dgm:t>
        <a:bodyPr/>
        <a:lstStyle/>
        <a:p>
          <a:r>
            <a:rPr lang="es-ES_tradnl" dirty="0"/>
            <a:t>Resultado de listas de verificación</a:t>
          </a:r>
        </a:p>
      </dgm:t>
    </dgm:pt>
    <dgm:pt modelId="{66DCC075-F7DD-46C6-8344-FF6131D1D52A}" type="parTrans" cxnId="{5CB4D192-E675-4D64-BDAB-E929008987D7}">
      <dgm:prSet/>
      <dgm:spPr/>
      <dgm:t>
        <a:bodyPr/>
        <a:lstStyle/>
        <a:p>
          <a:endParaRPr lang="es-ES_tradnl"/>
        </a:p>
      </dgm:t>
    </dgm:pt>
    <dgm:pt modelId="{81138E59-8AD2-4430-ABFC-A1D12BC29D28}" type="sibTrans" cxnId="{5CB4D192-E675-4D64-BDAB-E929008987D7}">
      <dgm:prSet/>
      <dgm:spPr/>
      <dgm:t>
        <a:bodyPr/>
        <a:lstStyle/>
        <a:p>
          <a:endParaRPr lang="es-ES_tradnl"/>
        </a:p>
      </dgm:t>
    </dgm:pt>
    <dgm:pt modelId="{058C98CB-F04E-42DB-8293-675B192C9229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Estudio de mejora</a:t>
          </a:r>
        </a:p>
      </dgm:t>
    </dgm:pt>
    <dgm:pt modelId="{8596D049-71E1-457A-825E-C3942D570B18}" type="parTrans" cxnId="{E45C4DDE-D47D-429C-AEF7-54C0EDA15DA0}">
      <dgm:prSet/>
      <dgm:spPr/>
      <dgm:t>
        <a:bodyPr/>
        <a:lstStyle/>
        <a:p>
          <a:endParaRPr lang="es-ES_tradnl"/>
        </a:p>
      </dgm:t>
    </dgm:pt>
    <dgm:pt modelId="{EC661DC2-FBF6-4CBE-B2C8-8E9467FFC51B}" type="sibTrans" cxnId="{E45C4DDE-D47D-429C-AEF7-54C0EDA15DA0}">
      <dgm:prSet/>
      <dgm:spPr/>
      <dgm:t>
        <a:bodyPr/>
        <a:lstStyle/>
        <a:p>
          <a:endParaRPr lang="es-ES_tradnl"/>
        </a:p>
      </dgm:t>
    </dgm:pt>
    <dgm:pt modelId="{90BAAC72-3809-443B-916F-5D7181D0158B}">
      <dgm:prSet phldrT="[Texto]"/>
      <dgm:spPr/>
      <dgm:t>
        <a:bodyPr/>
        <a:lstStyle/>
        <a:p>
          <a:r>
            <a:rPr lang="es-ES_tradnl" dirty="0"/>
            <a:t>¿Problema</a:t>
          </a:r>
          <a:r>
            <a:rPr lang="es-ES_tradnl" dirty="0">
              <a:latin typeface="Century Gothic" panose="020B0502020202020204" pitchFamily="34" charset="0"/>
            </a:rPr>
            <a:t>?</a:t>
          </a:r>
          <a:r>
            <a:rPr lang="es-ES_tradnl" dirty="0"/>
            <a:t> -&gt; Causa/s</a:t>
          </a:r>
        </a:p>
      </dgm:t>
    </dgm:pt>
    <dgm:pt modelId="{4398387B-DB0B-4D1F-B92E-77A726D2AB78}" type="parTrans" cxnId="{F3E8CB9A-0653-46AF-B1D3-9F7D8F13CD26}">
      <dgm:prSet/>
      <dgm:spPr/>
      <dgm:t>
        <a:bodyPr/>
        <a:lstStyle/>
        <a:p>
          <a:endParaRPr lang="es-ES_tradnl"/>
        </a:p>
      </dgm:t>
    </dgm:pt>
    <dgm:pt modelId="{824B6517-2375-43A7-A9B4-7C659BB04434}" type="sibTrans" cxnId="{F3E8CB9A-0653-46AF-B1D3-9F7D8F13CD26}">
      <dgm:prSet/>
      <dgm:spPr/>
      <dgm:t>
        <a:bodyPr/>
        <a:lstStyle/>
        <a:p>
          <a:endParaRPr lang="es-ES_tradnl"/>
        </a:p>
      </dgm:t>
    </dgm:pt>
    <dgm:pt modelId="{73D70DFC-1618-41F1-BDE7-8B563F9C8428}">
      <dgm:prSet phldrT="[Texto]"/>
      <dgm:spPr/>
      <dgm:t>
        <a:bodyPr/>
        <a:lstStyle/>
        <a:p>
          <a:r>
            <a:rPr lang="es-ES_tradnl" dirty="0"/>
            <a:t>Posibles soluciones</a:t>
          </a:r>
        </a:p>
      </dgm:t>
    </dgm:pt>
    <dgm:pt modelId="{B56BA627-5E13-43F9-B56F-DBAC591D282D}" type="parTrans" cxnId="{EDCC00D0-CD36-4689-890C-0B42C3EB6F73}">
      <dgm:prSet/>
      <dgm:spPr/>
      <dgm:t>
        <a:bodyPr/>
        <a:lstStyle/>
        <a:p>
          <a:endParaRPr lang="es-ES_tradnl"/>
        </a:p>
      </dgm:t>
    </dgm:pt>
    <dgm:pt modelId="{9F593BD1-2FC3-4E2F-A0BD-5C8ED8687792}" type="sibTrans" cxnId="{EDCC00D0-CD36-4689-890C-0B42C3EB6F73}">
      <dgm:prSet/>
      <dgm:spPr/>
      <dgm:t>
        <a:bodyPr/>
        <a:lstStyle/>
        <a:p>
          <a:endParaRPr lang="es-ES_tradnl"/>
        </a:p>
      </dgm:t>
    </dgm:pt>
    <dgm:pt modelId="{25F793A5-F230-49F1-9F0A-A148BEF32477}">
      <dgm:prSet phldrT="[Texto]"/>
      <dgm:spPr/>
      <dgm:t>
        <a:bodyPr/>
        <a:lstStyle/>
        <a:p>
          <a:r>
            <a:rPr lang="es-ES_tradnl" b="1" dirty="0">
              <a:solidFill>
                <a:schemeClr val="tx1"/>
              </a:solidFill>
            </a:rPr>
            <a:t>Aceptación de cambios</a:t>
          </a:r>
        </a:p>
      </dgm:t>
    </dgm:pt>
    <dgm:pt modelId="{D5D49545-514E-42B0-A038-91242E0D6A29}" type="parTrans" cxnId="{24B47B58-C579-4E10-BD83-134651A4E879}">
      <dgm:prSet/>
      <dgm:spPr/>
      <dgm:t>
        <a:bodyPr/>
        <a:lstStyle/>
        <a:p>
          <a:endParaRPr lang="es-ES_tradnl"/>
        </a:p>
      </dgm:t>
    </dgm:pt>
    <dgm:pt modelId="{279496E4-9E88-483F-8A9D-AD19DDBA3382}" type="sibTrans" cxnId="{24B47B58-C579-4E10-BD83-134651A4E879}">
      <dgm:prSet/>
      <dgm:spPr/>
      <dgm:t>
        <a:bodyPr/>
        <a:lstStyle/>
        <a:p>
          <a:endParaRPr lang="es-ES_tradnl"/>
        </a:p>
      </dgm:t>
    </dgm:pt>
    <dgm:pt modelId="{5C77262B-1E98-453B-9D12-6DEBAF5301EE}">
      <dgm:prSet phldrT="[Texto]"/>
      <dgm:spPr/>
      <dgm:t>
        <a:bodyPr/>
        <a:lstStyle/>
        <a:p>
          <a:r>
            <a:rPr lang="es-ES_tradnl" dirty="0"/>
            <a:t>Project Manager</a:t>
          </a:r>
        </a:p>
      </dgm:t>
    </dgm:pt>
    <dgm:pt modelId="{FF4FB29C-8CA3-47C4-B70D-994E219EA16B}" type="parTrans" cxnId="{3531629C-43F0-4592-B44A-01D2986C542D}">
      <dgm:prSet/>
      <dgm:spPr/>
      <dgm:t>
        <a:bodyPr/>
        <a:lstStyle/>
        <a:p>
          <a:endParaRPr lang="es-ES_tradnl"/>
        </a:p>
      </dgm:t>
    </dgm:pt>
    <dgm:pt modelId="{306060EB-DEA5-436C-A86B-CD4F48A56DDE}" type="sibTrans" cxnId="{3531629C-43F0-4592-B44A-01D2986C542D}">
      <dgm:prSet/>
      <dgm:spPr/>
      <dgm:t>
        <a:bodyPr/>
        <a:lstStyle/>
        <a:p>
          <a:endParaRPr lang="es-ES_tradnl"/>
        </a:p>
      </dgm:t>
    </dgm:pt>
    <dgm:pt modelId="{601AD6E2-CDA1-4D9C-8605-78C338440B20}">
      <dgm:prSet phldrT="[Texto]"/>
      <dgm:spPr/>
      <dgm:t>
        <a:bodyPr/>
        <a:lstStyle/>
        <a:p>
          <a:r>
            <a:rPr lang="es-ES_tradnl" dirty="0"/>
            <a:t>PMO</a:t>
          </a:r>
        </a:p>
      </dgm:t>
    </dgm:pt>
    <dgm:pt modelId="{7FA0F1B9-CC48-48B0-96CC-1155E735C0E0}" type="parTrans" cxnId="{FD5F96D3-E211-4817-A45B-DBEBB47E35A0}">
      <dgm:prSet/>
      <dgm:spPr/>
      <dgm:t>
        <a:bodyPr/>
        <a:lstStyle/>
        <a:p>
          <a:endParaRPr lang="es-ES_tradnl"/>
        </a:p>
      </dgm:t>
    </dgm:pt>
    <dgm:pt modelId="{03DDBEDC-752C-48C8-A87D-EEF1FF38161D}" type="sibTrans" cxnId="{FD5F96D3-E211-4817-A45B-DBEBB47E35A0}">
      <dgm:prSet/>
      <dgm:spPr/>
      <dgm:t>
        <a:bodyPr/>
        <a:lstStyle/>
        <a:p>
          <a:endParaRPr lang="es-ES_tradnl"/>
        </a:p>
      </dgm:t>
    </dgm:pt>
    <dgm:pt modelId="{6450C39D-A9F9-4E7F-A877-FBD406D5D6BA}">
      <dgm:prSet phldrT="[Texto]"/>
      <dgm:spPr/>
      <dgm:t>
        <a:bodyPr/>
        <a:lstStyle/>
        <a:p>
          <a:r>
            <a:rPr lang="es-ES_tradnl" dirty="0"/>
            <a:t>Monitorización y control</a:t>
          </a:r>
        </a:p>
      </dgm:t>
    </dgm:pt>
    <dgm:pt modelId="{DEBF6732-88CE-4264-BD21-A58B863453F1}" type="parTrans" cxnId="{273BD516-D7E0-4D11-B3AB-13BB68A3E7A4}">
      <dgm:prSet/>
      <dgm:spPr/>
      <dgm:t>
        <a:bodyPr/>
        <a:lstStyle/>
        <a:p>
          <a:endParaRPr lang="es-ES_tradnl"/>
        </a:p>
      </dgm:t>
    </dgm:pt>
    <dgm:pt modelId="{1605340B-E99F-45BE-BDA0-9CE68876AF2F}" type="sibTrans" cxnId="{273BD516-D7E0-4D11-B3AB-13BB68A3E7A4}">
      <dgm:prSet/>
      <dgm:spPr/>
      <dgm:t>
        <a:bodyPr/>
        <a:lstStyle/>
        <a:p>
          <a:endParaRPr lang="es-ES_tradnl"/>
        </a:p>
      </dgm:t>
    </dgm:pt>
    <dgm:pt modelId="{424194D0-2F57-443C-B28E-0F065C743DA2}" type="pres">
      <dgm:prSet presAssocID="{DB247023-5F97-4B81-ADB5-3072E0963118}" presName="linearFlow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724297FF-84A0-41C1-A343-77C1871259E1}" type="pres">
      <dgm:prSet presAssocID="{0AD16008-5B77-41A5-8896-9D64AFA1593F}" presName="composite" presStyleCnt="0"/>
      <dgm:spPr/>
    </dgm:pt>
    <dgm:pt modelId="{D77D0E02-146F-4633-9106-BCB80C1B967B}" type="pres">
      <dgm:prSet presAssocID="{0AD16008-5B77-41A5-8896-9D64AFA1593F}" presName="parentText" presStyleLbl="alignNode1" presStyleIdx="0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A23A205F-38EA-466D-A73B-94A53A1CB6CA}" type="pres">
      <dgm:prSet presAssocID="{0AD16008-5B77-41A5-8896-9D64AFA1593F}" presName="descendantText" presStyleLbl="alignAcc1" presStyleIdx="0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32B9998-C994-4309-92DA-5F91F5899E2F}" type="pres">
      <dgm:prSet presAssocID="{01FDE554-B84F-468E-931D-9E471F20EEB5}" presName="sp" presStyleCnt="0"/>
      <dgm:spPr/>
    </dgm:pt>
    <dgm:pt modelId="{BBF66324-0AAF-46A3-AF8E-4CAEBA843334}" type="pres">
      <dgm:prSet presAssocID="{058C98CB-F04E-42DB-8293-675B192C9229}" presName="composite" presStyleCnt="0"/>
      <dgm:spPr/>
    </dgm:pt>
    <dgm:pt modelId="{719A3758-D0A2-4275-8304-A137EF0402C7}" type="pres">
      <dgm:prSet presAssocID="{058C98CB-F04E-42DB-8293-675B192C9229}" presName="parentText" presStyleLbl="alignNode1" presStyleIdx="1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D87B9659-AB68-41CE-8186-623A5B13B042}" type="pres">
      <dgm:prSet presAssocID="{058C98CB-F04E-42DB-8293-675B192C9229}" presName="descendantText" presStyleLbl="alignAcc1" presStyleIdx="1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F6DBFD2C-FB99-40B8-AB04-8020619CF9EC}" type="pres">
      <dgm:prSet presAssocID="{EC661DC2-FBF6-4CBE-B2C8-8E9467FFC51B}" presName="sp" presStyleCnt="0"/>
      <dgm:spPr/>
    </dgm:pt>
    <dgm:pt modelId="{7CEE453D-69EB-43C1-AA15-D2F9A579927F}" type="pres">
      <dgm:prSet presAssocID="{25F793A5-F230-49F1-9F0A-A148BEF32477}" presName="composite" presStyleCnt="0"/>
      <dgm:spPr/>
    </dgm:pt>
    <dgm:pt modelId="{99C6DDC6-4BD7-4FE3-8827-B93EB2F50D9F}" type="pres">
      <dgm:prSet presAssocID="{25F793A5-F230-49F1-9F0A-A148BEF32477}" presName="parentText" presStyleLbl="alignNode1" presStyleIdx="2" presStyleCnt="3">
        <dgm:presLayoutVars>
          <dgm:chMax val="1"/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2162F8AB-9CD8-41C6-BCC5-1C58C137DF6E}" type="pres">
      <dgm:prSet presAssocID="{25F793A5-F230-49F1-9F0A-A148BEF32477}" presName="descendantText" presStyleLbl="alignAcc1" presStyleIdx="2" presStyleCnt="3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C3F7A8B7-A2A5-4C16-BA8E-B1E2604167CD}" type="presOf" srcId="{058C98CB-F04E-42DB-8293-675B192C9229}" destId="{719A3758-D0A2-4275-8304-A137EF0402C7}" srcOrd="0" destOrd="0" presId="urn:microsoft.com/office/officeart/2005/8/layout/chevron2"/>
    <dgm:cxn modelId="{88845763-5251-437A-BD47-F0E28EB7D04B}" type="presOf" srcId="{6450C39D-A9F9-4E7F-A877-FBD406D5D6BA}" destId="{A23A205F-38EA-466D-A73B-94A53A1CB6CA}" srcOrd="0" destOrd="1" presId="urn:microsoft.com/office/officeart/2005/8/layout/chevron2"/>
    <dgm:cxn modelId="{12453BFE-AB7E-4658-8D0D-EEE5B6913691}" type="presOf" srcId="{0AD16008-5B77-41A5-8896-9D64AFA1593F}" destId="{D77D0E02-146F-4633-9106-BCB80C1B967B}" srcOrd="0" destOrd="0" presId="urn:microsoft.com/office/officeart/2005/8/layout/chevron2"/>
    <dgm:cxn modelId="{70AF539F-0A72-40E0-9088-AEBF83EC2A40}" type="presOf" srcId="{73D70DFC-1618-41F1-BDE7-8B563F9C8428}" destId="{D87B9659-AB68-41CE-8186-623A5B13B042}" srcOrd="0" destOrd="1" presId="urn:microsoft.com/office/officeart/2005/8/layout/chevron2"/>
    <dgm:cxn modelId="{D0787867-BDF4-4308-9071-C5B4C39F6ED2}" srcId="{DB247023-5F97-4B81-ADB5-3072E0963118}" destId="{0AD16008-5B77-41A5-8896-9D64AFA1593F}" srcOrd="0" destOrd="0" parTransId="{16FE2791-1F25-48E9-B72D-38F3A9F9BC95}" sibTransId="{01FDE554-B84F-468E-931D-9E471F20EEB5}"/>
    <dgm:cxn modelId="{5CB4D192-E675-4D64-BDAB-E929008987D7}" srcId="{0AD16008-5B77-41A5-8896-9D64AFA1593F}" destId="{34F21268-807C-4852-90B3-360ECC760B11}" srcOrd="0" destOrd="0" parTransId="{66DCC075-F7DD-46C6-8344-FF6131D1D52A}" sibTransId="{81138E59-8AD2-4430-ABFC-A1D12BC29D28}"/>
    <dgm:cxn modelId="{24B47B58-C579-4E10-BD83-134651A4E879}" srcId="{DB247023-5F97-4B81-ADB5-3072E0963118}" destId="{25F793A5-F230-49F1-9F0A-A148BEF32477}" srcOrd="2" destOrd="0" parTransId="{D5D49545-514E-42B0-A038-91242E0D6A29}" sibTransId="{279496E4-9E88-483F-8A9D-AD19DDBA3382}"/>
    <dgm:cxn modelId="{168138B0-E68B-49BC-8973-22651FD5AB30}" type="presOf" srcId="{34F21268-807C-4852-90B3-360ECC760B11}" destId="{A23A205F-38EA-466D-A73B-94A53A1CB6CA}" srcOrd="0" destOrd="0" presId="urn:microsoft.com/office/officeart/2005/8/layout/chevron2"/>
    <dgm:cxn modelId="{DB578CF2-7539-464A-9C6D-5383A2FCAC7C}" type="presOf" srcId="{601AD6E2-CDA1-4D9C-8605-78C338440B20}" destId="{2162F8AB-9CD8-41C6-BCC5-1C58C137DF6E}" srcOrd="0" destOrd="1" presId="urn:microsoft.com/office/officeart/2005/8/layout/chevron2"/>
    <dgm:cxn modelId="{20A3A0A1-6B75-4A28-B3B9-E56774DAF15B}" type="presOf" srcId="{DB247023-5F97-4B81-ADB5-3072E0963118}" destId="{424194D0-2F57-443C-B28E-0F065C743DA2}" srcOrd="0" destOrd="0" presId="urn:microsoft.com/office/officeart/2005/8/layout/chevron2"/>
    <dgm:cxn modelId="{F3E8CB9A-0653-46AF-B1D3-9F7D8F13CD26}" srcId="{058C98CB-F04E-42DB-8293-675B192C9229}" destId="{90BAAC72-3809-443B-916F-5D7181D0158B}" srcOrd="0" destOrd="0" parTransId="{4398387B-DB0B-4D1F-B92E-77A726D2AB78}" sibTransId="{824B6517-2375-43A7-A9B4-7C659BB04434}"/>
    <dgm:cxn modelId="{55445703-C92E-444F-9C51-ABD06578DE31}" type="presOf" srcId="{5C77262B-1E98-453B-9D12-6DEBAF5301EE}" destId="{2162F8AB-9CD8-41C6-BCC5-1C58C137DF6E}" srcOrd="0" destOrd="0" presId="urn:microsoft.com/office/officeart/2005/8/layout/chevron2"/>
    <dgm:cxn modelId="{CA19279B-A904-4F08-8713-A1AA65F9EECA}" type="presOf" srcId="{25F793A5-F230-49F1-9F0A-A148BEF32477}" destId="{99C6DDC6-4BD7-4FE3-8827-B93EB2F50D9F}" srcOrd="0" destOrd="0" presId="urn:microsoft.com/office/officeart/2005/8/layout/chevron2"/>
    <dgm:cxn modelId="{FD5F96D3-E211-4817-A45B-DBEBB47E35A0}" srcId="{25F793A5-F230-49F1-9F0A-A148BEF32477}" destId="{601AD6E2-CDA1-4D9C-8605-78C338440B20}" srcOrd="1" destOrd="0" parTransId="{7FA0F1B9-CC48-48B0-96CC-1155E735C0E0}" sibTransId="{03DDBEDC-752C-48C8-A87D-EEF1FF38161D}"/>
    <dgm:cxn modelId="{EDCC00D0-CD36-4689-890C-0B42C3EB6F73}" srcId="{058C98CB-F04E-42DB-8293-675B192C9229}" destId="{73D70DFC-1618-41F1-BDE7-8B563F9C8428}" srcOrd="1" destOrd="0" parTransId="{B56BA627-5E13-43F9-B56F-DBAC591D282D}" sibTransId="{9F593BD1-2FC3-4E2F-A0BD-5C8ED8687792}"/>
    <dgm:cxn modelId="{E45C4DDE-D47D-429C-AEF7-54C0EDA15DA0}" srcId="{DB247023-5F97-4B81-ADB5-3072E0963118}" destId="{058C98CB-F04E-42DB-8293-675B192C9229}" srcOrd="1" destOrd="0" parTransId="{8596D049-71E1-457A-825E-C3942D570B18}" sibTransId="{EC661DC2-FBF6-4CBE-B2C8-8E9467FFC51B}"/>
    <dgm:cxn modelId="{3531629C-43F0-4592-B44A-01D2986C542D}" srcId="{25F793A5-F230-49F1-9F0A-A148BEF32477}" destId="{5C77262B-1E98-453B-9D12-6DEBAF5301EE}" srcOrd="0" destOrd="0" parTransId="{FF4FB29C-8CA3-47C4-B70D-994E219EA16B}" sibTransId="{306060EB-DEA5-436C-A86B-CD4F48A56DDE}"/>
    <dgm:cxn modelId="{B54CAAB9-DF6F-4185-8ECF-0233776949DA}" type="presOf" srcId="{90BAAC72-3809-443B-916F-5D7181D0158B}" destId="{D87B9659-AB68-41CE-8186-623A5B13B042}" srcOrd="0" destOrd="0" presId="urn:microsoft.com/office/officeart/2005/8/layout/chevron2"/>
    <dgm:cxn modelId="{273BD516-D7E0-4D11-B3AB-13BB68A3E7A4}" srcId="{0AD16008-5B77-41A5-8896-9D64AFA1593F}" destId="{6450C39D-A9F9-4E7F-A877-FBD406D5D6BA}" srcOrd="1" destOrd="0" parTransId="{DEBF6732-88CE-4264-BD21-A58B863453F1}" sibTransId="{1605340B-E99F-45BE-BDA0-9CE68876AF2F}"/>
    <dgm:cxn modelId="{2A1189F7-E3C9-472B-A60B-8B7FAEE61F1C}" type="presParOf" srcId="{424194D0-2F57-443C-B28E-0F065C743DA2}" destId="{724297FF-84A0-41C1-A343-77C1871259E1}" srcOrd="0" destOrd="0" presId="urn:microsoft.com/office/officeart/2005/8/layout/chevron2"/>
    <dgm:cxn modelId="{8FDE3EEC-B30A-4806-872C-2BEB4F57B5ED}" type="presParOf" srcId="{724297FF-84A0-41C1-A343-77C1871259E1}" destId="{D77D0E02-146F-4633-9106-BCB80C1B967B}" srcOrd="0" destOrd="0" presId="urn:microsoft.com/office/officeart/2005/8/layout/chevron2"/>
    <dgm:cxn modelId="{70324E9D-1870-4DFF-A72F-55B40119C4E5}" type="presParOf" srcId="{724297FF-84A0-41C1-A343-77C1871259E1}" destId="{A23A205F-38EA-466D-A73B-94A53A1CB6CA}" srcOrd="1" destOrd="0" presId="urn:microsoft.com/office/officeart/2005/8/layout/chevron2"/>
    <dgm:cxn modelId="{2C58039F-3F42-4FBB-99D6-FC90568129D5}" type="presParOf" srcId="{424194D0-2F57-443C-B28E-0F065C743DA2}" destId="{232B9998-C994-4309-92DA-5F91F5899E2F}" srcOrd="1" destOrd="0" presId="urn:microsoft.com/office/officeart/2005/8/layout/chevron2"/>
    <dgm:cxn modelId="{A90A167A-C388-4BA1-82D2-B5C9D2BEA319}" type="presParOf" srcId="{424194D0-2F57-443C-B28E-0F065C743DA2}" destId="{BBF66324-0AAF-46A3-AF8E-4CAEBA843334}" srcOrd="2" destOrd="0" presId="urn:microsoft.com/office/officeart/2005/8/layout/chevron2"/>
    <dgm:cxn modelId="{A426460B-A3A2-402C-8846-C316745B7457}" type="presParOf" srcId="{BBF66324-0AAF-46A3-AF8E-4CAEBA843334}" destId="{719A3758-D0A2-4275-8304-A137EF0402C7}" srcOrd="0" destOrd="0" presId="urn:microsoft.com/office/officeart/2005/8/layout/chevron2"/>
    <dgm:cxn modelId="{778F285A-079B-47D2-8B97-D88E7EC0113A}" type="presParOf" srcId="{BBF66324-0AAF-46A3-AF8E-4CAEBA843334}" destId="{D87B9659-AB68-41CE-8186-623A5B13B042}" srcOrd="1" destOrd="0" presId="urn:microsoft.com/office/officeart/2005/8/layout/chevron2"/>
    <dgm:cxn modelId="{36154912-43F2-4CEA-B329-2D87D4356132}" type="presParOf" srcId="{424194D0-2F57-443C-B28E-0F065C743DA2}" destId="{F6DBFD2C-FB99-40B8-AB04-8020619CF9EC}" srcOrd="3" destOrd="0" presId="urn:microsoft.com/office/officeart/2005/8/layout/chevron2"/>
    <dgm:cxn modelId="{2BEA7738-4976-4DB5-93EA-BE069997E4E2}" type="presParOf" srcId="{424194D0-2F57-443C-B28E-0F065C743DA2}" destId="{7CEE453D-69EB-43C1-AA15-D2F9A579927F}" srcOrd="4" destOrd="0" presId="urn:microsoft.com/office/officeart/2005/8/layout/chevron2"/>
    <dgm:cxn modelId="{E408B48E-CEE2-47F5-9EFD-108C34EA3CB1}" type="presParOf" srcId="{7CEE453D-69EB-43C1-AA15-D2F9A579927F}" destId="{99C6DDC6-4BD7-4FE3-8827-B93EB2F50D9F}" srcOrd="0" destOrd="0" presId="urn:microsoft.com/office/officeart/2005/8/layout/chevron2"/>
    <dgm:cxn modelId="{BEA6E181-6CBB-4E14-A866-1EB4F2655025}" type="presParOf" srcId="{7CEE453D-69EB-43C1-AA15-D2F9A579927F}" destId="{2162F8AB-9CD8-41C6-BCC5-1C58C137DF6E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CA2B72F8-57E8-4E08-9D4C-30BE320A2B54}" type="presOf" srcId="{9C0C5B6B-88B0-0644-95CC-DA013289C236}" destId="{520D1D2C-1114-41BF-8F7E-61F71B01A781}" srcOrd="0" destOrd="0" presId="urn:microsoft.com/office/officeart/2008/layout/LinedList"/>
    <dgm:cxn modelId="{8FB11856-093A-47D6-80DB-2ADB43573809}" type="presOf" srcId="{5B536FDF-F2F3-4D05-AF9A-89E79C92380B}" destId="{EDBBCE88-88E0-4C06-BA01-B4EFB6C685E1}" srcOrd="0" destOrd="0" presId="urn:microsoft.com/office/officeart/2008/layout/LinedList"/>
    <dgm:cxn modelId="{2A7181F7-8E7A-4A13-BB3A-7B6764BA0CC8}" type="presOf" srcId="{C067AB59-C7C5-C74B-8B60-2FA743781E39}" destId="{CECABC1D-D0D2-4346-AB17-5BDF3AE0B320}" srcOrd="0" destOrd="0" presId="urn:microsoft.com/office/officeart/2008/layout/LinedList"/>
    <dgm:cxn modelId="{42E3EE8A-B4D0-4628-A869-4A38E2B091D0}" type="presOf" srcId="{A00DC1EC-B999-A640-8654-4E50ABDDE020}" destId="{9891002C-403A-A043-B663-E6FEB51C2557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43390D6F-DF42-4FF6-830C-B4ABA930B246}" type="presOf" srcId="{EA05A323-1CD6-E844-BD1C-19A2225C0340}" destId="{821592CB-BF1E-40A4-88FF-532C668728A8}" srcOrd="0" destOrd="0" presId="urn:microsoft.com/office/officeart/2008/layout/LinedList"/>
    <dgm:cxn modelId="{F2C79911-7799-411A-94E8-53CA1E2B6DCC}" type="presOf" srcId="{D1D10F65-8C36-4800-AD9D-4A75930380A4}" destId="{792A15AE-68CB-4B5E-A488-D8B2430819E0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34981C93-36A7-475E-9425-78CDD5A1DD3F}" type="presOf" srcId="{C3CE8D9A-2F5F-E04C-AF81-B61DA3187B58}" destId="{A4615577-DB07-0E46-BAD9-752076C1E8EB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F92636B6-975D-4385-81AD-03356503D5A6}" type="presOf" srcId="{D206AD7D-6FCF-BA4A-A881-D49C0A782FC3}" destId="{70B24025-E2C6-417F-99E1-3AE2064C772D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E8A7523-1DBB-47BC-AE41-3B2E1F53C106}" type="presOf" srcId="{4D7DCE72-F1C7-3648-B096-B3BF2FA1BA56}" destId="{F1E3A902-B27E-4D1E-9D62-838DBF77570E}" srcOrd="0" destOrd="0" presId="urn:microsoft.com/office/officeart/2008/layout/LinedList"/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A2DA73F3-94C4-4D9B-9041-6904B84786B1}" type="presOf" srcId="{2D50EED0-437B-1441-8B3B-81295EA238A9}" destId="{0FAAA673-A6AE-2E48-9396-AEC5BB305A0E}" srcOrd="0" destOrd="0" presId="urn:microsoft.com/office/officeart/2008/layout/LinedList"/>
    <dgm:cxn modelId="{3BB915C1-4B21-4E75-8B5A-EA6B29211CB6}" type="presParOf" srcId="{A4615577-DB07-0E46-BAD9-752076C1E8EB}" destId="{A70494F9-BBC6-9B4D-ABE0-28B7062A7EEA}" srcOrd="0" destOrd="0" presId="urn:microsoft.com/office/officeart/2008/layout/LinedList"/>
    <dgm:cxn modelId="{2852A600-52EB-4E1A-8F42-95D9E423DFE4}" type="presParOf" srcId="{A4615577-DB07-0E46-BAD9-752076C1E8EB}" destId="{4DE94855-2BF1-EB40-B090-FE0F9B4B301E}" srcOrd="1" destOrd="0" presId="urn:microsoft.com/office/officeart/2008/layout/LinedList"/>
    <dgm:cxn modelId="{6D46044A-A316-4B2F-96BF-7E97A31DCD97}" type="presParOf" srcId="{4DE94855-2BF1-EB40-B090-FE0F9B4B301E}" destId="{0FAAA673-A6AE-2E48-9396-AEC5BB305A0E}" srcOrd="0" destOrd="0" presId="urn:microsoft.com/office/officeart/2008/layout/LinedList"/>
    <dgm:cxn modelId="{2350EE6C-D380-40AD-BB37-302853C3BFC9}" type="presParOf" srcId="{4DE94855-2BF1-EB40-B090-FE0F9B4B301E}" destId="{4D92E349-5F1C-414C-955E-416A7CFBF9E9}" srcOrd="1" destOrd="0" presId="urn:microsoft.com/office/officeart/2008/layout/LinedList"/>
    <dgm:cxn modelId="{76B9BF4C-036A-4083-A078-0E44F619A4C1}" type="presParOf" srcId="{A4615577-DB07-0E46-BAD9-752076C1E8EB}" destId="{4324E71C-51E4-4FFA-9638-472734009553}" srcOrd="2" destOrd="0" presId="urn:microsoft.com/office/officeart/2008/layout/LinedList"/>
    <dgm:cxn modelId="{901F07A5-4FF7-488B-9514-A6A40B4ED757}" type="presParOf" srcId="{A4615577-DB07-0E46-BAD9-752076C1E8EB}" destId="{35D4AF3C-4879-491B-8004-F3B88F6D9FB5}" srcOrd="3" destOrd="0" presId="urn:microsoft.com/office/officeart/2008/layout/LinedList"/>
    <dgm:cxn modelId="{D61BD7FA-1F01-4B97-A96E-6076CB5E5716}" type="presParOf" srcId="{35D4AF3C-4879-491B-8004-F3B88F6D9FB5}" destId="{792A15AE-68CB-4B5E-A488-D8B2430819E0}" srcOrd="0" destOrd="0" presId="urn:microsoft.com/office/officeart/2008/layout/LinedList"/>
    <dgm:cxn modelId="{43AC2338-044D-4B7A-8FA3-ADB59334A5C3}" type="presParOf" srcId="{35D4AF3C-4879-491B-8004-F3B88F6D9FB5}" destId="{162AB6D4-F395-4B55-9519-21B610CC0382}" srcOrd="1" destOrd="0" presId="urn:microsoft.com/office/officeart/2008/layout/LinedList"/>
    <dgm:cxn modelId="{DF7C66EA-B4FB-40AD-8FA3-E25337595AD0}" type="presParOf" srcId="{162AB6D4-F395-4B55-9519-21B610CC0382}" destId="{412C8F4B-57E8-4EE2-95F4-7EAB16DF68B6}" srcOrd="0" destOrd="0" presId="urn:microsoft.com/office/officeart/2008/layout/LinedList"/>
    <dgm:cxn modelId="{3BD9C59E-773E-4419-91AB-4F43A5CEA8BB}" type="presParOf" srcId="{162AB6D4-F395-4B55-9519-21B610CC0382}" destId="{706ACAA7-2B5D-4D39-81AB-5DAABC04EC1D}" srcOrd="1" destOrd="0" presId="urn:microsoft.com/office/officeart/2008/layout/LinedList"/>
    <dgm:cxn modelId="{633F58E8-C2C5-45DF-A2EB-85CB4D2926EF}" type="presParOf" srcId="{706ACAA7-2B5D-4D39-81AB-5DAABC04EC1D}" destId="{3456CDB8-701B-42F1-87C2-C295CD1E48EE}" srcOrd="0" destOrd="0" presId="urn:microsoft.com/office/officeart/2008/layout/LinedList"/>
    <dgm:cxn modelId="{C452D7AC-BCA0-44A3-8696-47A753699338}" type="presParOf" srcId="{706ACAA7-2B5D-4D39-81AB-5DAABC04EC1D}" destId="{520D1D2C-1114-41BF-8F7E-61F71B01A781}" srcOrd="1" destOrd="0" presId="urn:microsoft.com/office/officeart/2008/layout/LinedList"/>
    <dgm:cxn modelId="{49B5B797-9B9C-4FF6-A5B0-0FC8A4062D2F}" type="presParOf" srcId="{706ACAA7-2B5D-4D39-81AB-5DAABC04EC1D}" destId="{D6DDDC7E-F1A5-4153-9143-0972F5C1698F}" srcOrd="2" destOrd="0" presId="urn:microsoft.com/office/officeart/2008/layout/LinedList"/>
    <dgm:cxn modelId="{573047A6-C66C-497E-8C02-4B225DFFC111}" type="presParOf" srcId="{162AB6D4-F395-4B55-9519-21B610CC0382}" destId="{0A0EB41C-54BD-4DBD-AE20-1F9966450DC3}" srcOrd="2" destOrd="0" presId="urn:microsoft.com/office/officeart/2008/layout/LinedList"/>
    <dgm:cxn modelId="{AE8D567D-0C99-4181-993E-11A3EF6DD6ED}" type="presParOf" srcId="{162AB6D4-F395-4B55-9519-21B610CC0382}" destId="{BD1DC2FA-97F1-47D7-B64D-204FB692D739}" srcOrd="3" destOrd="0" presId="urn:microsoft.com/office/officeart/2008/layout/LinedList"/>
    <dgm:cxn modelId="{FC643EA3-230F-405D-BAE4-602DBE9E1F13}" type="presParOf" srcId="{162AB6D4-F395-4B55-9519-21B610CC0382}" destId="{AA817BFD-CFD8-4863-BA21-FE68B817CC3C}" srcOrd="4" destOrd="0" presId="urn:microsoft.com/office/officeart/2008/layout/LinedList"/>
    <dgm:cxn modelId="{CBF335E7-1F96-44F3-A1B4-49D68ACE2B41}" type="presParOf" srcId="{AA817BFD-CFD8-4863-BA21-FE68B817CC3C}" destId="{BD57D683-A942-4221-A2F2-BB0CF711AC57}" srcOrd="0" destOrd="0" presId="urn:microsoft.com/office/officeart/2008/layout/LinedList"/>
    <dgm:cxn modelId="{06EFE105-5CA5-4155-B221-D3747748267E}" type="presParOf" srcId="{AA817BFD-CFD8-4863-BA21-FE68B817CC3C}" destId="{F1E3A902-B27E-4D1E-9D62-838DBF77570E}" srcOrd="1" destOrd="0" presId="urn:microsoft.com/office/officeart/2008/layout/LinedList"/>
    <dgm:cxn modelId="{D45A5F56-E8DE-45B9-AF5C-37FC838B286D}" type="presParOf" srcId="{AA817BFD-CFD8-4863-BA21-FE68B817CC3C}" destId="{4F138E20-5633-4DCC-BBC2-20DFBFC7868F}" srcOrd="2" destOrd="0" presId="urn:microsoft.com/office/officeart/2008/layout/LinedList"/>
    <dgm:cxn modelId="{96D52D68-D21D-4808-9F4C-BCD20391FD31}" type="presParOf" srcId="{162AB6D4-F395-4B55-9519-21B610CC0382}" destId="{2B79C5B5-7045-4C8A-A0D3-ED34D320DACE}" srcOrd="5" destOrd="0" presId="urn:microsoft.com/office/officeart/2008/layout/LinedList"/>
    <dgm:cxn modelId="{F5C070EA-BBC7-489B-9980-BDBCB0E53D5D}" type="presParOf" srcId="{162AB6D4-F395-4B55-9519-21B610CC0382}" destId="{8C3B0260-807F-409D-975C-EBFF816514C3}" srcOrd="6" destOrd="0" presId="urn:microsoft.com/office/officeart/2008/layout/LinedList"/>
    <dgm:cxn modelId="{D345D920-B080-495A-A15F-6393BEDCA881}" type="presParOf" srcId="{162AB6D4-F395-4B55-9519-21B610CC0382}" destId="{DCC37064-A6D2-4A55-A252-3829429045E5}" srcOrd="7" destOrd="0" presId="urn:microsoft.com/office/officeart/2008/layout/LinedList"/>
    <dgm:cxn modelId="{D72A54C8-F82A-4106-BD68-BCF28061FB00}" type="presParOf" srcId="{DCC37064-A6D2-4A55-A252-3829429045E5}" destId="{AF620EF4-9246-40B0-95DD-0F97FD557889}" srcOrd="0" destOrd="0" presId="urn:microsoft.com/office/officeart/2008/layout/LinedList"/>
    <dgm:cxn modelId="{CFDA06A4-C01D-4819-B08E-F176B3899D92}" type="presParOf" srcId="{DCC37064-A6D2-4A55-A252-3829429045E5}" destId="{821592CB-BF1E-40A4-88FF-532C668728A8}" srcOrd="1" destOrd="0" presId="urn:microsoft.com/office/officeart/2008/layout/LinedList"/>
    <dgm:cxn modelId="{63B74438-A3D1-4FD3-8A9C-026978749D78}" type="presParOf" srcId="{DCC37064-A6D2-4A55-A252-3829429045E5}" destId="{4A2BC687-FFD6-4EBF-9A58-5F5A5936D128}" srcOrd="2" destOrd="0" presId="urn:microsoft.com/office/officeart/2008/layout/LinedList"/>
    <dgm:cxn modelId="{B28E7E69-119F-458A-8080-6E38262F6C8C}" type="presParOf" srcId="{162AB6D4-F395-4B55-9519-21B610CC0382}" destId="{AFB2C275-AEA0-46EA-8FAC-DEEB17253C42}" srcOrd="8" destOrd="0" presId="urn:microsoft.com/office/officeart/2008/layout/LinedList"/>
    <dgm:cxn modelId="{DF505C22-FB09-45BD-9685-A2C78B462E1E}" type="presParOf" srcId="{162AB6D4-F395-4B55-9519-21B610CC0382}" destId="{B63F60B4-89E7-4E26-9559-C63693EDEACE}" srcOrd="9" destOrd="0" presId="urn:microsoft.com/office/officeart/2008/layout/LinedList"/>
    <dgm:cxn modelId="{4E024CB9-E36F-4BCA-813A-34CB85587958}" type="presParOf" srcId="{A4615577-DB07-0E46-BAD9-752076C1E8EB}" destId="{B2F277F3-7CF1-994E-B28A-0B3155C31199}" srcOrd="4" destOrd="0" presId="urn:microsoft.com/office/officeart/2008/layout/LinedList"/>
    <dgm:cxn modelId="{AED0E43F-0495-417B-85C5-88D30114AB36}" type="presParOf" srcId="{A4615577-DB07-0E46-BAD9-752076C1E8EB}" destId="{0C40495D-3188-9E48-A89E-F64BB2F461F5}" srcOrd="5" destOrd="0" presId="urn:microsoft.com/office/officeart/2008/layout/LinedList"/>
    <dgm:cxn modelId="{53F96C2E-D0D8-4D46-889A-ADA634777A20}" type="presParOf" srcId="{0C40495D-3188-9E48-A89E-F64BB2F461F5}" destId="{9891002C-403A-A043-B663-E6FEB51C2557}" srcOrd="0" destOrd="0" presId="urn:microsoft.com/office/officeart/2008/layout/LinedList"/>
    <dgm:cxn modelId="{EA4E14F4-3EB3-478E-8C49-85ED5593188D}" type="presParOf" srcId="{0C40495D-3188-9E48-A89E-F64BB2F461F5}" destId="{84783DB1-8E64-8549-92F0-B23833CEE8B0}" srcOrd="1" destOrd="0" presId="urn:microsoft.com/office/officeart/2008/layout/LinedList"/>
    <dgm:cxn modelId="{73E03D58-3FA5-406F-81C6-091FA82C1F62}" type="presParOf" srcId="{84783DB1-8E64-8549-92F0-B23833CEE8B0}" destId="{7639A2F8-0310-4BED-B4BD-EAB6A5C40B77}" srcOrd="0" destOrd="0" presId="urn:microsoft.com/office/officeart/2008/layout/LinedList"/>
    <dgm:cxn modelId="{C880D7DD-262D-4753-B79E-A196B844FC43}" type="presParOf" srcId="{84783DB1-8E64-8549-92F0-B23833CEE8B0}" destId="{6A69390F-9BF9-4ABA-8159-EAF93506C37D}" srcOrd="1" destOrd="0" presId="urn:microsoft.com/office/officeart/2008/layout/LinedList"/>
    <dgm:cxn modelId="{B2A43BE9-14C6-4016-8753-8EFF7E1E4E84}" type="presParOf" srcId="{6A69390F-9BF9-4ABA-8159-EAF93506C37D}" destId="{80389192-84FD-488B-A175-87A5FB0572BA}" srcOrd="0" destOrd="0" presId="urn:microsoft.com/office/officeart/2008/layout/LinedList"/>
    <dgm:cxn modelId="{0834A94D-A416-408C-BA6F-4D42C55AC2E6}" type="presParOf" srcId="{6A69390F-9BF9-4ABA-8159-EAF93506C37D}" destId="{CECABC1D-D0D2-4346-AB17-5BDF3AE0B320}" srcOrd="1" destOrd="0" presId="urn:microsoft.com/office/officeart/2008/layout/LinedList"/>
    <dgm:cxn modelId="{817DEC45-293F-4637-8068-CDDBC85A461A}" type="presParOf" srcId="{6A69390F-9BF9-4ABA-8159-EAF93506C37D}" destId="{C56FE37B-F98C-4D15-95CF-6DC56554B5B4}" srcOrd="2" destOrd="0" presId="urn:microsoft.com/office/officeart/2008/layout/LinedList"/>
    <dgm:cxn modelId="{A8A8C98B-9199-4531-849C-7D35D1241A02}" type="presParOf" srcId="{84783DB1-8E64-8549-92F0-B23833CEE8B0}" destId="{5D84D3DB-F553-4712-A813-E34BD39795E9}" srcOrd="2" destOrd="0" presId="urn:microsoft.com/office/officeart/2008/layout/LinedList"/>
    <dgm:cxn modelId="{19084DF4-EDB3-42A5-B3B8-E4E33EF86C33}" type="presParOf" srcId="{84783DB1-8E64-8549-92F0-B23833CEE8B0}" destId="{2128B8DA-3804-468D-B525-5F0093F85BA2}" srcOrd="3" destOrd="0" presId="urn:microsoft.com/office/officeart/2008/layout/LinedList"/>
    <dgm:cxn modelId="{F4828F95-5E30-46B3-ACBF-4B073E269755}" type="presParOf" srcId="{84783DB1-8E64-8549-92F0-B23833CEE8B0}" destId="{4F42B568-F39A-4181-8658-EC1C2143BBA0}" srcOrd="4" destOrd="0" presId="urn:microsoft.com/office/officeart/2008/layout/LinedList"/>
    <dgm:cxn modelId="{AC93CB9A-CBAD-49CA-88D2-4BBA6FAE402A}" type="presParOf" srcId="{4F42B568-F39A-4181-8658-EC1C2143BBA0}" destId="{4F8359BF-8C47-4A90-A343-AF5BDC5F9DE8}" srcOrd="0" destOrd="0" presId="urn:microsoft.com/office/officeart/2008/layout/LinedList"/>
    <dgm:cxn modelId="{F043FE03-9A1C-4B80-B02D-1B1C1733B5D2}" type="presParOf" srcId="{4F42B568-F39A-4181-8658-EC1C2143BBA0}" destId="{70B24025-E2C6-417F-99E1-3AE2064C772D}" srcOrd="1" destOrd="0" presId="urn:microsoft.com/office/officeart/2008/layout/LinedList"/>
    <dgm:cxn modelId="{28D9709D-7A4A-4529-A1C3-8F6FB144A7B6}" type="presParOf" srcId="{4F42B568-F39A-4181-8658-EC1C2143BBA0}" destId="{7CEB9B09-60D8-4882-A2D8-38EF68D5C19F}" srcOrd="2" destOrd="0" presId="urn:microsoft.com/office/officeart/2008/layout/LinedList"/>
    <dgm:cxn modelId="{EB5722C0-0F22-4167-8417-69D40CC559AC}" type="presParOf" srcId="{84783DB1-8E64-8549-92F0-B23833CEE8B0}" destId="{5E350EE4-2D6A-4A16-A0FE-9FACA9074727}" srcOrd="5" destOrd="0" presId="urn:microsoft.com/office/officeart/2008/layout/LinedList"/>
    <dgm:cxn modelId="{7898E835-9B73-4BA7-B0EE-207EAB438282}" type="presParOf" srcId="{84783DB1-8E64-8549-92F0-B23833CEE8B0}" destId="{9BB5AFB5-07F7-4132-85A2-44E6D0516C88}" srcOrd="6" destOrd="0" presId="urn:microsoft.com/office/officeart/2008/layout/LinedList"/>
    <dgm:cxn modelId="{5D4EC545-C060-4BC0-A075-C67780CF3CBF}" type="presParOf" srcId="{84783DB1-8E64-8549-92F0-B23833CEE8B0}" destId="{00451E5C-D19E-4AC4-8C6F-60950BA475F2}" srcOrd="7" destOrd="0" presId="urn:microsoft.com/office/officeart/2008/layout/LinedList"/>
    <dgm:cxn modelId="{9080E42D-2F33-487C-9933-FF654C218752}" type="presParOf" srcId="{00451E5C-D19E-4AC4-8C6F-60950BA475F2}" destId="{3C367370-E70B-40CC-9DCF-3FC0C33EDE1B}" srcOrd="0" destOrd="0" presId="urn:microsoft.com/office/officeart/2008/layout/LinedList"/>
    <dgm:cxn modelId="{AC5F2A03-B70F-40BB-8364-515A024A00EA}" type="presParOf" srcId="{00451E5C-D19E-4AC4-8C6F-60950BA475F2}" destId="{EDBBCE88-88E0-4C06-BA01-B4EFB6C685E1}" srcOrd="1" destOrd="0" presId="urn:microsoft.com/office/officeart/2008/layout/LinedList"/>
    <dgm:cxn modelId="{15B4D7AF-4968-4DC7-9CCA-B804EDF78EA9}" type="presParOf" srcId="{00451E5C-D19E-4AC4-8C6F-60950BA475F2}" destId="{5EA7847F-7A65-4DE6-AFB0-0784772E4EA1}" srcOrd="2" destOrd="0" presId="urn:microsoft.com/office/officeart/2008/layout/LinedList"/>
    <dgm:cxn modelId="{DFB7B6A0-926C-43DF-B866-A926D7B52815}" type="presParOf" srcId="{84783DB1-8E64-8549-92F0-B23833CEE8B0}" destId="{22FFB06E-FF71-449B-9AA1-BDA4A6D85DF8}" srcOrd="8" destOrd="0" presId="urn:microsoft.com/office/officeart/2008/layout/LinedList"/>
    <dgm:cxn modelId="{B3970962-937F-46FE-BBF7-4B1B71FE64A9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4ECC4CC-C8AB-4611-9845-78775C026179}" type="doc">
      <dgm:prSet loTypeId="urn:microsoft.com/office/officeart/2005/8/layout/cycle3" loCatId="cycle" qsTypeId="urn:microsoft.com/office/officeart/2005/8/quickstyle/3d2" qsCatId="3D" csTypeId="urn:microsoft.com/office/officeart/2005/8/colors/colorful1" csCatId="colorful" phldr="1"/>
      <dgm:spPr/>
      <dgm:t>
        <a:bodyPr/>
        <a:lstStyle/>
        <a:p>
          <a:endParaRPr lang="es-ES_tradnl"/>
        </a:p>
      </dgm:t>
    </dgm:pt>
    <dgm:pt modelId="{DE117E4F-72C1-4ADD-B14C-DF55DBEEF3D2}">
      <dgm:prSet phldrT="[Texto]"/>
      <dgm:spPr/>
      <dgm:t>
        <a:bodyPr/>
        <a:lstStyle/>
        <a:p>
          <a:r>
            <a:rPr lang="es-ES_tradnl" dirty="0"/>
            <a:t>Planificar</a:t>
          </a:r>
        </a:p>
      </dgm:t>
    </dgm:pt>
    <dgm:pt modelId="{A34F0A3E-439A-44DA-AFCF-47EFE137B7DA}" type="parTrans" cxnId="{BCDD50C0-0941-43E6-8446-3A5071E00B66}">
      <dgm:prSet/>
      <dgm:spPr/>
      <dgm:t>
        <a:bodyPr/>
        <a:lstStyle/>
        <a:p>
          <a:endParaRPr lang="es-ES_tradnl"/>
        </a:p>
      </dgm:t>
    </dgm:pt>
    <dgm:pt modelId="{FFEA7316-2CA0-472C-9B2F-C313AAC60F85}" type="sibTrans" cxnId="{BCDD50C0-0941-43E6-8446-3A5071E00B66}">
      <dgm:prSet/>
      <dgm:spPr/>
      <dgm:t>
        <a:bodyPr/>
        <a:lstStyle/>
        <a:p>
          <a:endParaRPr lang="es-ES_tradnl"/>
        </a:p>
      </dgm:t>
    </dgm:pt>
    <dgm:pt modelId="{DCA48B4A-39D6-4920-BBA3-57557D0BD85C}">
      <dgm:prSet phldrT="[Texto]"/>
      <dgm:spPr/>
      <dgm:t>
        <a:bodyPr/>
        <a:lstStyle/>
        <a:p>
          <a:r>
            <a:rPr lang="es-ES_tradnl" dirty="0"/>
            <a:t>Hacer</a:t>
          </a:r>
        </a:p>
      </dgm:t>
    </dgm:pt>
    <dgm:pt modelId="{D1EC3635-A97F-473E-84B4-AC2A43450AA1}" type="parTrans" cxnId="{19ACE157-4F8E-4748-AA31-D878FE6D13A7}">
      <dgm:prSet/>
      <dgm:spPr/>
      <dgm:t>
        <a:bodyPr/>
        <a:lstStyle/>
        <a:p>
          <a:endParaRPr lang="es-ES_tradnl"/>
        </a:p>
      </dgm:t>
    </dgm:pt>
    <dgm:pt modelId="{6A6D276A-C01D-4C6F-9EF1-30A3A15AA5D3}" type="sibTrans" cxnId="{19ACE157-4F8E-4748-AA31-D878FE6D13A7}">
      <dgm:prSet/>
      <dgm:spPr/>
      <dgm:t>
        <a:bodyPr/>
        <a:lstStyle/>
        <a:p>
          <a:endParaRPr lang="es-ES_tradnl"/>
        </a:p>
      </dgm:t>
    </dgm:pt>
    <dgm:pt modelId="{BCABFC7F-6CBB-4135-9B91-0270C09D85C9}">
      <dgm:prSet phldrT="[Texto]"/>
      <dgm:spPr/>
      <dgm:t>
        <a:bodyPr/>
        <a:lstStyle/>
        <a:p>
          <a:r>
            <a:rPr lang="es-ES_tradnl" dirty="0"/>
            <a:t>Monitorizar</a:t>
          </a:r>
        </a:p>
      </dgm:t>
    </dgm:pt>
    <dgm:pt modelId="{8B96F567-57BC-4635-A70B-E5676EC73AAC}" type="parTrans" cxnId="{CC17078F-BA99-4715-ACA0-C7840B262F24}">
      <dgm:prSet/>
      <dgm:spPr/>
      <dgm:t>
        <a:bodyPr/>
        <a:lstStyle/>
        <a:p>
          <a:endParaRPr lang="es-ES_tradnl"/>
        </a:p>
      </dgm:t>
    </dgm:pt>
    <dgm:pt modelId="{8C94BB29-6215-495A-994C-2842E78D7B09}" type="sibTrans" cxnId="{CC17078F-BA99-4715-ACA0-C7840B262F24}">
      <dgm:prSet/>
      <dgm:spPr/>
      <dgm:t>
        <a:bodyPr/>
        <a:lstStyle/>
        <a:p>
          <a:endParaRPr lang="es-ES_tradnl"/>
        </a:p>
      </dgm:t>
    </dgm:pt>
    <dgm:pt modelId="{A827AA8E-9589-4F8E-896B-D66279501BD4}">
      <dgm:prSet phldrT="[Texto]"/>
      <dgm:spPr/>
      <dgm:t>
        <a:bodyPr/>
        <a:lstStyle/>
        <a:p>
          <a:r>
            <a:rPr lang="es-ES_tradnl" dirty="0"/>
            <a:t>Actuar</a:t>
          </a:r>
        </a:p>
      </dgm:t>
    </dgm:pt>
    <dgm:pt modelId="{07E03627-5A00-42F7-B726-0C83CE4FA182}" type="parTrans" cxnId="{9CA3808F-54C4-41C2-A608-78AF944191E0}">
      <dgm:prSet/>
      <dgm:spPr/>
      <dgm:t>
        <a:bodyPr/>
        <a:lstStyle/>
        <a:p>
          <a:endParaRPr lang="es-ES_tradnl"/>
        </a:p>
      </dgm:t>
    </dgm:pt>
    <dgm:pt modelId="{455007BE-0A8A-441A-9B2F-B0347C473FF9}" type="sibTrans" cxnId="{9CA3808F-54C4-41C2-A608-78AF944191E0}">
      <dgm:prSet/>
      <dgm:spPr/>
      <dgm:t>
        <a:bodyPr/>
        <a:lstStyle/>
        <a:p>
          <a:endParaRPr lang="es-ES_tradnl"/>
        </a:p>
      </dgm:t>
    </dgm:pt>
    <dgm:pt modelId="{FA5F126C-4D00-4FEC-B71B-FD2F96F9B79C}" type="pres">
      <dgm:prSet presAssocID="{34ECC4CC-C8AB-4611-9845-78775C026179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es-ES"/>
        </a:p>
      </dgm:t>
    </dgm:pt>
    <dgm:pt modelId="{3231BC53-D8ED-4AF2-9C1B-A88E977657A8}" type="pres">
      <dgm:prSet presAssocID="{34ECC4CC-C8AB-4611-9845-78775C026179}" presName="cycle" presStyleCnt="0"/>
      <dgm:spPr/>
    </dgm:pt>
    <dgm:pt modelId="{8DE2072A-129D-4ED2-A2EA-4835686120E4}" type="pres">
      <dgm:prSet presAssocID="{DE117E4F-72C1-4ADD-B14C-DF55DBEEF3D2}" presName="nodeFirstNode" presStyleLbl="node1" presStyleIdx="0" presStyleCnt="4" custRadScaleRad="100094" custRadScaleInc="0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7729D2EE-F3F5-4947-BAD3-F992910D4A8A}" type="pres">
      <dgm:prSet presAssocID="{FFEA7316-2CA0-472C-9B2F-C313AAC60F85}" presName="sibTransFirstNode" presStyleLbl="bgShp" presStyleIdx="0" presStyleCnt="1"/>
      <dgm:spPr/>
      <dgm:t>
        <a:bodyPr/>
        <a:lstStyle/>
        <a:p>
          <a:endParaRPr lang="es-ES"/>
        </a:p>
      </dgm:t>
    </dgm:pt>
    <dgm:pt modelId="{44F1A0CC-49C9-4B0C-B459-27C6274EBE93}" type="pres">
      <dgm:prSet presAssocID="{DCA48B4A-39D6-4920-BBA3-57557D0BD85C}" presName="nodeFollowingNodes" presStyleLbl="node1" presStyleIdx="1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058EDF98-D69D-4850-A7EE-7423CED16A92}" type="pres">
      <dgm:prSet presAssocID="{BCABFC7F-6CBB-4135-9B91-0270C09D85C9}" presName="nodeFollowingNodes" presStyleLbl="node1" presStyleIdx="2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  <dgm:pt modelId="{38068B84-2D50-4738-AAA8-AE29F2F9B2DC}" type="pres">
      <dgm:prSet presAssocID="{A827AA8E-9589-4F8E-896B-D66279501BD4}" presName="nodeFollowingNodes" presStyleLbl="node1" presStyleIdx="3" presStyleCnt="4">
        <dgm:presLayoutVars>
          <dgm:bulletEnabled val="1"/>
        </dgm:presLayoutVars>
      </dgm:prSet>
      <dgm:spPr/>
      <dgm:t>
        <a:bodyPr/>
        <a:lstStyle/>
        <a:p>
          <a:endParaRPr lang="es-ES"/>
        </a:p>
      </dgm:t>
    </dgm:pt>
  </dgm:ptLst>
  <dgm:cxnLst>
    <dgm:cxn modelId="{CC17078F-BA99-4715-ACA0-C7840B262F24}" srcId="{34ECC4CC-C8AB-4611-9845-78775C026179}" destId="{BCABFC7F-6CBB-4135-9B91-0270C09D85C9}" srcOrd="2" destOrd="0" parTransId="{8B96F567-57BC-4635-A70B-E5676EC73AAC}" sibTransId="{8C94BB29-6215-495A-994C-2842E78D7B09}"/>
    <dgm:cxn modelId="{33C095CD-F6D2-43D7-A6E3-5D82C2F028B6}" type="presOf" srcId="{A827AA8E-9589-4F8E-896B-D66279501BD4}" destId="{38068B84-2D50-4738-AAA8-AE29F2F9B2DC}" srcOrd="0" destOrd="0" presId="urn:microsoft.com/office/officeart/2005/8/layout/cycle3"/>
    <dgm:cxn modelId="{BCDD50C0-0941-43E6-8446-3A5071E00B66}" srcId="{34ECC4CC-C8AB-4611-9845-78775C026179}" destId="{DE117E4F-72C1-4ADD-B14C-DF55DBEEF3D2}" srcOrd="0" destOrd="0" parTransId="{A34F0A3E-439A-44DA-AFCF-47EFE137B7DA}" sibTransId="{FFEA7316-2CA0-472C-9B2F-C313AAC60F85}"/>
    <dgm:cxn modelId="{AB3A2D7B-BFB6-4AA0-ADEA-38804E1BB66A}" type="presOf" srcId="{DCA48B4A-39D6-4920-BBA3-57557D0BD85C}" destId="{44F1A0CC-49C9-4B0C-B459-27C6274EBE93}" srcOrd="0" destOrd="0" presId="urn:microsoft.com/office/officeart/2005/8/layout/cycle3"/>
    <dgm:cxn modelId="{9CA3808F-54C4-41C2-A608-78AF944191E0}" srcId="{34ECC4CC-C8AB-4611-9845-78775C026179}" destId="{A827AA8E-9589-4F8E-896B-D66279501BD4}" srcOrd="3" destOrd="0" parTransId="{07E03627-5A00-42F7-B726-0C83CE4FA182}" sibTransId="{455007BE-0A8A-441A-9B2F-B0347C473FF9}"/>
    <dgm:cxn modelId="{0A60A561-6624-469A-B10B-F8423FBFC097}" type="presOf" srcId="{DE117E4F-72C1-4ADD-B14C-DF55DBEEF3D2}" destId="{8DE2072A-129D-4ED2-A2EA-4835686120E4}" srcOrd="0" destOrd="0" presId="urn:microsoft.com/office/officeart/2005/8/layout/cycle3"/>
    <dgm:cxn modelId="{6FCA4B2C-C9B7-48F7-B9F6-DD8DC21C2080}" type="presOf" srcId="{34ECC4CC-C8AB-4611-9845-78775C026179}" destId="{FA5F126C-4D00-4FEC-B71B-FD2F96F9B79C}" srcOrd="0" destOrd="0" presId="urn:microsoft.com/office/officeart/2005/8/layout/cycle3"/>
    <dgm:cxn modelId="{017A55C0-554C-4903-9AEE-18F167EE380A}" type="presOf" srcId="{BCABFC7F-6CBB-4135-9B91-0270C09D85C9}" destId="{058EDF98-D69D-4850-A7EE-7423CED16A92}" srcOrd="0" destOrd="0" presId="urn:microsoft.com/office/officeart/2005/8/layout/cycle3"/>
    <dgm:cxn modelId="{6764DAD2-6A76-4C95-A1ED-BB6B4782A657}" type="presOf" srcId="{FFEA7316-2CA0-472C-9B2F-C313AAC60F85}" destId="{7729D2EE-F3F5-4947-BAD3-F992910D4A8A}" srcOrd="0" destOrd="0" presId="urn:microsoft.com/office/officeart/2005/8/layout/cycle3"/>
    <dgm:cxn modelId="{19ACE157-4F8E-4748-AA31-D878FE6D13A7}" srcId="{34ECC4CC-C8AB-4611-9845-78775C026179}" destId="{DCA48B4A-39D6-4920-BBA3-57557D0BD85C}" srcOrd="1" destOrd="0" parTransId="{D1EC3635-A97F-473E-84B4-AC2A43450AA1}" sibTransId="{6A6D276A-C01D-4C6F-9EF1-30A3A15AA5D3}"/>
    <dgm:cxn modelId="{5C658E24-23FA-4698-A4DF-4892B9E44804}" type="presParOf" srcId="{FA5F126C-4D00-4FEC-B71B-FD2F96F9B79C}" destId="{3231BC53-D8ED-4AF2-9C1B-A88E977657A8}" srcOrd="0" destOrd="0" presId="urn:microsoft.com/office/officeart/2005/8/layout/cycle3"/>
    <dgm:cxn modelId="{8D60A14F-44FC-42E2-BD8D-246EAEEB1F71}" type="presParOf" srcId="{3231BC53-D8ED-4AF2-9C1B-A88E977657A8}" destId="{8DE2072A-129D-4ED2-A2EA-4835686120E4}" srcOrd="0" destOrd="0" presId="urn:microsoft.com/office/officeart/2005/8/layout/cycle3"/>
    <dgm:cxn modelId="{15EEA600-7FAE-4702-8715-1D7D58FD2248}" type="presParOf" srcId="{3231BC53-D8ED-4AF2-9C1B-A88E977657A8}" destId="{7729D2EE-F3F5-4947-BAD3-F992910D4A8A}" srcOrd="1" destOrd="0" presId="urn:microsoft.com/office/officeart/2005/8/layout/cycle3"/>
    <dgm:cxn modelId="{C1A2CD09-2541-4A64-BBE1-D3F2762B94FC}" type="presParOf" srcId="{3231BC53-D8ED-4AF2-9C1B-A88E977657A8}" destId="{44F1A0CC-49C9-4B0C-B459-27C6274EBE93}" srcOrd="2" destOrd="0" presId="urn:microsoft.com/office/officeart/2005/8/layout/cycle3"/>
    <dgm:cxn modelId="{C3F2FB75-5D2D-4A7F-AD0C-2155EC6367B9}" type="presParOf" srcId="{3231BC53-D8ED-4AF2-9C1B-A88E977657A8}" destId="{058EDF98-D69D-4850-A7EE-7423CED16A92}" srcOrd="3" destOrd="0" presId="urn:microsoft.com/office/officeart/2005/8/layout/cycle3"/>
    <dgm:cxn modelId="{4D52C265-8E86-405C-8325-4625A012551E}" type="presParOf" srcId="{3231BC53-D8ED-4AF2-9C1B-A88E977657A8}" destId="{38068B84-2D50-4738-AAA8-AE29F2F9B2DC}" srcOrd="4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6A9D4C25-E669-48D1-AD8A-B3CD188E35C7}" type="presOf" srcId="{C3CE8D9A-2F5F-E04C-AF81-B61DA3187B58}" destId="{A4615577-DB07-0E46-BAD9-752076C1E8EB}" srcOrd="0" destOrd="0" presId="urn:microsoft.com/office/officeart/2008/layout/LinedList"/>
    <dgm:cxn modelId="{75E74EE1-BA3C-4906-AFC5-258FB0FE1282}" type="presOf" srcId="{D206AD7D-6FCF-BA4A-A881-D49C0A782FC3}" destId="{70B24025-E2C6-417F-99E1-3AE2064C772D}" srcOrd="0" destOrd="0" presId="urn:microsoft.com/office/officeart/2008/layout/LinedList"/>
    <dgm:cxn modelId="{778A45DE-67B2-46C9-A78A-DE2FF4CBA567}" type="presOf" srcId="{EA05A323-1CD6-E844-BD1C-19A2225C0340}" destId="{821592CB-BF1E-40A4-88FF-532C668728A8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A81BA15A-E644-4C61-9A09-91358686FA9B}" type="presOf" srcId="{C067AB59-C7C5-C74B-8B60-2FA743781E39}" destId="{CECABC1D-D0D2-4346-AB17-5BDF3AE0B320}" srcOrd="0" destOrd="0" presId="urn:microsoft.com/office/officeart/2008/layout/LinedList"/>
    <dgm:cxn modelId="{DF768CF3-A6EE-478D-8585-BFDEDF664594}" type="presOf" srcId="{5B536FDF-F2F3-4D05-AF9A-89E79C92380B}" destId="{EDBBCE88-88E0-4C06-BA01-B4EFB6C685E1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1038F16C-049F-4F8B-815E-AD92D66179DB}" type="presOf" srcId="{A00DC1EC-B999-A640-8654-4E50ABDDE020}" destId="{9891002C-403A-A043-B663-E6FEB51C2557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B6A3830F-B251-4C4B-A3FD-3C330963F53A}" type="presOf" srcId="{D1D10F65-8C36-4800-AD9D-4A75930380A4}" destId="{792A15AE-68CB-4B5E-A488-D8B2430819E0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1D48B55D-F20B-4BA4-BFC2-295079C7C6E6}" type="presOf" srcId="{9C0C5B6B-88B0-0644-95CC-DA013289C236}" destId="{520D1D2C-1114-41BF-8F7E-61F71B01A781}" srcOrd="0" destOrd="0" presId="urn:microsoft.com/office/officeart/2008/layout/LinedList"/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745EE4D6-47CB-4672-B802-7D9D81191871}" type="presOf" srcId="{2D50EED0-437B-1441-8B3B-81295EA238A9}" destId="{0FAAA673-A6AE-2E48-9396-AEC5BB305A0E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1A03901E-429B-479B-A201-7380A19C40A2}" type="presOf" srcId="{4D7DCE72-F1C7-3648-B096-B3BF2FA1BA56}" destId="{F1E3A902-B27E-4D1E-9D62-838DBF77570E}" srcOrd="0" destOrd="0" presId="urn:microsoft.com/office/officeart/2008/layout/LinedList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6DD2DF68-345B-4C56-830C-3EC67A3457EA}" type="presParOf" srcId="{A4615577-DB07-0E46-BAD9-752076C1E8EB}" destId="{A70494F9-BBC6-9B4D-ABE0-28B7062A7EEA}" srcOrd="0" destOrd="0" presId="urn:microsoft.com/office/officeart/2008/layout/LinedList"/>
    <dgm:cxn modelId="{5A831766-4AA1-4358-B517-25D5DC022EB1}" type="presParOf" srcId="{A4615577-DB07-0E46-BAD9-752076C1E8EB}" destId="{4DE94855-2BF1-EB40-B090-FE0F9B4B301E}" srcOrd="1" destOrd="0" presId="urn:microsoft.com/office/officeart/2008/layout/LinedList"/>
    <dgm:cxn modelId="{12F57639-8045-47B9-93EA-B9C0C78569A2}" type="presParOf" srcId="{4DE94855-2BF1-EB40-B090-FE0F9B4B301E}" destId="{0FAAA673-A6AE-2E48-9396-AEC5BB305A0E}" srcOrd="0" destOrd="0" presId="urn:microsoft.com/office/officeart/2008/layout/LinedList"/>
    <dgm:cxn modelId="{5B39E163-EF49-4904-8817-51D9704C4372}" type="presParOf" srcId="{4DE94855-2BF1-EB40-B090-FE0F9B4B301E}" destId="{4D92E349-5F1C-414C-955E-416A7CFBF9E9}" srcOrd="1" destOrd="0" presId="urn:microsoft.com/office/officeart/2008/layout/LinedList"/>
    <dgm:cxn modelId="{990CE106-779B-40BA-B5EB-45B0BA9486BE}" type="presParOf" srcId="{A4615577-DB07-0E46-BAD9-752076C1E8EB}" destId="{4324E71C-51E4-4FFA-9638-472734009553}" srcOrd="2" destOrd="0" presId="urn:microsoft.com/office/officeart/2008/layout/LinedList"/>
    <dgm:cxn modelId="{834C13AE-B4D4-4C32-BBD6-A9053BBB76E9}" type="presParOf" srcId="{A4615577-DB07-0E46-BAD9-752076C1E8EB}" destId="{35D4AF3C-4879-491B-8004-F3B88F6D9FB5}" srcOrd="3" destOrd="0" presId="urn:microsoft.com/office/officeart/2008/layout/LinedList"/>
    <dgm:cxn modelId="{234B63F0-0776-4269-8BE2-1B2E55881637}" type="presParOf" srcId="{35D4AF3C-4879-491B-8004-F3B88F6D9FB5}" destId="{792A15AE-68CB-4B5E-A488-D8B2430819E0}" srcOrd="0" destOrd="0" presId="urn:microsoft.com/office/officeart/2008/layout/LinedList"/>
    <dgm:cxn modelId="{7B4B9DBC-BC28-4BD6-96D1-95413F6C8FF7}" type="presParOf" srcId="{35D4AF3C-4879-491B-8004-F3B88F6D9FB5}" destId="{162AB6D4-F395-4B55-9519-21B610CC0382}" srcOrd="1" destOrd="0" presId="urn:microsoft.com/office/officeart/2008/layout/LinedList"/>
    <dgm:cxn modelId="{5E8DB904-629F-46D7-9BEE-FB6593C9AAFD}" type="presParOf" srcId="{162AB6D4-F395-4B55-9519-21B610CC0382}" destId="{412C8F4B-57E8-4EE2-95F4-7EAB16DF68B6}" srcOrd="0" destOrd="0" presId="urn:microsoft.com/office/officeart/2008/layout/LinedList"/>
    <dgm:cxn modelId="{475EC143-F102-4B58-A7A3-364794794235}" type="presParOf" srcId="{162AB6D4-F395-4B55-9519-21B610CC0382}" destId="{706ACAA7-2B5D-4D39-81AB-5DAABC04EC1D}" srcOrd="1" destOrd="0" presId="urn:microsoft.com/office/officeart/2008/layout/LinedList"/>
    <dgm:cxn modelId="{E0A01BDE-AB73-4F50-B8FD-6885C0C8F6A8}" type="presParOf" srcId="{706ACAA7-2B5D-4D39-81AB-5DAABC04EC1D}" destId="{3456CDB8-701B-42F1-87C2-C295CD1E48EE}" srcOrd="0" destOrd="0" presId="urn:microsoft.com/office/officeart/2008/layout/LinedList"/>
    <dgm:cxn modelId="{D4911914-906C-423B-8925-C696C5BD2481}" type="presParOf" srcId="{706ACAA7-2B5D-4D39-81AB-5DAABC04EC1D}" destId="{520D1D2C-1114-41BF-8F7E-61F71B01A781}" srcOrd="1" destOrd="0" presId="urn:microsoft.com/office/officeart/2008/layout/LinedList"/>
    <dgm:cxn modelId="{E89F0A90-A120-450A-808D-6693459E5354}" type="presParOf" srcId="{706ACAA7-2B5D-4D39-81AB-5DAABC04EC1D}" destId="{D6DDDC7E-F1A5-4153-9143-0972F5C1698F}" srcOrd="2" destOrd="0" presId="urn:microsoft.com/office/officeart/2008/layout/LinedList"/>
    <dgm:cxn modelId="{EFD2A711-5678-432C-917A-C2BE246BDBE7}" type="presParOf" srcId="{162AB6D4-F395-4B55-9519-21B610CC0382}" destId="{0A0EB41C-54BD-4DBD-AE20-1F9966450DC3}" srcOrd="2" destOrd="0" presId="urn:microsoft.com/office/officeart/2008/layout/LinedList"/>
    <dgm:cxn modelId="{5873417F-1FC3-4632-85E1-38EE47AE2120}" type="presParOf" srcId="{162AB6D4-F395-4B55-9519-21B610CC0382}" destId="{BD1DC2FA-97F1-47D7-B64D-204FB692D739}" srcOrd="3" destOrd="0" presId="urn:microsoft.com/office/officeart/2008/layout/LinedList"/>
    <dgm:cxn modelId="{1EAB2C59-C37B-4C22-9510-34F1E442D5B5}" type="presParOf" srcId="{162AB6D4-F395-4B55-9519-21B610CC0382}" destId="{AA817BFD-CFD8-4863-BA21-FE68B817CC3C}" srcOrd="4" destOrd="0" presId="urn:microsoft.com/office/officeart/2008/layout/LinedList"/>
    <dgm:cxn modelId="{28C818D9-23DE-478D-97AD-638DF4CF3ED9}" type="presParOf" srcId="{AA817BFD-CFD8-4863-BA21-FE68B817CC3C}" destId="{BD57D683-A942-4221-A2F2-BB0CF711AC57}" srcOrd="0" destOrd="0" presId="urn:microsoft.com/office/officeart/2008/layout/LinedList"/>
    <dgm:cxn modelId="{7F4A731B-5B5D-4BD6-B7DF-A2B511F736AB}" type="presParOf" srcId="{AA817BFD-CFD8-4863-BA21-FE68B817CC3C}" destId="{F1E3A902-B27E-4D1E-9D62-838DBF77570E}" srcOrd="1" destOrd="0" presId="urn:microsoft.com/office/officeart/2008/layout/LinedList"/>
    <dgm:cxn modelId="{E4C5BD03-9330-4594-9B99-36046BEC7D48}" type="presParOf" srcId="{AA817BFD-CFD8-4863-BA21-FE68B817CC3C}" destId="{4F138E20-5633-4DCC-BBC2-20DFBFC7868F}" srcOrd="2" destOrd="0" presId="urn:microsoft.com/office/officeart/2008/layout/LinedList"/>
    <dgm:cxn modelId="{66DCC6ED-6C48-4BB9-A845-0F883DE97329}" type="presParOf" srcId="{162AB6D4-F395-4B55-9519-21B610CC0382}" destId="{2B79C5B5-7045-4C8A-A0D3-ED34D320DACE}" srcOrd="5" destOrd="0" presId="urn:microsoft.com/office/officeart/2008/layout/LinedList"/>
    <dgm:cxn modelId="{A6F89DF8-B2A1-4351-9A91-DAE74EE0BC68}" type="presParOf" srcId="{162AB6D4-F395-4B55-9519-21B610CC0382}" destId="{8C3B0260-807F-409D-975C-EBFF816514C3}" srcOrd="6" destOrd="0" presId="urn:microsoft.com/office/officeart/2008/layout/LinedList"/>
    <dgm:cxn modelId="{9F21EB6A-10F8-43D3-B7F0-649F9327B380}" type="presParOf" srcId="{162AB6D4-F395-4B55-9519-21B610CC0382}" destId="{DCC37064-A6D2-4A55-A252-3829429045E5}" srcOrd="7" destOrd="0" presId="urn:microsoft.com/office/officeart/2008/layout/LinedList"/>
    <dgm:cxn modelId="{4B187DD6-E48A-494C-83B2-6EB6434F536A}" type="presParOf" srcId="{DCC37064-A6D2-4A55-A252-3829429045E5}" destId="{AF620EF4-9246-40B0-95DD-0F97FD557889}" srcOrd="0" destOrd="0" presId="urn:microsoft.com/office/officeart/2008/layout/LinedList"/>
    <dgm:cxn modelId="{D95766D3-74FD-431F-A32D-F6109DDFE1F4}" type="presParOf" srcId="{DCC37064-A6D2-4A55-A252-3829429045E5}" destId="{821592CB-BF1E-40A4-88FF-532C668728A8}" srcOrd="1" destOrd="0" presId="urn:microsoft.com/office/officeart/2008/layout/LinedList"/>
    <dgm:cxn modelId="{E87A22AA-D575-46D3-B11A-7BF567EFBCDF}" type="presParOf" srcId="{DCC37064-A6D2-4A55-A252-3829429045E5}" destId="{4A2BC687-FFD6-4EBF-9A58-5F5A5936D128}" srcOrd="2" destOrd="0" presId="urn:microsoft.com/office/officeart/2008/layout/LinedList"/>
    <dgm:cxn modelId="{D1890445-939C-4284-978D-443628C2A831}" type="presParOf" srcId="{162AB6D4-F395-4B55-9519-21B610CC0382}" destId="{AFB2C275-AEA0-46EA-8FAC-DEEB17253C42}" srcOrd="8" destOrd="0" presId="urn:microsoft.com/office/officeart/2008/layout/LinedList"/>
    <dgm:cxn modelId="{D290B91F-12D8-4C90-88BE-6F3CEEBF0639}" type="presParOf" srcId="{162AB6D4-F395-4B55-9519-21B610CC0382}" destId="{B63F60B4-89E7-4E26-9559-C63693EDEACE}" srcOrd="9" destOrd="0" presId="urn:microsoft.com/office/officeart/2008/layout/LinedList"/>
    <dgm:cxn modelId="{66F451B5-7635-4227-89EF-C82EF69C5799}" type="presParOf" srcId="{A4615577-DB07-0E46-BAD9-752076C1E8EB}" destId="{B2F277F3-7CF1-994E-B28A-0B3155C31199}" srcOrd="4" destOrd="0" presId="urn:microsoft.com/office/officeart/2008/layout/LinedList"/>
    <dgm:cxn modelId="{C7D513C5-A9AD-4194-8BB5-285BD81E2DDD}" type="presParOf" srcId="{A4615577-DB07-0E46-BAD9-752076C1E8EB}" destId="{0C40495D-3188-9E48-A89E-F64BB2F461F5}" srcOrd="5" destOrd="0" presId="urn:microsoft.com/office/officeart/2008/layout/LinedList"/>
    <dgm:cxn modelId="{6AC7DD93-B175-4ED0-ADB1-EB49248E8346}" type="presParOf" srcId="{0C40495D-3188-9E48-A89E-F64BB2F461F5}" destId="{9891002C-403A-A043-B663-E6FEB51C2557}" srcOrd="0" destOrd="0" presId="urn:microsoft.com/office/officeart/2008/layout/LinedList"/>
    <dgm:cxn modelId="{9FF3CB16-C26F-4C83-A9B3-E8F52B426D4C}" type="presParOf" srcId="{0C40495D-3188-9E48-A89E-F64BB2F461F5}" destId="{84783DB1-8E64-8549-92F0-B23833CEE8B0}" srcOrd="1" destOrd="0" presId="urn:microsoft.com/office/officeart/2008/layout/LinedList"/>
    <dgm:cxn modelId="{CD9C3C07-E087-4BC4-9ED4-B588631054CF}" type="presParOf" srcId="{84783DB1-8E64-8549-92F0-B23833CEE8B0}" destId="{7639A2F8-0310-4BED-B4BD-EAB6A5C40B77}" srcOrd="0" destOrd="0" presId="urn:microsoft.com/office/officeart/2008/layout/LinedList"/>
    <dgm:cxn modelId="{2822677F-430B-4B60-BFEC-A439EB967267}" type="presParOf" srcId="{84783DB1-8E64-8549-92F0-B23833CEE8B0}" destId="{6A69390F-9BF9-4ABA-8159-EAF93506C37D}" srcOrd="1" destOrd="0" presId="urn:microsoft.com/office/officeart/2008/layout/LinedList"/>
    <dgm:cxn modelId="{23F1648A-76B0-479D-A5AC-653AE704914E}" type="presParOf" srcId="{6A69390F-9BF9-4ABA-8159-EAF93506C37D}" destId="{80389192-84FD-488B-A175-87A5FB0572BA}" srcOrd="0" destOrd="0" presId="urn:microsoft.com/office/officeart/2008/layout/LinedList"/>
    <dgm:cxn modelId="{A667D0A4-9C71-4177-B21A-C791C11BDC5D}" type="presParOf" srcId="{6A69390F-9BF9-4ABA-8159-EAF93506C37D}" destId="{CECABC1D-D0D2-4346-AB17-5BDF3AE0B320}" srcOrd="1" destOrd="0" presId="urn:microsoft.com/office/officeart/2008/layout/LinedList"/>
    <dgm:cxn modelId="{8CA5BC63-F876-4626-BC1C-934ADD1BF757}" type="presParOf" srcId="{6A69390F-9BF9-4ABA-8159-EAF93506C37D}" destId="{C56FE37B-F98C-4D15-95CF-6DC56554B5B4}" srcOrd="2" destOrd="0" presId="urn:microsoft.com/office/officeart/2008/layout/LinedList"/>
    <dgm:cxn modelId="{9CFB6DD5-9454-472D-93D8-797981453630}" type="presParOf" srcId="{84783DB1-8E64-8549-92F0-B23833CEE8B0}" destId="{5D84D3DB-F553-4712-A813-E34BD39795E9}" srcOrd="2" destOrd="0" presId="urn:microsoft.com/office/officeart/2008/layout/LinedList"/>
    <dgm:cxn modelId="{18651203-99A8-4C0F-92E0-940F181279F3}" type="presParOf" srcId="{84783DB1-8E64-8549-92F0-B23833CEE8B0}" destId="{2128B8DA-3804-468D-B525-5F0093F85BA2}" srcOrd="3" destOrd="0" presId="urn:microsoft.com/office/officeart/2008/layout/LinedList"/>
    <dgm:cxn modelId="{2D22D595-ABEC-44EA-A5E5-4418832C259E}" type="presParOf" srcId="{84783DB1-8E64-8549-92F0-B23833CEE8B0}" destId="{4F42B568-F39A-4181-8658-EC1C2143BBA0}" srcOrd="4" destOrd="0" presId="urn:microsoft.com/office/officeart/2008/layout/LinedList"/>
    <dgm:cxn modelId="{4A40C7AA-7EB1-47BE-8524-FCC8C7A02F73}" type="presParOf" srcId="{4F42B568-F39A-4181-8658-EC1C2143BBA0}" destId="{4F8359BF-8C47-4A90-A343-AF5BDC5F9DE8}" srcOrd="0" destOrd="0" presId="urn:microsoft.com/office/officeart/2008/layout/LinedList"/>
    <dgm:cxn modelId="{A9141C44-39F3-43F8-B404-7D140FE00710}" type="presParOf" srcId="{4F42B568-F39A-4181-8658-EC1C2143BBA0}" destId="{70B24025-E2C6-417F-99E1-3AE2064C772D}" srcOrd="1" destOrd="0" presId="urn:microsoft.com/office/officeart/2008/layout/LinedList"/>
    <dgm:cxn modelId="{63543622-D233-484D-A98E-9A97AD227758}" type="presParOf" srcId="{4F42B568-F39A-4181-8658-EC1C2143BBA0}" destId="{7CEB9B09-60D8-4882-A2D8-38EF68D5C19F}" srcOrd="2" destOrd="0" presId="urn:microsoft.com/office/officeart/2008/layout/LinedList"/>
    <dgm:cxn modelId="{CF5BF964-EE90-4352-8DBF-4CC6AC96EA1C}" type="presParOf" srcId="{84783DB1-8E64-8549-92F0-B23833CEE8B0}" destId="{5E350EE4-2D6A-4A16-A0FE-9FACA9074727}" srcOrd="5" destOrd="0" presId="urn:microsoft.com/office/officeart/2008/layout/LinedList"/>
    <dgm:cxn modelId="{EE0B1B60-B3D6-460D-89CA-3C721154A811}" type="presParOf" srcId="{84783DB1-8E64-8549-92F0-B23833CEE8B0}" destId="{9BB5AFB5-07F7-4132-85A2-44E6D0516C88}" srcOrd="6" destOrd="0" presId="urn:microsoft.com/office/officeart/2008/layout/LinedList"/>
    <dgm:cxn modelId="{F96A1A67-6811-4C0C-820C-70A6E72DB491}" type="presParOf" srcId="{84783DB1-8E64-8549-92F0-B23833CEE8B0}" destId="{00451E5C-D19E-4AC4-8C6F-60950BA475F2}" srcOrd="7" destOrd="0" presId="urn:microsoft.com/office/officeart/2008/layout/LinedList"/>
    <dgm:cxn modelId="{AF06713F-5601-4BB4-882A-945D81B3E1CD}" type="presParOf" srcId="{00451E5C-D19E-4AC4-8C6F-60950BA475F2}" destId="{3C367370-E70B-40CC-9DCF-3FC0C33EDE1B}" srcOrd="0" destOrd="0" presId="urn:microsoft.com/office/officeart/2008/layout/LinedList"/>
    <dgm:cxn modelId="{09D98A0B-6C0C-4E87-A642-804AE1E944E1}" type="presParOf" srcId="{00451E5C-D19E-4AC4-8C6F-60950BA475F2}" destId="{EDBBCE88-88E0-4C06-BA01-B4EFB6C685E1}" srcOrd="1" destOrd="0" presId="urn:microsoft.com/office/officeart/2008/layout/LinedList"/>
    <dgm:cxn modelId="{EE57ED36-5FF5-4051-9CDA-89B1D6AF4B72}" type="presParOf" srcId="{00451E5C-D19E-4AC4-8C6F-60950BA475F2}" destId="{5EA7847F-7A65-4DE6-AFB0-0784772E4EA1}" srcOrd="2" destOrd="0" presId="urn:microsoft.com/office/officeart/2008/layout/LinedList"/>
    <dgm:cxn modelId="{FD11BF66-DBC6-4937-822D-5E3BF7B003FA}" type="presParOf" srcId="{84783DB1-8E64-8549-92F0-B23833CEE8B0}" destId="{22FFB06E-FF71-449B-9AA1-BDA4A6D85DF8}" srcOrd="8" destOrd="0" presId="urn:microsoft.com/office/officeart/2008/layout/LinedList"/>
    <dgm:cxn modelId="{5A60BB85-CE16-4511-A8E9-71C0AE6C0E20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4E92B993-09E6-4AA2-96A2-066BEBAAA27C}" type="presOf" srcId="{EA05A323-1CD6-E844-BD1C-19A2225C0340}" destId="{821592CB-BF1E-40A4-88FF-532C668728A8}" srcOrd="0" destOrd="0" presId="urn:microsoft.com/office/officeart/2008/layout/LinedList"/>
    <dgm:cxn modelId="{120EB244-851B-4154-AD50-134A6BEA7F07}" type="presOf" srcId="{D1D10F65-8C36-4800-AD9D-4A75930380A4}" destId="{792A15AE-68CB-4B5E-A488-D8B2430819E0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CFA5E2EF-712E-4CDE-919F-CAB5795DD7A6}" type="presOf" srcId="{C067AB59-C7C5-C74B-8B60-2FA743781E39}" destId="{CECABC1D-D0D2-4346-AB17-5BDF3AE0B320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F99C775C-0A6D-44E3-BC0D-AF75356AEE67}" type="presOf" srcId="{2D50EED0-437B-1441-8B3B-81295EA238A9}" destId="{0FAAA673-A6AE-2E48-9396-AEC5BB305A0E}" srcOrd="0" destOrd="0" presId="urn:microsoft.com/office/officeart/2008/layout/LinedList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69F0068D-3B67-4B56-82B3-B8E3765D2817}" type="presOf" srcId="{D206AD7D-6FCF-BA4A-A881-D49C0A782FC3}" destId="{70B24025-E2C6-417F-99E1-3AE2064C772D}" srcOrd="0" destOrd="0" presId="urn:microsoft.com/office/officeart/2008/layout/LinedList"/>
    <dgm:cxn modelId="{9D4A50C0-8288-4A86-8B3D-562E9A25B974}" type="presOf" srcId="{5B536FDF-F2F3-4D05-AF9A-89E79C92380B}" destId="{EDBBCE88-88E0-4C06-BA01-B4EFB6C685E1}" srcOrd="0" destOrd="0" presId="urn:microsoft.com/office/officeart/2008/layout/LinedList"/>
    <dgm:cxn modelId="{B1402E1C-3C1D-422F-9F89-6E1640D7842D}" type="presOf" srcId="{A00DC1EC-B999-A640-8654-4E50ABDDE020}" destId="{9891002C-403A-A043-B663-E6FEB51C2557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3CD190BB-1D01-43B7-8D7C-D42737B6EE68}" type="presOf" srcId="{4D7DCE72-F1C7-3648-B096-B3BF2FA1BA56}" destId="{F1E3A902-B27E-4D1E-9D62-838DBF77570E}" srcOrd="0" destOrd="0" presId="urn:microsoft.com/office/officeart/2008/layout/LinedList"/>
    <dgm:cxn modelId="{FC6D5F32-DEC8-4DC6-8440-0CAB819C4C39}" type="presOf" srcId="{C3CE8D9A-2F5F-E04C-AF81-B61DA3187B58}" destId="{A4615577-DB07-0E46-BAD9-752076C1E8EB}" srcOrd="0" destOrd="0" presId="urn:microsoft.com/office/officeart/2008/layout/LinedList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793D3C0E-4C11-4499-ACA8-AE3B852761F1}" type="presOf" srcId="{9C0C5B6B-88B0-0644-95CC-DA013289C236}" destId="{520D1D2C-1114-41BF-8F7E-61F71B01A781}" srcOrd="0" destOrd="0" presId="urn:microsoft.com/office/officeart/2008/layout/LinedList"/>
    <dgm:cxn modelId="{E5307253-D13D-4B71-98B8-9829244065EE}" type="presParOf" srcId="{A4615577-DB07-0E46-BAD9-752076C1E8EB}" destId="{A70494F9-BBC6-9B4D-ABE0-28B7062A7EEA}" srcOrd="0" destOrd="0" presId="urn:microsoft.com/office/officeart/2008/layout/LinedList"/>
    <dgm:cxn modelId="{F5EACC13-963F-412B-A562-50EF9193BDA6}" type="presParOf" srcId="{A4615577-DB07-0E46-BAD9-752076C1E8EB}" destId="{4DE94855-2BF1-EB40-B090-FE0F9B4B301E}" srcOrd="1" destOrd="0" presId="urn:microsoft.com/office/officeart/2008/layout/LinedList"/>
    <dgm:cxn modelId="{68D73BDE-2368-423C-84B2-BD8C6AE8EF36}" type="presParOf" srcId="{4DE94855-2BF1-EB40-B090-FE0F9B4B301E}" destId="{0FAAA673-A6AE-2E48-9396-AEC5BB305A0E}" srcOrd="0" destOrd="0" presId="urn:microsoft.com/office/officeart/2008/layout/LinedList"/>
    <dgm:cxn modelId="{30D42853-9542-48BB-82E5-447D7A6D0895}" type="presParOf" srcId="{4DE94855-2BF1-EB40-B090-FE0F9B4B301E}" destId="{4D92E349-5F1C-414C-955E-416A7CFBF9E9}" srcOrd="1" destOrd="0" presId="urn:microsoft.com/office/officeart/2008/layout/LinedList"/>
    <dgm:cxn modelId="{D9F377AD-AFBD-4CC5-AF2B-561DC2369C0F}" type="presParOf" srcId="{A4615577-DB07-0E46-BAD9-752076C1E8EB}" destId="{4324E71C-51E4-4FFA-9638-472734009553}" srcOrd="2" destOrd="0" presId="urn:microsoft.com/office/officeart/2008/layout/LinedList"/>
    <dgm:cxn modelId="{409F872F-0849-4B40-A857-7A35D213553B}" type="presParOf" srcId="{A4615577-DB07-0E46-BAD9-752076C1E8EB}" destId="{35D4AF3C-4879-491B-8004-F3B88F6D9FB5}" srcOrd="3" destOrd="0" presId="urn:microsoft.com/office/officeart/2008/layout/LinedList"/>
    <dgm:cxn modelId="{8DEE0DB2-43E4-4701-B37F-47602EF003A9}" type="presParOf" srcId="{35D4AF3C-4879-491B-8004-F3B88F6D9FB5}" destId="{792A15AE-68CB-4B5E-A488-D8B2430819E0}" srcOrd="0" destOrd="0" presId="urn:microsoft.com/office/officeart/2008/layout/LinedList"/>
    <dgm:cxn modelId="{B32274ED-187E-4C8A-8B86-1F041949B57F}" type="presParOf" srcId="{35D4AF3C-4879-491B-8004-F3B88F6D9FB5}" destId="{162AB6D4-F395-4B55-9519-21B610CC0382}" srcOrd="1" destOrd="0" presId="urn:microsoft.com/office/officeart/2008/layout/LinedList"/>
    <dgm:cxn modelId="{9B4854A0-E373-4F20-98FF-9ED4A5EB5AF5}" type="presParOf" srcId="{162AB6D4-F395-4B55-9519-21B610CC0382}" destId="{412C8F4B-57E8-4EE2-95F4-7EAB16DF68B6}" srcOrd="0" destOrd="0" presId="urn:microsoft.com/office/officeart/2008/layout/LinedList"/>
    <dgm:cxn modelId="{0144666D-3CD1-4976-9A2A-5D04002F7AC9}" type="presParOf" srcId="{162AB6D4-F395-4B55-9519-21B610CC0382}" destId="{706ACAA7-2B5D-4D39-81AB-5DAABC04EC1D}" srcOrd="1" destOrd="0" presId="urn:microsoft.com/office/officeart/2008/layout/LinedList"/>
    <dgm:cxn modelId="{B384E764-1390-4A13-AA66-BD08649ABD88}" type="presParOf" srcId="{706ACAA7-2B5D-4D39-81AB-5DAABC04EC1D}" destId="{3456CDB8-701B-42F1-87C2-C295CD1E48EE}" srcOrd="0" destOrd="0" presId="urn:microsoft.com/office/officeart/2008/layout/LinedList"/>
    <dgm:cxn modelId="{6D94EA64-5E8E-4F88-AA83-714AA3152B9E}" type="presParOf" srcId="{706ACAA7-2B5D-4D39-81AB-5DAABC04EC1D}" destId="{520D1D2C-1114-41BF-8F7E-61F71B01A781}" srcOrd="1" destOrd="0" presId="urn:microsoft.com/office/officeart/2008/layout/LinedList"/>
    <dgm:cxn modelId="{83AAA2B4-ECE8-4D7F-A78E-86D94744DC0E}" type="presParOf" srcId="{706ACAA7-2B5D-4D39-81AB-5DAABC04EC1D}" destId="{D6DDDC7E-F1A5-4153-9143-0972F5C1698F}" srcOrd="2" destOrd="0" presId="urn:microsoft.com/office/officeart/2008/layout/LinedList"/>
    <dgm:cxn modelId="{1F233347-DC93-49F4-8E44-F8F050EF0B61}" type="presParOf" srcId="{162AB6D4-F395-4B55-9519-21B610CC0382}" destId="{0A0EB41C-54BD-4DBD-AE20-1F9966450DC3}" srcOrd="2" destOrd="0" presId="urn:microsoft.com/office/officeart/2008/layout/LinedList"/>
    <dgm:cxn modelId="{DFD5EAD8-F83D-434C-A6A5-123518EC0B63}" type="presParOf" srcId="{162AB6D4-F395-4B55-9519-21B610CC0382}" destId="{BD1DC2FA-97F1-47D7-B64D-204FB692D739}" srcOrd="3" destOrd="0" presId="urn:microsoft.com/office/officeart/2008/layout/LinedList"/>
    <dgm:cxn modelId="{CD6D4808-E1A9-470C-9A44-3F002C5E89DA}" type="presParOf" srcId="{162AB6D4-F395-4B55-9519-21B610CC0382}" destId="{AA817BFD-CFD8-4863-BA21-FE68B817CC3C}" srcOrd="4" destOrd="0" presId="urn:microsoft.com/office/officeart/2008/layout/LinedList"/>
    <dgm:cxn modelId="{F26D45EA-1F9E-4F6F-8FED-D44FAA8C742B}" type="presParOf" srcId="{AA817BFD-CFD8-4863-BA21-FE68B817CC3C}" destId="{BD57D683-A942-4221-A2F2-BB0CF711AC57}" srcOrd="0" destOrd="0" presId="urn:microsoft.com/office/officeart/2008/layout/LinedList"/>
    <dgm:cxn modelId="{BBA25104-CA99-42A1-A267-3FD7E76BF753}" type="presParOf" srcId="{AA817BFD-CFD8-4863-BA21-FE68B817CC3C}" destId="{F1E3A902-B27E-4D1E-9D62-838DBF77570E}" srcOrd="1" destOrd="0" presId="urn:microsoft.com/office/officeart/2008/layout/LinedList"/>
    <dgm:cxn modelId="{C8A02C4C-F1B3-47D3-A2CD-F4ADCBDDA86C}" type="presParOf" srcId="{AA817BFD-CFD8-4863-BA21-FE68B817CC3C}" destId="{4F138E20-5633-4DCC-BBC2-20DFBFC7868F}" srcOrd="2" destOrd="0" presId="urn:microsoft.com/office/officeart/2008/layout/LinedList"/>
    <dgm:cxn modelId="{3EF3381C-1C9A-402B-A00C-DCD2E297D2FD}" type="presParOf" srcId="{162AB6D4-F395-4B55-9519-21B610CC0382}" destId="{2B79C5B5-7045-4C8A-A0D3-ED34D320DACE}" srcOrd="5" destOrd="0" presId="urn:microsoft.com/office/officeart/2008/layout/LinedList"/>
    <dgm:cxn modelId="{2668178A-2174-4E48-BBF2-B2E858CCA4B2}" type="presParOf" srcId="{162AB6D4-F395-4B55-9519-21B610CC0382}" destId="{8C3B0260-807F-409D-975C-EBFF816514C3}" srcOrd="6" destOrd="0" presId="urn:microsoft.com/office/officeart/2008/layout/LinedList"/>
    <dgm:cxn modelId="{121469D0-2EB4-453D-8ABA-A7E15237860D}" type="presParOf" srcId="{162AB6D4-F395-4B55-9519-21B610CC0382}" destId="{DCC37064-A6D2-4A55-A252-3829429045E5}" srcOrd="7" destOrd="0" presId="urn:microsoft.com/office/officeart/2008/layout/LinedList"/>
    <dgm:cxn modelId="{DBDCE857-3C97-47CD-A43E-8C149A33518C}" type="presParOf" srcId="{DCC37064-A6D2-4A55-A252-3829429045E5}" destId="{AF620EF4-9246-40B0-95DD-0F97FD557889}" srcOrd="0" destOrd="0" presId="urn:microsoft.com/office/officeart/2008/layout/LinedList"/>
    <dgm:cxn modelId="{D1FA059B-FACE-491E-BAB4-6F7E7E5C6DB6}" type="presParOf" srcId="{DCC37064-A6D2-4A55-A252-3829429045E5}" destId="{821592CB-BF1E-40A4-88FF-532C668728A8}" srcOrd="1" destOrd="0" presId="urn:microsoft.com/office/officeart/2008/layout/LinedList"/>
    <dgm:cxn modelId="{174DA652-C6B1-446A-ADE5-C5FAA63C2117}" type="presParOf" srcId="{DCC37064-A6D2-4A55-A252-3829429045E5}" destId="{4A2BC687-FFD6-4EBF-9A58-5F5A5936D128}" srcOrd="2" destOrd="0" presId="urn:microsoft.com/office/officeart/2008/layout/LinedList"/>
    <dgm:cxn modelId="{50816258-965F-4290-8436-53FD7F9F90BF}" type="presParOf" srcId="{162AB6D4-F395-4B55-9519-21B610CC0382}" destId="{AFB2C275-AEA0-46EA-8FAC-DEEB17253C42}" srcOrd="8" destOrd="0" presId="urn:microsoft.com/office/officeart/2008/layout/LinedList"/>
    <dgm:cxn modelId="{F2B7F890-9FA7-44F0-9F3B-546BA6AFE57A}" type="presParOf" srcId="{162AB6D4-F395-4B55-9519-21B610CC0382}" destId="{B63F60B4-89E7-4E26-9559-C63693EDEACE}" srcOrd="9" destOrd="0" presId="urn:microsoft.com/office/officeart/2008/layout/LinedList"/>
    <dgm:cxn modelId="{15844F66-BBB1-4811-A2CD-ED86B14F21D0}" type="presParOf" srcId="{A4615577-DB07-0E46-BAD9-752076C1E8EB}" destId="{B2F277F3-7CF1-994E-B28A-0B3155C31199}" srcOrd="4" destOrd="0" presId="urn:microsoft.com/office/officeart/2008/layout/LinedList"/>
    <dgm:cxn modelId="{86442415-37F8-43EE-8445-07CB11ECF7A7}" type="presParOf" srcId="{A4615577-DB07-0E46-BAD9-752076C1E8EB}" destId="{0C40495D-3188-9E48-A89E-F64BB2F461F5}" srcOrd="5" destOrd="0" presId="urn:microsoft.com/office/officeart/2008/layout/LinedList"/>
    <dgm:cxn modelId="{AEC26275-6047-407A-B85A-D0F669E7E7E2}" type="presParOf" srcId="{0C40495D-3188-9E48-A89E-F64BB2F461F5}" destId="{9891002C-403A-A043-B663-E6FEB51C2557}" srcOrd="0" destOrd="0" presId="urn:microsoft.com/office/officeart/2008/layout/LinedList"/>
    <dgm:cxn modelId="{F5289C44-0EC8-41C0-8AF9-7794D72B36BC}" type="presParOf" srcId="{0C40495D-3188-9E48-A89E-F64BB2F461F5}" destId="{84783DB1-8E64-8549-92F0-B23833CEE8B0}" srcOrd="1" destOrd="0" presId="urn:microsoft.com/office/officeart/2008/layout/LinedList"/>
    <dgm:cxn modelId="{CFB35B30-8AC7-4C4A-83F9-235976D352A9}" type="presParOf" srcId="{84783DB1-8E64-8549-92F0-B23833CEE8B0}" destId="{7639A2F8-0310-4BED-B4BD-EAB6A5C40B77}" srcOrd="0" destOrd="0" presId="urn:microsoft.com/office/officeart/2008/layout/LinedList"/>
    <dgm:cxn modelId="{6C26DA4F-1D35-4E27-9987-C1467CADF9B8}" type="presParOf" srcId="{84783DB1-8E64-8549-92F0-B23833CEE8B0}" destId="{6A69390F-9BF9-4ABA-8159-EAF93506C37D}" srcOrd="1" destOrd="0" presId="urn:microsoft.com/office/officeart/2008/layout/LinedList"/>
    <dgm:cxn modelId="{7B8327C0-FF21-4D0B-934C-7129E978D280}" type="presParOf" srcId="{6A69390F-9BF9-4ABA-8159-EAF93506C37D}" destId="{80389192-84FD-488B-A175-87A5FB0572BA}" srcOrd="0" destOrd="0" presId="urn:microsoft.com/office/officeart/2008/layout/LinedList"/>
    <dgm:cxn modelId="{F163CC18-72DC-4287-8313-9B76A6E37EE0}" type="presParOf" srcId="{6A69390F-9BF9-4ABA-8159-EAF93506C37D}" destId="{CECABC1D-D0D2-4346-AB17-5BDF3AE0B320}" srcOrd="1" destOrd="0" presId="urn:microsoft.com/office/officeart/2008/layout/LinedList"/>
    <dgm:cxn modelId="{3C35CCDD-E8FF-4959-9C68-37EF8F531064}" type="presParOf" srcId="{6A69390F-9BF9-4ABA-8159-EAF93506C37D}" destId="{C56FE37B-F98C-4D15-95CF-6DC56554B5B4}" srcOrd="2" destOrd="0" presId="urn:microsoft.com/office/officeart/2008/layout/LinedList"/>
    <dgm:cxn modelId="{9A931060-7E1D-43C2-B9BB-41272CC6FAE7}" type="presParOf" srcId="{84783DB1-8E64-8549-92F0-B23833CEE8B0}" destId="{5D84D3DB-F553-4712-A813-E34BD39795E9}" srcOrd="2" destOrd="0" presId="urn:microsoft.com/office/officeart/2008/layout/LinedList"/>
    <dgm:cxn modelId="{7BF5DAC1-8870-4E26-9393-4365160D3828}" type="presParOf" srcId="{84783DB1-8E64-8549-92F0-B23833CEE8B0}" destId="{2128B8DA-3804-468D-B525-5F0093F85BA2}" srcOrd="3" destOrd="0" presId="urn:microsoft.com/office/officeart/2008/layout/LinedList"/>
    <dgm:cxn modelId="{C625406F-70B1-41A4-A156-8059D0991C93}" type="presParOf" srcId="{84783DB1-8E64-8549-92F0-B23833CEE8B0}" destId="{4F42B568-F39A-4181-8658-EC1C2143BBA0}" srcOrd="4" destOrd="0" presId="urn:microsoft.com/office/officeart/2008/layout/LinedList"/>
    <dgm:cxn modelId="{07503F94-3679-4F56-AEFE-90724C8ADA04}" type="presParOf" srcId="{4F42B568-F39A-4181-8658-EC1C2143BBA0}" destId="{4F8359BF-8C47-4A90-A343-AF5BDC5F9DE8}" srcOrd="0" destOrd="0" presId="urn:microsoft.com/office/officeart/2008/layout/LinedList"/>
    <dgm:cxn modelId="{94A4B95A-3AB8-4D40-87F8-19D08445A860}" type="presParOf" srcId="{4F42B568-F39A-4181-8658-EC1C2143BBA0}" destId="{70B24025-E2C6-417F-99E1-3AE2064C772D}" srcOrd="1" destOrd="0" presId="urn:microsoft.com/office/officeart/2008/layout/LinedList"/>
    <dgm:cxn modelId="{C43E79C4-F054-4B91-A07C-910A44566137}" type="presParOf" srcId="{4F42B568-F39A-4181-8658-EC1C2143BBA0}" destId="{7CEB9B09-60D8-4882-A2D8-38EF68D5C19F}" srcOrd="2" destOrd="0" presId="urn:microsoft.com/office/officeart/2008/layout/LinedList"/>
    <dgm:cxn modelId="{420665EC-2076-4209-BAD7-44E0952116D5}" type="presParOf" srcId="{84783DB1-8E64-8549-92F0-B23833CEE8B0}" destId="{5E350EE4-2D6A-4A16-A0FE-9FACA9074727}" srcOrd="5" destOrd="0" presId="urn:microsoft.com/office/officeart/2008/layout/LinedList"/>
    <dgm:cxn modelId="{84D8B87C-EEFB-4451-B02E-DE5188B2C08E}" type="presParOf" srcId="{84783DB1-8E64-8549-92F0-B23833CEE8B0}" destId="{9BB5AFB5-07F7-4132-85A2-44E6D0516C88}" srcOrd="6" destOrd="0" presId="urn:microsoft.com/office/officeart/2008/layout/LinedList"/>
    <dgm:cxn modelId="{1CA4357B-24CD-44A0-A4DC-5BF30B277B94}" type="presParOf" srcId="{84783DB1-8E64-8549-92F0-B23833CEE8B0}" destId="{00451E5C-D19E-4AC4-8C6F-60950BA475F2}" srcOrd="7" destOrd="0" presId="urn:microsoft.com/office/officeart/2008/layout/LinedList"/>
    <dgm:cxn modelId="{4D57A581-414F-42DA-84A0-7F52697FC3B5}" type="presParOf" srcId="{00451E5C-D19E-4AC4-8C6F-60950BA475F2}" destId="{3C367370-E70B-40CC-9DCF-3FC0C33EDE1B}" srcOrd="0" destOrd="0" presId="urn:microsoft.com/office/officeart/2008/layout/LinedList"/>
    <dgm:cxn modelId="{F6BE47E4-AA6A-451F-8079-692D6500892E}" type="presParOf" srcId="{00451E5C-D19E-4AC4-8C6F-60950BA475F2}" destId="{EDBBCE88-88E0-4C06-BA01-B4EFB6C685E1}" srcOrd="1" destOrd="0" presId="urn:microsoft.com/office/officeart/2008/layout/LinedList"/>
    <dgm:cxn modelId="{4FBD081D-9C71-47C6-830D-3D38F514AC6C}" type="presParOf" srcId="{00451E5C-D19E-4AC4-8C6F-60950BA475F2}" destId="{5EA7847F-7A65-4DE6-AFB0-0784772E4EA1}" srcOrd="2" destOrd="0" presId="urn:microsoft.com/office/officeart/2008/layout/LinedList"/>
    <dgm:cxn modelId="{6D719E85-02BF-4EC2-AAAB-0CD950E69BAF}" type="presParOf" srcId="{84783DB1-8E64-8549-92F0-B23833CEE8B0}" destId="{22FFB06E-FF71-449B-9AA1-BDA4A6D85DF8}" srcOrd="8" destOrd="0" presId="urn:microsoft.com/office/officeart/2008/layout/LinedList"/>
    <dgm:cxn modelId="{2285F9BE-9A89-4879-BFDC-EA6587D14814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24D5DF88-6E2E-4919-916E-D726547D9235}" type="presOf" srcId="{C067AB59-C7C5-C74B-8B60-2FA743781E39}" destId="{CECABC1D-D0D2-4346-AB17-5BDF3AE0B320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B913BB40-3BBE-4CFD-92CC-65190577230B}" type="presOf" srcId="{9C0C5B6B-88B0-0644-95CC-DA013289C236}" destId="{520D1D2C-1114-41BF-8F7E-61F71B01A781}" srcOrd="0" destOrd="0" presId="urn:microsoft.com/office/officeart/2008/layout/LinedList"/>
    <dgm:cxn modelId="{13C5A0D3-88A3-4E4E-87F8-08F88EF4D6DF}" type="presOf" srcId="{A00DC1EC-B999-A640-8654-4E50ABDDE020}" destId="{9891002C-403A-A043-B663-E6FEB51C2557}" srcOrd="0" destOrd="0" presId="urn:microsoft.com/office/officeart/2008/layout/LinedList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7C43AE63-EDB0-4A09-A4EF-CF446DC0BABF}" type="presOf" srcId="{2D50EED0-437B-1441-8B3B-81295EA238A9}" destId="{0FAAA673-A6AE-2E48-9396-AEC5BB305A0E}" srcOrd="0" destOrd="0" presId="urn:microsoft.com/office/officeart/2008/layout/LinedList"/>
    <dgm:cxn modelId="{35B048EB-39B0-48EE-A385-31336F1BDB25}" type="presOf" srcId="{D206AD7D-6FCF-BA4A-A881-D49C0A782FC3}" destId="{70B24025-E2C6-417F-99E1-3AE2064C772D}" srcOrd="0" destOrd="0" presId="urn:microsoft.com/office/officeart/2008/layout/LinedList"/>
    <dgm:cxn modelId="{F8F2D53F-386B-42DF-9A99-493D5239B629}" type="presOf" srcId="{C3CE8D9A-2F5F-E04C-AF81-B61DA3187B58}" destId="{A4615577-DB07-0E46-BAD9-752076C1E8EB}" srcOrd="0" destOrd="0" presId="urn:microsoft.com/office/officeart/2008/layout/LinedList"/>
    <dgm:cxn modelId="{3C9E68A3-EC5B-403A-A206-CCFD2E629FB9}" type="presOf" srcId="{5B536FDF-F2F3-4D05-AF9A-89E79C92380B}" destId="{EDBBCE88-88E0-4C06-BA01-B4EFB6C685E1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2EDFF52A-EF96-4FA3-BD39-2787EDFF1EFB}" type="presOf" srcId="{D1D10F65-8C36-4800-AD9D-4A75930380A4}" destId="{792A15AE-68CB-4B5E-A488-D8B2430819E0}" srcOrd="0" destOrd="0" presId="urn:microsoft.com/office/officeart/2008/layout/LinedList"/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DE35BA58-7121-40B9-8548-A3A94C898EFB}" type="presOf" srcId="{EA05A323-1CD6-E844-BD1C-19A2225C0340}" destId="{821592CB-BF1E-40A4-88FF-532C668728A8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C28D53E1-4A5F-4B51-A37D-2626C32A332C}" type="presOf" srcId="{4D7DCE72-F1C7-3648-B096-B3BF2FA1BA56}" destId="{F1E3A902-B27E-4D1E-9D62-838DBF77570E}" srcOrd="0" destOrd="0" presId="urn:microsoft.com/office/officeart/2008/layout/LinedList"/>
    <dgm:cxn modelId="{9BCF0A21-6EB4-42D8-A92F-2B15BDAB3ABB}" type="presParOf" srcId="{A4615577-DB07-0E46-BAD9-752076C1E8EB}" destId="{A70494F9-BBC6-9B4D-ABE0-28B7062A7EEA}" srcOrd="0" destOrd="0" presId="urn:microsoft.com/office/officeart/2008/layout/LinedList"/>
    <dgm:cxn modelId="{4E8D141D-D601-4F53-9FEE-CF9A51F87FBE}" type="presParOf" srcId="{A4615577-DB07-0E46-BAD9-752076C1E8EB}" destId="{4DE94855-2BF1-EB40-B090-FE0F9B4B301E}" srcOrd="1" destOrd="0" presId="urn:microsoft.com/office/officeart/2008/layout/LinedList"/>
    <dgm:cxn modelId="{BE7EFD01-CDEB-4648-8A5A-64087DDE5F2F}" type="presParOf" srcId="{4DE94855-2BF1-EB40-B090-FE0F9B4B301E}" destId="{0FAAA673-A6AE-2E48-9396-AEC5BB305A0E}" srcOrd="0" destOrd="0" presId="urn:microsoft.com/office/officeart/2008/layout/LinedList"/>
    <dgm:cxn modelId="{3A62CE0C-0185-4D40-BD90-F46C9B7BCB42}" type="presParOf" srcId="{4DE94855-2BF1-EB40-B090-FE0F9B4B301E}" destId="{4D92E349-5F1C-414C-955E-416A7CFBF9E9}" srcOrd="1" destOrd="0" presId="urn:microsoft.com/office/officeart/2008/layout/LinedList"/>
    <dgm:cxn modelId="{935CCC15-4AA3-4633-9BFD-A38FA488C286}" type="presParOf" srcId="{A4615577-DB07-0E46-BAD9-752076C1E8EB}" destId="{4324E71C-51E4-4FFA-9638-472734009553}" srcOrd="2" destOrd="0" presId="urn:microsoft.com/office/officeart/2008/layout/LinedList"/>
    <dgm:cxn modelId="{59A1FC6B-FD4A-4A11-84E4-BCFAC37BBB64}" type="presParOf" srcId="{A4615577-DB07-0E46-BAD9-752076C1E8EB}" destId="{35D4AF3C-4879-491B-8004-F3B88F6D9FB5}" srcOrd="3" destOrd="0" presId="urn:microsoft.com/office/officeart/2008/layout/LinedList"/>
    <dgm:cxn modelId="{DF873F77-B724-4962-B4B4-F89FC2882FD5}" type="presParOf" srcId="{35D4AF3C-4879-491B-8004-F3B88F6D9FB5}" destId="{792A15AE-68CB-4B5E-A488-D8B2430819E0}" srcOrd="0" destOrd="0" presId="urn:microsoft.com/office/officeart/2008/layout/LinedList"/>
    <dgm:cxn modelId="{084398B6-73E0-4C53-8A3E-053A541CA75D}" type="presParOf" srcId="{35D4AF3C-4879-491B-8004-F3B88F6D9FB5}" destId="{162AB6D4-F395-4B55-9519-21B610CC0382}" srcOrd="1" destOrd="0" presId="urn:microsoft.com/office/officeart/2008/layout/LinedList"/>
    <dgm:cxn modelId="{EB5F4B8D-30F9-4BD9-9612-0A0DAAA36938}" type="presParOf" srcId="{162AB6D4-F395-4B55-9519-21B610CC0382}" destId="{412C8F4B-57E8-4EE2-95F4-7EAB16DF68B6}" srcOrd="0" destOrd="0" presId="urn:microsoft.com/office/officeart/2008/layout/LinedList"/>
    <dgm:cxn modelId="{C3811F48-EED3-474F-830A-80431E0DCE5B}" type="presParOf" srcId="{162AB6D4-F395-4B55-9519-21B610CC0382}" destId="{706ACAA7-2B5D-4D39-81AB-5DAABC04EC1D}" srcOrd="1" destOrd="0" presId="urn:microsoft.com/office/officeart/2008/layout/LinedList"/>
    <dgm:cxn modelId="{12A623DD-D2FA-42F7-9382-E3E2E2E2DE58}" type="presParOf" srcId="{706ACAA7-2B5D-4D39-81AB-5DAABC04EC1D}" destId="{3456CDB8-701B-42F1-87C2-C295CD1E48EE}" srcOrd="0" destOrd="0" presId="urn:microsoft.com/office/officeart/2008/layout/LinedList"/>
    <dgm:cxn modelId="{446AA8C8-4F57-4436-A2B6-2BCD4394D4A2}" type="presParOf" srcId="{706ACAA7-2B5D-4D39-81AB-5DAABC04EC1D}" destId="{520D1D2C-1114-41BF-8F7E-61F71B01A781}" srcOrd="1" destOrd="0" presId="urn:microsoft.com/office/officeart/2008/layout/LinedList"/>
    <dgm:cxn modelId="{65CDE705-7B99-4548-AD17-5C6EB66ABA80}" type="presParOf" srcId="{706ACAA7-2B5D-4D39-81AB-5DAABC04EC1D}" destId="{D6DDDC7E-F1A5-4153-9143-0972F5C1698F}" srcOrd="2" destOrd="0" presId="urn:microsoft.com/office/officeart/2008/layout/LinedList"/>
    <dgm:cxn modelId="{A97E15EC-DFD1-4B93-AA8D-E68B03321B13}" type="presParOf" srcId="{162AB6D4-F395-4B55-9519-21B610CC0382}" destId="{0A0EB41C-54BD-4DBD-AE20-1F9966450DC3}" srcOrd="2" destOrd="0" presId="urn:microsoft.com/office/officeart/2008/layout/LinedList"/>
    <dgm:cxn modelId="{7A27511B-8B20-46C0-9988-09A08E52D4C7}" type="presParOf" srcId="{162AB6D4-F395-4B55-9519-21B610CC0382}" destId="{BD1DC2FA-97F1-47D7-B64D-204FB692D739}" srcOrd="3" destOrd="0" presId="urn:microsoft.com/office/officeart/2008/layout/LinedList"/>
    <dgm:cxn modelId="{7869438F-3A11-40F3-80A7-41A4C582C111}" type="presParOf" srcId="{162AB6D4-F395-4B55-9519-21B610CC0382}" destId="{AA817BFD-CFD8-4863-BA21-FE68B817CC3C}" srcOrd="4" destOrd="0" presId="urn:microsoft.com/office/officeart/2008/layout/LinedList"/>
    <dgm:cxn modelId="{6ED0D2B4-8F08-4853-8709-8BCFEF407B0E}" type="presParOf" srcId="{AA817BFD-CFD8-4863-BA21-FE68B817CC3C}" destId="{BD57D683-A942-4221-A2F2-BB0CF711AC57}" srcOrd="0" destOrd="0" presId="urn:microsoft.com/office/officeart/2008/layout/LinedList"/>
    <dgm:cxn modelId="{8C509A2C-DA13-4B03-93AC-FF70629D54EE}" type="presParOf" srcId="{AA817BFD-CFD8-4863-BA21-FE68B817CC3C}" destId="{F1E3A902-B27E-4D1E-9D62-838DBF77570E}" srcOrd="1" destOrd="0" presId="urn:microsoft.com/office/officeart/2008/layout/LinedList"/>
    <dgm:cxn modelId="{B291ADF9-B1AB-457C-AA47-30F595F61A0D}" type="presParOf" srcId="{AA817BFD-CFD8-4863-BA21-FE68B817CC3C}" destId="{4F138E20-5633-4DCC-BBC2-20DFBFC7868F}" srcOrd="2" destOrd="0" presId="urn:microsoft.com/office/officeart/2008/layout/LinedList"/>
    <dgm:cxn modelId="{C56BD1CB-68DB-42D1-B927-9BF42484AC7C}" type="presParOf" srcId="{162AB6D4-F395-4B55-9519-21B610CC0382}" destId="{2B79C5B5-7045-4C8A-A0D3-ED34D320DACE}" srcOrd="5" destOrd="0" presId="urn:microsoft.com/office/officeart/2008/layout/LinedList"/>
    <dgm:cxn modelId="{9BE481BF-9F5D-495A-8358-FC4DE8136C87}" type="presParOf" srcId="{162AB6D4-F395-4B55-9519-21B610CC0382}" destId="{8C3B0260-807F-409D-975C-EBFF816514C3}" srcOrd="6" destOrd="0" presId="urn:microsoft.com/office/officeart/2008/layout/LinedList"/>
    <dgm:cxn modelId="{F9A7A64A-62EC-4871-9CFC-86101366BDF5}" type="presParOf" srcId="{162AB6D4-F395-4B55-9519-21B610CC0382}" destId="{DCC37064-A6D2-4A55-A252-3829429045E5}" srcOrd="7" destOrd="0" presId="urn:microsoft.com/office/officeart/2008/layout/LinedList"/>
    <dgm:cxn modelId="{C54C0010-28DF-43C5-8C8F-8B4F1E888D34}" type="presParOf" srcId="{DCC37064-A6D2-4A55-A252-3829429045E5}" destId="{AF620EF4-9246-40B0-95DD-0F97FD557889}" srcOrd="0" destOrd="0" presId="urn:microsoft.com/office/officeart/2008/layout/LinedList"/>
    <dgm:cxn modelId="{B19745F7-A6E4-4E80-B4D6-4275EE78DD00}" type="presParOf" srcId="{DCC37064-A6D2-4A55-A252-3829429045E5}" destId="{821592CB-BF1E-40A4-88FF-532C668728A8}" srcOrd="1" destOrd="0" presId="urn:microsoft.com/office/officeart/2008/layout/LinedList"/>
    <dgm:cxn modelId="{D7056990-ED88-4CB6-AC66-9CC10973C993}" type="presParOf" srcId="{DCC37064-A6D2-4A55-A252-3829429045E5}" destId="{4A2BC687-FFD6-4EBF-9A58-5F5A5936D128}" srcOrd="2" destOrd="0" presId="urn:microsoft.com/office/officeart/2008/layout/LinedList"/>
    <dgm:cxn modelId="{5B6F003B-B9B3-464B-A108-3BE3D0A56E07}" type="presParOf" srcId="{162AB6D4-F395-4B55-9519-21B610CC0382}" destId="{AFB2C275-AEA0-46EA-8FAC-DEEB17253C42}" srcOrd="8" destOrd="0" presId="urn:microsoft.com/office/officeart/2008/layout/LinedList"/>
    <dgm:cxn modelId="{06F4B456-1618-4888-8F83-A0229CE274F9}" type="presParOf" srcId="{162AB6D4-F395-4B55-9519-21B610CC0382}" destId="{B63F60B4-89E7-4E26-9559-C63693EDEACE}" srcOrd="9" destOrd="0" presId="urn:microsoft.com/office/officeart/2008/layout/LinedList"/>
    <dgm:cxn modelId="{4F6BCCE5-90D3-4DCB-86A9-0C3250A91155}" type="presParOf" srcId="{A4615577-DB07-0E46-BAD9-752076C1E8EB}" destId="{B2F277F3-7CF1-994E-B28A-0B3155C31199}" srcOrd="4" destOrd="0" presId="urn:microsoft.com/office/officeart/2008/layout/LinedList"/>
    <dgm:cxn modelId="{1F592CAE-CF5A-4B34-B12F-8B6AE8349BE7}" type="presParOf" srcId="{A4615577-DB07-0E46-BAD9-752076C1E8EB}" destId="{0C40495D-3188-9E48-A89E-F64BB2F461F5}" srcOrd="5" destOrd="0" presId="urn:microsoft.com/office/officeart/2008/layout/LinedList"/>
    <dgm:cxn modelId="{579F1916-5CD7-4218-B4D7-094D2168FEEA}" type="presParOf" srcId="{0C40495D-3188-9E48-A89E-F64BB2F461F5}" destId="{9891002C-403A-A043-B663-E6FEB51C2557}" srcOrd="0" destOrd="0" presId="urn:microsoft.com/office/officeart/2008/layout/LinedList"/>
    <dgm:cxn modelId="{97D9F5DF-B836-4217-8AA6-8EB8A1AD4572}" type="presParOf" srcId="{0C40495D-3188-9E48-A89E-F64BB2F461F5}" destId="{84783DB1-8E64-8549-92F0-B23833CEE8B0}" srcOrd="1" destOrd="0" presId="urn:microsoft.com/office/officeart/2008/layout/LinedList"/>
    <dgm:cxn modelId="{60D06979-C527-4E49-954F-A6583F4A5B33}" type="presParOf" srcId="{84783DB1-8E64-8549-92F0-B23833CEE8B0}" destId="{7639A2F8-0310-4BED-B4BD-EAB6A5C40B77}" srcOrd="0" destOrd="0" presId="urn:microsoft.com/office/officeart/2008/layout/LinedList"/>
    <dgm:cxn modelId="{09B568F0-2F32-4326-9083-67BF1AB28948}" type="presParOf" srcId="{84783DB1-8E64-8549-92F0-B23833CEE8B0}" destId="{6A69390F-9BF9-4ABA-8159-EAF93506C37D}" srcOrd="1" destOrd="0" presId="urn:microsoft.com/office/officeart/2008/layout/LinedList"/>
    <dgm:cxn modelId="{2F443A8C-341E-46B3-888F-D6F1EC094E38}" type="presParOf" srcId="{6A69390F-9BF9-4ABA-8159-EAF93506C37D}" destId="{80389192-84FD-488B-A175-87A5FB0572BA}" srcOrd="0" destOrd="0" presId="urn:microsoft.com/office/officeart/2008/layout/LinedList"/>
    <dgm:cxn modelId="{BC00DB35-F225-430C-9DC2-359906330FE5}" type="presParOf" srcId="{6A69390F-9BF9-4ABA-8159-EAF93506C37D}" destId="{CECABC1D-D0D2-4346-AB17-5BDF3AE0B320}" srcOrd="1" destOrd="0" presId="urn:microsoft.com/office/officeart/2008/layout/LinedList"/>
    <dgm:cxn modelId="{0C10C13D-2FF0-4E03-A006-DC261F3518FD}" type="presParOf" srcId="{6A69390F-9BF9-4ABA-8159-EAF93506C37D}" destId="{C56FE37B-F98C-4D15-95CF-6DC56554B5B4}" srcOrd="2" destOrd="0" presId="urn:microsoft.com/office/officeart/2008/layout/LinedList"/>
    <dgm:cxn modelId="{6D3680BA-02B1-4A76-888A-629CDBD0F4DD}" type="presParOf" srcId="{84783DB1-8E64-8549-92F0-B23833CEE8B0}" destId="{5D84D3DB-F553-4712-A813-E34BD39795E9}" srcOrd="2" destOrd="0" presId="urn:microsoft.com/office/officeart/2008/layout/LinedList"/>
    <dgm:cxn modelId="{569602AD-FD22-46B3-9D4D-C662D8808BBB}" type="presParOf" srcId="{84783DB1-8E64-8549-92F0-B23833CEE8B0}" destId="{2128B8DA-3804-468D-B525-5F0093F85BA2}" srcOrd="3" destOrd="0" presId="urn:microsoft.com/office/officeart/2008/layout/LinedList"/>
    <dgm:cxn modelId="{DBF88484-12DB-4A08-863B-E998CAA15F31}" type="presParOf" srcId="{84783DB1-8E64-8549-92F0-B23833CEE8B0}" destId="{4F42B568-F39A-4181-8658-EC1C2143BBA0}" srcOrd="4" destOrd="0" presId="urn:microsoft.com/office/officeart/2008/layout/LinedList"/>
    <dgm:cxn modelId="{DEC59F6E-D9E6-4D59-84CF-4C4B7784E45C}" type="presParOf" srcId="{4F42B568-F39A-4181-8658-EC1C2143BBA0}" destId="{4F8359BF-8C47-4A90-A343-AF5BDC5F9DE8}" srcOrd="0" destOrd="0" presId="urn:microsoft.com/office/officeart/2008/layout/LinedList"/>
    <dgm:cxn modelId="{D77F6D86-B01B-4144-B59B-0697E556E0AA}" type="presParOf" srcId="{4F42B568-F39A-4181-8658-EC1C2143BBA0}" destId="{70B24025-E2C6-417F-99E1-3AE2064C772D}" srcOrd="1" destOrd="0" presId="urn:microsoft.com/office/officeart/2008/layout/LinedList"/>
    <dgm:cxn modelId="{00EF386B-D023-4826-B0D3-BE97FE572414}" type="presParOf" srcId="{4F42B568-F39A-4181-8658-EC1C2143BBA0}" destId="{7CEB9B09-60D8-4882-A2D8-38EF68D5C19F}" srcOrd="2" destOrd="0" presId="urn:microsoft.com/office/officeart/2008/layout/LinedList"/>
    <dgm:cxn modelId="{4945318C-0402-4575-ADDB-33A4830F4F63}" type="presParOf" srcId="{84783DB1-8E64-8549-92F0-B23833CEE8B0}" destId="{5E350EE4-2D6A-4A16-A0FE-9FACA9074727}" srcOrd="5" destOrd="0" presId="urn:microsoft.com/office/officeart/2008/layout/LinedList"/>
    <dgm:cxn modelId="{8EC6E6E0-0FB1-4C48-B0FB-EA34075A88EC}" type="presParOf" srcId="{84783DB1-8E64-8549-92F0-B23833CEE8B0}" destId="{9BB5AFB5-07F7-4132-85A2-44E6D0516C88}" srcOrd="6" destOrd="0" presId="urn:microsoft.com/office/officeart/2008/layout/LinedList"/>
    <dgm:cxn modelId="{96E02F48-43CC-4A52-8DE5-BF5B200738DD}" type="presParOf" srcId="{84783DB1-8E64-8549-92F0-B23833CEE8B0}" destId="{00451E5C-D19E-4AC4-8C6F-60950BA475F2}" srcOrd="7" destOrd="0" presId="urn:microsoft.com/office/officeart/2008/layout/LinedList"/>
    <dgm:cxn modelId="{185F5C92-0C1B-44C8-905B-46FA18FDA740}" type="presParOf" srcId="{00451E5C-D19E-4AC4-8C6F-60950BA475F2}" destId="{3C367370-E70B-40CC-9DCF-3FC0C33EDE1B}" srcOrd="0" destOrd="0" presId="urn:microsoft.com/office/officeart/2008/layout/LinedList"/>
    <dgm:cxn modelId="{CDE78C31-CD18-4A19-B93C-4935F1A9B90F}" type="presParOf" srcId="{00451E5C-D19E-4AC4-8C6F-60950BA475F2}" destId="{EDBBCE88-88E0-4C06-BA01-B4EFB6C685E1}" srcOrd="1" destOrd="0" presId="urn:microsoft.com/office/officeart/2008/layout/LinedList"/>
    <dgm:cxn modelId="{0BD15870-87D9-45B0-898B-0E6EC0448056}" type="presParOf" srcId="{00451E5C-D19E-4AC4-8C6F-60950BA475F2}" destId="{5EA7847F-7A65-4DE6-AFB0-0784772E4EA1}" srcOrd="2" destOrd="0" presId="urn:microsoft.com/office/officeart/2008/layout/LinedList"/>
    <dgm:cxn modelId="{CBF3DC12-8B62-4882-A73B-DCEA92B4B801}" type="presParOf" srcId="{84783DB1-8E64-8549-92F0-B23833CEE8B0}" destId="{22FFB06E-FF71-449B-9AA1-BDA4A6D85DF8}" srcOrd="8" destOrd="0" presId="urn:microsoft.com/office/officeart/2008/layout/LinedList"/>
    <dgm:cxn modelId="{50717F8A-678D-4A4E-BF99-E8E630B27BF9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C3CE8D9A-2F5F-E04C-AF81-B61DA3187B58}" type="doc">
      <dgm:prSet loTypeId="urn:microsoft.com/office/officeart/2008/layout/LinedList" loCatId="" qsTypeId="urn:microsoft.com/office/officeart/2005/8/quickstyle/simple3" qsCatId="simple" csTypeId="urn:microsoft.com/office/officeart/2005/8/colors/colorful3" csCatId="colorful" phldr="1"/>
      <dgm:spPr/>
      <dgm:t>
        <a:bodyPr/>
        <a:lstStyle/>
        <a:p>
          <a:endParaRPr lang="es-ES"/>
        </a:p>
      </dgm:t>
    </dgm:pt>
    <dgm:pt modelId="{2D50EED0-437B-1441-8B3B-81295EA238A9}">
      <dgm:prSet phldrT="[Texto]"/>
      <dgm:spPr/>
      <dgm:t>
        <a:bodyPr/>
        <a:lstStyle/>
        <a:p>
          <a:r>
            <a:rPr lang="es-ES" dirty="0"/>
            <a:t>Introducción</a:t>
          </a:r>
        </a:p>
      </dgm:t>
    </dgm:pt>
    <dgm:pt modelId="{A6EDC655-C7CF-5442-9A95-DD52945DD4C2}" type="parTrans" cxnId="{A6D8CB4F-A1A9-2F46-90C6-E855915DE40A}">
      <dgm:prSet/>
      <dgm:spPr/>
      <dgm:t>
        <a:bodyPr/>
        <a:lstStyle/>
        <a:p>
          <a:endParaRPr lang="es-ES"/>
        </a:p>
      </dgm:t>
    </dgm:pt>
    <dgm:pt modelId="{12B35025-375E-9C48-AEA1-E8FB9BD8A8AD}" type="sibTrans" cxnId="{A6D8CB4F-A1A9-2F46-90C6-E855915DE40A}">
      <dgm:prSet/>
      <dgm:spPr/>
      <dgm:t>
        <a:bodyPr/>
        <a:lstStyle/>
        <a:p>
          <a:endParaRPr lang="es-ES"/>
        </a:p>
      </dgm:t>
    </dgm:pt>
    <dgm:pt modelId="{9C0C5B6B-88B0-0644-95CC-DA013289C236}">
      <dgm:prSet phldrT="[Texto]"/>
      <dgm:spPr/>
      <dgm:t>
        <a:bodyPr/>
        <a:lstStyle/>
        <a:p>
          <a:r>
            <a:rPr lang="es-ES" dirty="0"/>
            <a:t>Planificación de la calidad</a:t>
          </a:r>
        </a:p>
      </dgm:t>
    </dgm:pt>
    <dgm:pt modelId="{B8FBE750-BA08-3745-BDB2-8DE244854305}" type="parTrans" cxnId="{B913582A-C51A-7948-8CD7-0EAADAC6E1E7}">
      <dgm:prSet/>
      <dgm:spPr/>
      <dgm:t>
        <a:bodyPr/>
        <a:lstStyle/>
        <a:p>
          <a:endParaRPr lang="es-ES"/>
        </a:p>
      </dgm:t>
    </dgm:pt>
    <dgm:pt modelId="{7720ED4A-2659-4441-8B8A-B12AAECACA03}" type="sibTrans" cxnId="{B913582A-C51A-7948-8CD7-0EAADAC6E1E7}">
      <dgm:prSet/>
      <dgm:spPr/>
      <dgm:t>
        <a:bodyPr/>
        <a:lstStyle/>
        <a:p>
          <a:endParaRPr lang="es-ES"/>
        </a:p>
      </dgm:t>
    </dgm:pt>
    <dgm:pt modelId="{4D7DCE72-F1C7-3648-B096-B3BF2FA1BA56}">
      <dgm:prSet phldrT="[Texto]"/>
      <dgm:spPr/>
      <dgm:t>
        <a:bodyPr/>
        <a:lstStyle/>
        <a:p>
          <a:r>
            <a:rPr lang="es-ES" dirty="0"/>
            <a:t>Realizar el aseguramiento</a:t>
          </a:r>
          <a:r>
            <a:rPr lang="es-ES" baseline="0" dirty="0"/>
            <a:t> de la calidad</a:t>
          </a:r>
          <a:endParaRPr lang="es-ES" dirty="0"/>
        </a:p>
      </dgm:t>
    </dgm:pt>
    <dgm:pt modelId="{4130B51B-54F0-CE46-A291-A4358F1F6F5A}" type="parTrans" cxnId="{CEF75630-A106-2C4A-813E-06273EBC269D}">
      <dgm:prSet/>
      <dgm:spPr/>
      <dgm:t>
        <a:bodyPr/>
        <a:lstStyle/>
        <a:p>
          <a:endParaRPr lang="es-ES"/>
        </a:p>
      </dgm:t>
    </dgm:pt>
    <dgm:pt modelId="{44AA0FEF-23B0-9044-91B0-9D01CCB0457B}" type="sibTrans" cxnId="{CEF75630-A106-2C4A-813E-06273EBC269D}">
      <dgm:prSet/>
      <dgm:spPr/>
      <dgm:t>
        <a:bodyPr/>
        <a:lstStyle/>
        <a:p>
          <a:endParaRPr lang="es-ES"/>
        </a:p>
      </dgm:t>
    </dgm:pt>
    <dgm:pt modelId="{EA05A323-1CD6-E844-BD1C-19A2225C0340}">
      <dgm:prSet phldrT="[Texto]"/>
      <dgm:spPr/>
      <dgm:t>
        <a:bodyPr/>
        <a:lstStyle/>
        <a:p>
          <a:r>
            <a:rPr lang="es-ES" dirty="0"/>
            <a:t>Controlar</a:t>
          </a:r>
          <a:r>
            <a:rPr lang="es-ES" baseline="0" dirty="0"/>
            <a:t> la calidad</a:t>
          </a:r>
          <a:endParaRPr lang="es-ES" dirty="0"/>
        </a:p>
      </dgm:t>
    </dgm:pt>
    <dgm:pt modelId="{30E5782B-3D30-E84E-8B09-5F18CE4DBC15}" type="parTrans" cxnId="{170E0A80-D936-D547-94C5-570AC1082D21}">
      <dgm:prSet/>
      <dgm:spPr/>
      <dgm:t>
        <a:bodyPr/>
        <a:lstStyle/>
        <a:p>
          <a:endParaRPr lang="es-ES"/>
        </a:p>
      </dgm:t>
    </dgm:pt>
    <dgm:pt modelId="{A735D71C-2096-F344-B726-857D36F14FEB}" type="sibTrans" cxnId="{170E0A80-D936-D547-94C5-570AC1082D21}">
      <dgm:prSet/>
      <dgm:spPr/>
      <dgm:t>
        <a:bodyPr/>
        <a:lstStyle/>
        <a:p>
          <a:endParaRPr lang="es-ES"/>
        </a:p>
      </dgm:t>
    </dgm:pt>
    <dgm:pt modelId="{A00DC1EC-B999-A640-8654-4E50ABDDE020}">
      <dgm:prSet phldrT="[Texto]"/>
      <dgm:spPr/>
      <dgm:t>
        <a:bodyPr/>
        <a:lstStyle/>
        <a:p>
          <a:r>
            <a:rPr lang="es-ES" dirty="0"/>
            <a:t>Recursos Humanos</a:t>
          </a:r>
        </a:p>
      </dgm:t>
    </dgm:pt>
    <dgm:pt modelId="{C1FC985A-8FE8-944A-89F3-975B9C62D138}" type="parTrans" cxnId="{C36FE991-C046-254D-B645-ED7CD9E49D91}">
      <dgm:prSet/>
      <dgm:spPr/>
      <dgm:t>
        <a:bodyPr/>
        <a:lstStyle/>
        <a:p>
          <a:endParaRPr lang="es-ES"/>
        </a:p>
      </dgm:t>
    </dgm:pt>
    <dgm:pt modelId="{48BA50DD-A1B0-B142-8134-1733EC7E096A}" type="sibTrans" cxnId="{C36FE991-C046-254D-B645-ED7CD9E49D91}">
      <dgm:prSet/>
      <dgm:spPr/>
      <dgm:t>
        <a:bodyPr/>
        <a:lstStyle/>
        <a:p>
          <a:endParaRPr lang="es-ES"/>
        </a:p>
      </dgm:t>
    </dgm:pt>
    <dgm:pt modelId="{C067AB59-C7C5-C74B-8B60-2FA743781E39}">
      <dgm:prSet phldrT="[Texto]"/>
      <dgm:spPr/>
      <dgm:t>
        <a:bodyPr/>
        <a:lstStyle/>
        <a:p>
          <a:r>
            <a:rPr lang="es-ES" dirty="0"/>
            <a:t>Planificación de los RRHH</a:t>
          </a:r>
        </a:p>
      </dgm:t>
    </dgm:pt>
    <dgm:pt modelId="{E4F708B6-A4DC-E54B-965A-6A91932F4F21}" type="parTrans" cxnId="{FA015F84-3A27-6341-B5E5-5AAABF15FCA7}">
      <dgm:prSet/>
      <dgm:spPr/>
      <dgm:t>
        <a:bodyPr/>
        <a:lstStyle/>
        <a:p>
          <a:endParaRPr lang="es-ES"/>
        </a:p>
      </dgm:t>
    </dgm:pt>
    <dgm:pt modelId="{07AED4AD-A571-FA4C-8F60-2811AAEB8399}" type="sibTrans" cxnId="{FA015F84-3A27-6341-B5E5-5AAABF15FCA7}">
      <dgm:prSet/>
      <dgm:spPr/>
      <dgm:t>
        <a:bodyPr/>
        <a:lstStyle/>
        <a:p>
          <a:endParaRPr lang="es-ES"/>
        </a:p>
      </dgm:t>
    </dgm:pt>
    <dgm:pt modelId="{D206AD7D-6FCF-BA4A-A881-D49C0A782FC3}">
      <dgm:prSet phldrT="[Texto]"/>
      <dgm:spPr/>
      <dgm:t>
        <a:bodyPr/>
        <a:lstStyle/>
        <a:p>
          <a:r>
            <a:rPr lang="es-ES" dirty="0" smtClean="0"/>
            <a:t>Adquisición y desarrollo del el </a:t>
          </a:r>
          <a:r>
            <a:rPr lang="es-ES" dirty="0"/>
            <a:t>equipo de trabajo</a:t>
          </a:r>
        </a:p>
      </dgm:t>
    </dgm:pt>
    <dgm:pt modelId="{2FAF4929-896A-4142-A9D4-FCF51F2A7AA6}" type="parTrans" cxnId="{DBA51B96-2BDF-C04D-8EE9-74101BC05F2E}">
      <dgm:prSet/>
      <dgm:spPr/>
      <dgm:t>
        <a:bodyPr/>
        <a:lstStyle/>
        <a:p>
          <a:endParaRPr lang="es-ES"/>
        </a:p>
      </dgm:t>
    </dgm:pt>
    <dgm:pt modelId="{948F4234-2DCD-C24A-ABA8-79BDA4601848}" type="sibTrans" cxnId="{DBA51B96-2BDF-C04D-8EE9-74101BC05F2E}">
      <dgm:prSet/>
      <dgm:spPr/>
      <dgm:t>
        <a:bodyPr/>
        <a:lstStyle/>
        <a:p>
          <a:endParaRPr lang="es-ES"/>
        </a:p>
      </dgm:t>
    </dgm:pt>
    <dgm:pt modelId="{D1D10F65-8C36-4800-AD9D-4A75930380A4}">
      <dgm:prSet phldrT="[Texto]"/>
      <dgm:spPr/>
      <dgm:t>
        <a:bodyPr/>
        <a:lstStyle/>
        <a:p>
          <a:r>
            <a:rPr lang="es-ES" dirty="0"/>
            <a:t>Calidad</a:t>
          </a:r>
        </a:p>
      </dgm:t>
    </dgm:pt>
    <dgm:pt modelId="{90F18EEC-639F-4363-B4CF-89223F0F6C38}" type="parTrans" cxnId="{7D1D3080-7900-4CC4-B4C0-BD39D5B7C3EE}">
      <dgm:prSet/>
      <dgm:spPr/>
      <dgm:t>
        <a:bodyPr/>
        <a:lstStyle/>
        <a:p>
          <a:endParaRPr lang="es-ES_tradnl"/>
        </a:p>
      </dgm:t>
    </dgm:pt>
    <dgm:pt modelId="{99324C82-0C51-4B8E-B7FB-AB0EDB6CDB40}" type="sibTrans" cxnId="{7D1D3080-7900-4CC4-B4C0-BD39D5B7C3EE}">
      <dgm:prSet/>
      <dgm:spPr/>
      <dgm:t>
        <a:bodyPr/>
        <a:lstStyle/>
        <a:p>
          <a:endParaRPr lang="es-ES_tradnl"/>
        </a:p>
      </dgm:t>
    </dgm:pt>
    <dgm:pt modelId="{5B536FDF-F2F3-4D05-AF9A-89E79C92380B}">
      <dgm:prSet phldrT="[Texto]"/>
      <dgm:spPr/>
      <dgm:t>
        <a:bodyPr/>
        <a:lstStyle/>
        <a:p>
          <a:r>
            <a:rPr lang="es-ES" dirty="0"/>
            <a:t>Dirigir el equipo del proyecto</a:t>
          </a:r>
        </a:p>
      </dgm:t>
    </dgm:pt>
    <dgm:pt modelId="{56E7C592-F553-41EA-A0F8-EBF440BF702D}" type="parTrans" cxnId="{366F432C-1A26-4011-8836-F1CB5F23632D}">
      <dgm:prSet/>
      <dgm:spPr/>
      <dgm:t>
        <a:bodyPr/>
        <a:lstStyle/>
        <a:p>
          <a:endParaRPr lang="es-ES_tradnl"/>
        </a:p>
      </dgm:t>
    </dgm:pt>
    <dgm:pt modelId="{3DAEA229-1474-4E45-A55F-BA78088D2142}" type="sibTrans" cxnId="{366F432C-1A26-4011-8836-F1CB5F23632D}">
      <dgm:prSet/>
      <dgm:spPr/>
      <dgm:t>
        <a:bodyPr/>
        <a:lstStyle/>
        <a:p>
          <a:endParaRPr lang="es-ES_tradnl"/>
        </a:p>
      </dgm:t>
    </dgm:pt>
    <dgm:pt modelId="{A4615577-DB07-0E46-BAD9-752076C1E8EB}" type="pres">
      <dgm:prSet presAssocID="{C3CE8D9A-2F5F-E04C-AF81-B61DA3187B58}" presName="vert0" presStyleCnt="0">
        <dgm:presLayoutVars>
          <dgm:dir/>
          <dgm:animOne val="branch"/>
          <dgm:animLvl val="lvl"/>
        </dgm:presLayoutVars>
      </dgm:prSet>
      <dgm:spPr/>
      <dgm:t>
        <a:bodyPr/>
        <a:lstStyle/>
        <a:p>
          <a:endParaRPr lang="es-ES"/>
        </a:p>
      </dgm:t>
    </dgm:pt>
    <dgm:pt modelId="{A70494F9-BBC6-9B4D-ABE0-28B7062A7EEA}" type="pres">
      <dgm:prSet presAssocID="{2D50EED0-437B-1441-8B3B-81295EA238A9}" presName="thickLine" presStyleLbl="alignNode1" presStyleIdx="0" presStyleCnt="3" custLinFactNeighborX="-10898" custLinFactNeighborY="-49191"/>
      <dgm:spPr/>
    </dgm:pt>
    <dgm:pt modelId="{4DE94855-2BF1-EB40-B090-FE0F9B4B301E}" type="pres">
      <dgm:prSet presAssocID="{2D50EED0-437B-1441-8B3B-81295EA238A9}" presName="horz1" presStyleCnt="0"/>
      <dgm:spPr/>
    </dgm:pt>
    <dgm:pt modelId="{0FAAA673-A6AE-2E48-9396-AEC5BB305A0E}" type="pres">
      <dgm:prSet presAssocID="{2D50EED0-437B-1441-8B3B-81295EA238A9}" presName="tx1" presStyleLbl="revTx" presStyleIdx="0" presStyleCnt="9" custScaleY="37525"/>
      <dgm:spPr/>
      <dgm:t>
        <a:bodyPr/>
        <a:lstStyle/>
        <a:p>
          <a:endParaRPr lang="es-ES"/>
        </a:p>
      </dgm:t>
    </dgm:pt>
    <dgm:pt modelId="{4D92E349-5F1C-414C-955E-416A7CFBF9E9}" type="pres">
      <dgm:prSet presAssocID="{2D50EED0-437B-1441-8B3B-81295EA238A9}" presName="vert1" presStyleCnt="0"/>
      <dgm:spPr/>
    </dgm:pt>
    <dgm:pt modelId="{4324E71C-51E4-4FFA-9638-472734009553}" type="pres">
      <dgm:prSet presAssocID="{D1D10F65-8C36-4800-AD9D-4A75930380A4}" presName="thickLine" presStyleLbl="alignNode1" presStyleIdx="1" presStyleCnt="3" custLinFactNeighborY="-59234"/>
      <dgm:spPr/>
    </dgm:pt>
    <dgm:pt modelId="{35D4AF3C-4879-491B-8004-F3B88F6D9FB5}" type="pres">
      <dgm:prSet presAssocID="{D1D10F65-8C36-4800-AD9D-4A75930380A4}" presName="horz1" presStyleCnt="0"/>
      <dgm:spPr/>
    </dgm:pt>
    <dgm:pt modelId="{792A15AE-68CB-4B5E-A488-D8B2430819E0}" type="pres">
      <dgm:prSet presAssocID="{D1D10F65-8C36-4800-AD9D-4A75930380A4}" presName="tx1" presStyleLbl="revTx" presStyleIdx="1" presStyleCnt="9"/>
      <dgm:spPr/>
      <dgm:t>
        <a:bodyPr/>
        <a:lstStyle/>
        <a:p>
          <a:endParaRPr lang="es-ES"/>
        </a:p>
      </dgm:t>
    </dgm:pt>
    <dgm:pt modelId="{162AB6D4-F395-4B55-9519-21B610CC0382}" type="pres">
      <dgm:prSet presAssocID="{D1D10F65-8C36-4800-AD9D-4A75930380A4}" presName="vert1" presStyleCnt="0"/>
      <dgm:spPr/>
    </dgm:pt>
    <dgm:pt modelId="{412C8F4B-57E8-4EE2-95F4-7EAB16DF68B6}" type="pres">
      <dgm:prSet presAssocID="{9C0C5B6B-88B0-0644-95CC-DA013289C236}" presName="vertSpace2a" presStyleCnt="0"/>
      <dgm:spPr/>
    </dgm:pt>
    <dgm:pt modelId="{706ACAA7-2B5D-4D39-81AB-5DAABC04EC1D}" type="pres">
      <dgm:prSet presAssocID="{9C0C5B6B-88B0-0644-95CC-DA013289C236}" presName="horz2" presStyleCnt="0"/>
      <dgm:spPr/>
    </dgm:pt>
    <dgm:pt modelId="{3456CDB8-701B-42F1-87C2-C295CD1E48EE}" type="pres">
      <dgm:prSet presAssocID="{9C0C5B6B-88B0-0644-95CC-DA013289C236}" presName="horzSpace2" presStyleCnt="0"/>
      <dgm:spPr/>
    </dgm:pt>
    <dgm:pt modelId="{520D1D2C-1114-41BF-8F7E-61F71B01A781}" type="pres">
      <dgm:prSet presAssocID="{9C0C5B6B-88B0-0644-95CC-DA013289C236}" presName="tx2" presStyleLbl="revTx" presStyleIdx="2" presStyleCnt="9"/>
      <dgm:spPr/>
      <dgm:t>
        <a:bodyPr/>
        <a:lstStyle/>
        <a:p>
          <a:endParaRPr lang="es-ES"/>
        </a:p>
      </dgm:t>
    </dgm:pt>
    <dgm:pt modelId="{D6DDDC7E-F1A5-4153-9143-0972F5C1698F}" type="pres">
      <dgm:prSet presAssocID="{9C0C5B6B-88B0-0644-95CC-DA013289C236}" presName="vert2" presStyleCnt="0"/>
      <dgm:spPr/>
    </dgm:pt>
    <dgm:pt modelId="{0A0EB41C-54BD-4DBD-AE20-1F9966450DC3}" type="pres">
      <dgm:prSet presAssocID="{9C0C5B6B-88B0-0644-95CC-DA013289C236}" presName="thinLine2b" presStyleLbl="callout" presStyleIdx="0" presStyleCnt="6"/>
      <dgm:spPr/>
    </dgm:pt>
    <dgm:pt modelId="{BD1DC2FA-97F1-47D7-B64D-204FB692D739}" type="pres">
      <dgm:prSet presAssocID="{9C0C5B6B-88B0-0644-95CC-DA013289C236}" presName="vertSpace2b" presStyleCnt="0"/>
      <dgm:spPr/>
    </dgm:pt>
    <dgm:pt modelId="{AA817BFD-CFD8-4863-BA21-FE68B817CC3C}" type="pres">
      <dgm:prSet presAssocID="{4D7DCE72-F1C7-3648-B096-B3BF2FA1BA56}" presName="horz2" presStyleCnt="0"/>
      <dgm:spPr/>
    </dgm:pt>
    <dgm:pt modelId="{BD57D683-A942-4221-A2F2-BB0CF711AC57}" type="pres">
      <dgm:prSet presAssocID="{4D7DCE72-F1C7-3648-B096-B3BF2FA1BA56}" presName="horzSpace2" presStyleCnt="0"/>
      <dgm:spPr/>
    </dgm:pt>
    <dgm:pt modelId="{F1E3A902-B27E-4D1E-9D62-838DBF77570E}" type="pres">
      <dgm:prSet presAssocID="{4D7DCE72-F1C7-3648-B096-B3BF2FA1BA56}" presName="tx2" presStyleLbl="revTx" presStyleIdx="3" presStyleCnt="9"/>
      <dgm:spPr/>
      <dgm:t>
        <a:bodyPr/>
        <a:lstStyle/>
        <a:p>
          <a:endParaRPr lang="es-ES"/>
        </a:p>
      </dgm:t>
    </dgm:pt>
    <dgm:pt modelId="{4F138E20-5633-4DCC-BBC2-20DFBFC7868F}" type="pres">
      <dgm:prSet presAssocID="{4D7DCE72-F1C7-3648-B096-B3BF2FA1BA56}" presName="vert2" presStyleCnt="0"/>
      <dgm:spPr/>
    </dgm:pt>
    <dgm:pt modelId="{2B79C5B5-7045-4C8A-A0D3-ED34D320DACE}" type="pres">
      <dgm:prSet presAssocID="{4D7DCE72-F1C7-3648-B096-B3BF2FA1BA56}" presName="thinLine2b" presStyleLbl="callout" presStyleIdx="1" presStyleCnt="6"/>
      <dgm:spPr/>
    </dgm:pt>
    <dgm:pt modelId="{8C3B0260-807F-409D-975C-EBFF816514C3}" type="pres">
      <dgm:prSet presAssocID="{4D7DCE72-F1C7-3648-B096-B3BF2FA1BA56}" presName="vertSpace2b" presStyleCnt="0"/>
      <dgm:spPr/>
    </dgm:pt>
    <dgm:pt modelId="{DCC37064-A6D2-4A55-A252-3829429045E5}" type="pres">
      <dgm:prSet presAssocID="{EA05A323-1CD6-E844-BD1C-19A2225C0340}" presName="horz2" presStyleCnt="0"/>
      <dgm:spPr/>
    </dgm:pt>
    <dgm:pt modelId="{AF620EF4-9246-40B0-95DD-0F97FD557889}" type="pres">
      <dgm:prSet presAssocID="{EA05A323-1CD6-E844-BD1C-19A2225C0340}" presName="horzSpace2" presStyleCnt="0"/>
      <dgm:spPr/>
    </dgm:pt>
    <dgm:pt modelId="{821592CB-BF1E-40A4-88FF-532C668728A8}" type="pres">
      <dgm:prSet presAssocID="{EA05A323-1CD6-E844-BD1C-19A2225C0340}" presName="tx2" presStyleLbl="revTx" presStyleIdx="4" presStyleCnt="9"/>
      <dgm:spPr/>
      <dgm:t>
        <a:bodyPr/>
        <a:lstStyle/>
        <a:p>
          <a:endParaRPr lang="es-ES"/>
        </a:p>
      </dgm:t>
    </dgm:pt>
    <dgm:pt modelId="{4A2BC687-FFD6-4EBF-9A58-5F5A5936D128}" type="pres">
      <dgm:prSet presAssocID="{EA05A323-1CD6-E844-BD1C-19A2225C0340}" presName="vert2" presStyleCnt="0"/>
      <dgm:spPr/>
    </dgm:pt>
    <dgm:pt modelId="{AFB2C275-AEA0-46EA-8FAC-DEEB17253C42}" type="pres">
      <dgm:prSet presAssocID="{EA05A323-1CD6-E844-BD1C-19A2225C0340}" presName="thinLine2b" presStyleLbl="callout" presStyleIdx="2" presStyleCnt="6"/>
      <dgm:spPr/>
    </dgm:pt>
    <dgm:pt modelId="{B63F60B4-89E7-4E26-9559-C63693EDEACE}" type="pres">
      <dgm:prSet presAssocID="{EA05A323-1CD6-E844-BD1C-19A2225C0340}" presName="vertSpace2b" presStyleCnt="0"/>
      <dgm:spPr/>
    </dgm:pt>
    <dgm:pt modelId="{B2F277F3-7CF1-994E-B28A-0B3155C31199}" type="pres">
      <dgm:prSet presAssocID="{A00DC1EC-B999-A640-8654-4E50ABDDE020}" presName="thickLine" presStyleLbl="alignNode1" presStyleIdx="2" presStyleCnt="3"/>
      <dgm:spPr/>
    </dgm:pt>
    <dgm:pt modelId="{0C40495D-3188-9E48-A89E-F64BB2F461F5}" type="pres">
      <dgm:prSet presAssocID="{A00DC1EC-B999-A640-8654-4E50ABDDE020}" presName="horz1" presStyleCnt="0"/>
      <dgm:spPr/>
    </dgm:pt>
    <dgm:pt modelId="{9891002C-403A-A043-B663-E6FEB51C2557}" type="pres">
      <dgm:prSet presAssocID="{A00DC1EC-B999-A640-8654-4E50ABDDE020}" presName="tx1" presStyleLbl="revTx" presStyleIdx="5" presStyleCnt="9"/>
      <dgm:spPr/>
      <dgm:t>
        <a:bodyPr/>
        <a:lstStyle/>
        <a:p>
          <a:endParaRPr lang="es-ES"/>
        </a:p>
      </dgm:t>
    </dgm:pt>
    <dgm:pt modelId="{84783DB1-8E64-8549-92F0-B23833CEE8B0}" type="pres">
      <dgm:prSet presAssocID="{A00DC1EC-B999-A640-8654-4E50ABDDE020}" presName="vert1" presStyleCnt="0"/>
      <dgm:spPr/>
    </dgm:pt>
    <dgm:pt modelId="{7639A2F8-0310-4BED-B4BD-EAB6A5C40B77}" type="pres">
      <dgm:prSet presAssocID="{C067AB59-C7C5-C74B-8B60-2FA743781E39}" presName="vertSpace2a" presStyleCnt="0"/>
      <dgm:spPr/>
    </dgm:pt>
    <dgm:pt modelId="{6A69390F-9BF9-4ABA-8159-EAF93506C37D}" type="pres">
      <dgm:prSet presAssocID="{C067AB59-C7C5-C74B-8B60-2FA743781E39}" presName="horz2" presStyleCnt="0"/>
      <dgm:spPr/>
    </dgm:pt>
    <dgm:pt modelId="{80389192-84FD-488B-A175-87A5FB0572BA}" type="pres">
      <dgm:prSet presAssocID="{C067AB59-C7C5-C74B-8B60-2FA743781E39}" presName="horzSpace2" presStyleCnt="0"/>
      <dgm:spPr/>
    </dgm:pt>
    <dgm:pt modelId="{CECABC1D-D0D2-4346-AB17-5BDF3AE0B320}" type="pres">
      <dgm:prSet presAssocID="{C067AB59-C7C5-C74B-8B60-2FA743781E39}" presName="tx2" presStyleLbl="revTx" presStyleIdx="6" presStyleCnt="9"/>
      <dgm:spPr/>
      <dgm:t>
        <a:bodyPr/>
        <a:lstStyle/>
        <a:p>
          <a:endParaRPr lang="es-ES"/>
        </a:p>
      </dgm:t>
    </dgm:pt>
    <dgm:pt modelId="{C56FE37B-F98C-4D15-95CF-6DC56554B5B4}" type="pres">
      <dgm:prSet presAssocID="{C067AB59-C7C5-C74B-8B60-2FA743781E39}" presName="vert2" presStyleCnt="0"/>
      <dgm:spPr/>
    </dgm:pt>
    <dgm:pt modelId="{5D84D3DB-F553-4712-A813-E34BD39795E9}" type="pres">
      <dgm:prSet presAssocID="{C067AB59-C7C5-C74B-8B60-2FA743781E39}" presName="thinLine2b" presStyleLbl="callout" presStyleIdx="3" presStyleCnt="6"/>
      <dgm:spPr/>
    </dgm:pt>
    <dgm:pt modelId="{2128B8DA-3804-468D-B525-5F0093F85BA2}" type="pres">
      <dgm:prSet presAssocID="{C067AB59-C7C5-C74B-8B60-2FA743781E39}" presName="vertSpace2b" presStyleCnt="0"/>
      <dgm:spPr/>
    </dgm:pt>
    <dgm:pt modelId="{4F42B568-F39A-4181-8658-EC1C2143BBA0}" type="pres">
      <dgm:prSet presAssocID="{D206AD7D-6FCF-BA4A-A881-D49C0A782FC3}" presName="horz2" presStyleCnt="0"/>
      <dgm:spPr/>
    </dgm:pt>
    <dgm:pt modelId="{4F8359BF-8C47-4A90-A343-AF5BDC5F9DE8}" type="pres">
      <dgm:prSet presAssocID="{D206AD7D-6FCF-BA4A-A881-D49C0A782FC3}" presName="horzSpace2" presStyleCnt="0"/>
      <dgm:spPr/>
    </dgm:pt>
    <dgm:pt modelId="{70B24025-E2C6-417F-99E1-3AE2064C772D}" type="pres">
      <dgm:prSet presAssocID="{D206AD7D-6FCF-BA4A-A881-D49C0A782FC3}" presName="tx2" presStyleLbl="revTx" presStyleIdx="7" presStyleCnt="9"/>
      <dgm:spPr/>
      <dgm:t>
        <a:bodyPr/>
        <a:lstStyle/>
        <a:p>
          <a:endParaRPr lang="es-ES"/>
        </a:p>
      </dgm:t>
    </dgm:pt>
    <dgm:pt modelId="{7CEB9B09-60D8-4882-A2D8-38EF68D5C19F}" type="pres">
      <dgm:prSet presAssocID="{D206AD7D-6FCF-BA4A-A881-D49C0A782FC3}" presName="vert2" presStyleCnt="0"/>
      <dgm:spPr/>
    </dgm:pt>
    <dgm:pt modelId="{5E350EE4-2D6A-4A16-A0FE-9FACA9074727}" type="pres">
      <dgm:prSet presAssocID="{D206AD7D-6FCF-BA4A-A881-D49C0A782FC3}" presName="thinLine2b" presStyleLbl="callout" presStyleIdx="4" presStyleCnt="6"/>
      <dgm:spPr/>
    </dgm:pt>
    <dgm:pt modelId="{9BB5AFB5-07F7-4132-85A2-44E6D0516C88}" type="pres">
      <dgm:prSet presAssocID="{D206AD7D-6FCF-BA4A-A881-D49C0A782FC3}" presName="vertSpace2b" presStyleCnt="0"/>
      <dgm:spPr/>
    </dgm:pt>
    <dgm:pt modelId="{00451E5C-D19E-4AC4-8C6F-60950BA475F2}" type="pres">
      <dgm:prSet presAssocID="{5B536FDF-F2F3-4D05-AF9A-89E79C92380B}" presName="horz2" presStyleCnt="0"/>
      <dgm:spPr/>
    </dgm:pt>
    <dgm:pt modelId="{3C367370-E70B-40CC-9DCF-3FC0C33EDE1B}" type="pres">
      <dgm:prSet presAssocID="{5B536FDF-F2F3-4D05-AF9A-89E79C92380B}" presName="horzSpace2" presStyleCnt="0"/>
      <dgm:spPr/>
    </dgm:pt>
    <dgm:pt modelId="{EDBBCE88-88E0-4C06-BA01-B4EFB6C685E1}" type="pres">
      <dgm:prSet presAssocID="{5B536FDF-F2F3-4D05-AF9A-89E79C92380B}" presName="tx2" presStyleLbl="revTx" presStyleIdx="8" presStyleCnt="9"/>
      <dgm:spPr/>
      <dgm:t>
        <a:bodyPr/>
        <a:lstStyle/>
        <a:p>
          <a:endParaRPr lang="es-ES"/>
        </a:p>
      </dgm:t>
    </dgm:pt>
    <dgm:pt modelId="{5EA7847F-7A65-4DE6-AFB0-0784772E4EA1}" type="pres">
      <dgm:prSet presAssocID="{5B536FDF-F2F3-4D05-AF9A-89E79C92380B}" presName="vert2" presStyleCnt="0"/>
      <dgm:spPr/>
    </dgm:pt>
    <dgm:pt modelId="{22FFB06E-FF71-449B-9AA1-BDA4A6D85DF8}" type="pres">
      <dgm:prSet presAssocID="{5B536FDF-F2F3-4D05-AF9A-89E79C92380B}" presName="thinLine2b" presStyleLbl="callout" presStyleIdx="5" presStyleCnt="6"/>
      <dgm:spPr/>
    </dgm:pt>
    <dgm:pt modelId="{D29BEB5B-2E19-4BA8-823B-ABEF6ECE6E88}" type="pres">
      <dgm:prSet presAssocID="{5B536FDF-F2F3-4D05-AF9A-89E79C92380B}" presName="vertSpace2b" presStyleCnt="0"/>
      <dgm:spPr/>
    </dgm:pt>
  </dgm:ptLst>
  <dgm:cxnLst>
    <dgm:cxn modelId="{366F432C-1A26-4011-8836-F1CB5F23632D}" srcId="{A00DC1EC-B999-A640-8654-4E50ABDDE020}" destId="{5B536FDF-F2F3-4D05-AF9A-89E79C92380B}" srcOrd="2" destOrd="0" parTransId="{56E7C592-F553-41EA-A0F8-EBF440BF702D}" sibTransId="{3DAEA229-1474-4E45-A55F-BA78088D2142}"/>
    <dgm:cxn modelId="{AFB2BEB5-6901-4C68-961B-BACA29720219}" type="presOf" srcId="{A00DC1EC-B999-A640-8654-4E50ABDDE020}" destId="{9891002C-403A-A043-B663-E6FEB51C2557}" srcOrd="0" destOrd="0" presId="urn:microsoft.com/office/officeart/2008/layout/LinedList"/>
    <dgm:cxn modelId="{A2FDD506-1CC1-409D-91F2-533EBB5FF1E0}" type="presOf" srcId="{D1D10F65-8C36-4800-AD9D-4A75930380A4}" destId="{792A15AE-68CB-4B5E-A488-D8B2430819E0}" srcOrd="0" destOrd="0" presId="urn:microsoft.com/office/officeart/2008/layout/LinedList"/>
    <dgm:cxn modelId="{C36FE991-C046-254D-B645-ED7CD9E49D91}" srcId="{C3CE8D9A-2F5F-E04C-AF81-B61DA3187B58}" destId="{A00DC1EC-B999-A640-8654-4E50ABDDE020}" srcOrd="2" destOrd="0" parTransId="{C1FC985A-8FE8-944A-89F3-975B9C62D138}" sibTransId="{48BA50DD-A1B0-B142-8134-1733EC7E096A}"/>
    <dgm:cxn modelId="{6594F1F6-D0E1-45A0-A5DC-AC0848ABE28E}" type="presOf" srcId="{2D50EED0-437B-1441-8B3B-81295EA238A9}" destId="{0FAAA673-A6AE-2E48-9396-AEC5BB305A0E}" srcOrd="0" destOrd="0" presId="urn:microsoft.com/office/officeart/2008/layout/LinedList"/>
    <dgm:cxn modelId="{7D1D3080-7900-4CC4-B4C0-BD39D5B7C3EE}" srcId="{C3CE8D9A-2F5F-E04C-AF81-B61DA3187B58}" destId="{D1D10F65-8C36-4800-AD9D-4A75930380A4}" srcOrd="1" destOrd="0" parTransId="{90F18EEC-639F-4363-B4CF-89223F0F6C38}" sibTransId="{99324C82-0C51-4B8E-B7FB-AB0EDB6CDB40}"/>
    <dgm:cxn modelId="{170E0A80-D936-D547-94C5-570AC1082D21}" srcId="{D1D10F65-8C36-4800-AD9D-4A75930380A4}" destId="{EA05A323-1CD6-E844-BD1C-19A2225C0340}" srcOrd="2" destOrd="0" parTransId="{30E5782B-3D30-E84E-8B09-5F18CE4DBC15}" sibTransId="{A735D71C-2096-F344-B726-857D36F14FEB}"/>
    <dgm:cxn modelId="{B363AB5C-87DA-40F1-A1B1-8DB1E5A3DAC3}" type="presOf" srcId="{D206AD7D-6FCF-BA4A-A881-D49C0A782FC3}" destId="{70B24025-E2C6-417F-99E1-3AE2064C772D}" srcOrd="0" destOrd="0" presId="urn:microsoft.com/office/officeart/2008/layout/LinedList"/>
    <dgm:cxn modelId="{DBA51B96-2BDF-C04D-8EE9-74101BC05F2E}" srcId="{A00DC1EC-B999-A640-8654-4E50ABDDE020}" destId="{D206AD7D-6FCF-BA4A-A881-D49C0A782FC3}" srcOrd="1" destOrd="0" parTransId="{2FAF4929-896A-4142-A9D4-FCF51F2A7AA6}" sibTransId="{948F4234-2DCD-C24A-ABA8-79BDA4601848}"/>
    <dgm:cxn modelId="{CEF75630-A106-2C4A-813E-06273EBC269D}" srcId="{D1D10F65-8C36-4800-AD9D-4A75930380A4}" destId="{4D7DCE72-F1C7-3648-B096-B3BF2FA1BA56}" srcOrd="1" destOrd="0" parTransId="{4130B51B-54F0-CE46-A291-A4358F1F6F5A}" sibTransId="{44AA0FEF-23B0-9044-91B0-9D01CCB0457B}"/>
    <dgm:cxn modelId="{3249F3B2-6A58-480E-906B-B498D7871C54}" type="presOf" srcId="{C067AB59-C7C5-C74B-8B60-2FA743781E39}" destId="{CECABC1D-D0D2-4346-AB17-5BDF3AE0B320}" srcOrd="0" destOrd="0" presId="urn:microsoft.com/office/officeart/2008/layout/LinedList"/>
    <dgm:cxn modelId="{80A541C2-EA97-441F-A478-5A5099CC8271}" type="presOf" srcId="{C3CE8D9A-2F5F-E04C-AF81-B61DA3187B58}" destId="{A4615577-DB07-0E46-BAD9-752076C1E8EB}" srcOrd="0" destOrd="0" presId="urn:microsoft.com/office/officeart/2008/layout/LinedList"/>
    <dgm:cxn modelId="{FA015F84-3A27-6341-B5E5-5AAABF15FCA7}" srcId="{A00DC1EC-B999-A640-8654-4E50ABDDE020}" destId="{C067AB59-C7C5-C74B-8B60-2FA743781E39}" srcOrd="0" destOrd="0" parTransId="{E4F708B6-A4DC-E54B-965A-6A91932F4F21}" sibTransId="{07AED4AD-A571-FA4C-8F60-2811AAEB8399}"/>
    <dgm:cxn modelId="{A6D8CB4F-A1A9-2F46-90C6-E855915DE40A}" srcId="{C3CE8D9A-2F5F-E04C-AF81-B61DA3187B58}" destId="{2D50EED0-437B-1441-8B3B-81295EA238A9}" srcOrd="0" destOrd="0" parTransId="{A6EDC655-C7CF-5442-9A95-DD52945DD4C2}" sibTransId="{12B35025-375E-9C48-AEA1-E8FB9BD8A8AD}"/>
    <dgm:cxn modelId="{7CDFB991-789E-432C-ADCB-AC5961464E76}" type="presOf" srcId="{9C0C5B6B-88B0-0644-95CC-DA013289C236}" destId="{520D1D2C-1114-41BF-8F7E-61F71B01A781}" srcOrd="0" destOrd="0" presId="urn:microsoft.com/office/officeart/2008/layout/LinedList"/>
    <dgm:cxn modelId="{B913582A-C51A-7948-8CD7-0EAADAC6E1E7}" srcId="{D1D10F65-8C36-4800-AD9D-4A75930380A4}" destId="{9C0C5B6B-88B0-0644-95CC-DA013289C236}" srcOrd="0" destOrd="0" parTransId="{B8FBE750-BA08-3745-BDB2-8DE244854305}" sibTransId="{7720ED4A-2659-4441-8B8A-B12AAECACA03}"/>
    <dgm:cxn modelId="{73F8B845-FE73-4183-8D30-DA69AAC7A228}" type="presOf" srcId="{4D7DCE72-F1C7-3648-B096-B3BF2FA1BA56}" destId="{F1E3A902-B27E-4D1E-9D62-838DBF77570E}" srcOrd="0" destOrd="0" presId="urn:microsoft.com/office/officeart/2008/layout/LinedList"/>
    <dgm:cxn modelId="{B5E60F9C-3EC3-4ED7-9152-2243A9B63C0A}" type="presOf" srcId="{EA05A323-1CD6-E844-BD1C-19A2225C0340}" destId="{821592CB-BF1E-40A4-88FF-532C668728A8}" srcOrd="0" destOrd="0" presId="urn:microsoft.com/office/officeart/2008/layout/LinedList"/>
    <dgm:cxn modelId="{11E8397E-C1E5-41A6-A760-ECA6B55A8502}" type="presOf" srcId="{5B536FDF-F2F3-4D05-AF9A-89E79C92380B}" destId="{EDBBCE88-88E0-4C06-BA01-B4EFB6C685E1}" srcOrd="0" destOrd="0" presId="urn:microsoft.com/office/officeart/2008/layout/LinedList"/>
    <dgm:cxn modelId="{ED7F3D51-AD7D-436C-8A48-FA48FF873A0A}" type="presParOf" srcId="{A4615577-DB07-0E46-BAD9-752076C1E8EB}" destId="{A70494F9-BBC6-9B4D-ABE0-28B7062A7EEA}" srcOrd="0" destOrd="0" presId="urn:microsoft.com/office/officeart/2008/layout/LinedList"/>
    <dgm:cxn modelId="{7039A3DD-B2CC-49BC-983A-B5742561793D}" type="presParOf" srcId="{A4615577-DB07-0E46-BAD9-752076C1E8EB}" destId="{4DE94855-2BF1-EB40-B090-FE0F9B4B301E}" srcOrd="1" destOrd="0" presId="urn:microsoft.com/office/officeart/2008/layout/LinedList"/>
    <dgm:cxn modelId="{55BDF7B9-B62F-423C-9B9C-DF8FE201F618}" type="presParOf" srcId="{4DE94855-2BF1-EB40-B090-FE0F9B4B301E}" destId="{0FAAA673-A6AE-2E48-9396-AEC5BB305A0E}" srcOrd="0" destOrd="0" presId="urn:microsoft.com/office/officeart/2008/layout/LinedList"/>
    <dgm:cxn modelId="{54E87D65-A74D-47D5-8DC6-D9D103C07B95}" type="presParOf" srcId="{4DE94855-2BF1-EB40-B090-FE0F9B4B301E}" destId="{4D92E349-5F1C-414C-955E-416A7CFBF9E9}" srcOrd="1" destOrd="0" presId="urn:microsoft.com/office/officeart/2008/layout/LinedList"/>
    <dgm:cxn modelId="{5F68431A-721F-46FE-9FF2-A2E79E45D30F}" type="presParOf" srcId="{A4615577-DB07-0E46-BAD9-752076C1E8EB}" destId="{4324E71C-51E4-4FFA-9638-472734009553}" srcOrd="2" destOrd="0" presId="urn:microsoft.com/office/officeart/2008/layout/LinedList"/>
    <dgm:cxn modelId="{C20D0B7B-B971-4F45-BABC-2022BCDED172}" type="presParOf" srcId="{A4615577-DB07-0E46-BAD9-752076C1E8EB}" destId="{35D4AF3C-4879-491B-8004-F3B88F6D9FB5}" srcOrd="3" destOrd="0" presId="urn:microsoft.com/office/officeart/2008/layout/LinedList"/>
    <dgm:cxn modelId="{792EACA6-7A1D-4769-9466-487500860076}" type="presParOf" srcId="{35D4AF3C-4879-491B-8004-F3B88F6D9FB5}" destId="{792A15AE-68CB-4B5E-A488-D8B2430819E0}" srcOrd="0" destOrd="0" presId="urn:microsoft.com/office/officeart/2008/layout/LinedList"/>
    <dgm:cxn modelId="{F7804F2A-3AD9-49C6-9B7B-9149B63DAA23}" type="presParOf" srcId="{35D4AF3C-4879-491B-8004-F3B88F6D9FB5}" destId="{162AB6D4-F395-4B55-9519-21B610CC0382}" srcOrd="1" destOrd="0" presId="urn:microsoft.com/office/officeart/2008/layout/LinedList"/>
    <dgm:cxn modelId="{1C440725-6740-4249-B256-838627AB1ACA}" type="presParOf" srcId="{162AB6D4-F395-4B55-9519-21B610CC0382}" destId="{412C8F4B-57E8-4EE2-95F4-7EAB16DF68B6}" srcOrd="0" destOrd="0" presId="urn:microsoft.com/office/officeart/2008/layout/LinedList"/>
    <dgm:cxn modelId="{C48E94F9-9C8F-4016-B7D8-F56FA7D173F5}" type="presParOf" srcId="{162AB6D4-F395-4B55-9519-21B610CC0382}" destId="{706ACAA7-2B5D-4D39-81AB-5DAABC04EC1D}" srcOrd="1" destOrd="0" presId="urn:microsoft.com/office/officeart/2008/layout/LinedList"/>
    <dgm:cxn modelId="{6ACC0511-7A7B-48C7-B510-33D82367AB73}" type="presParOf" srcId="{706ACAA7-2B5D-4D39-81AB-5DAABC04EC1D}" destId="{3456CDB8-701B-42F1-87C2-C295CD1E48EE}" srcOrd="0" destOrd="0" presId="urn:microsoft.com/office/officeart/2008/layout/LinedList"/>
    <dgm:cxn modelId="{F3485126-5705-49FA-8D3F-7B70CDB8E78F}" type="presParOf" srcId="{706ACAA7-2B5D-4D39-81AB-5DAABC04EC1D}" destId="{520D1D2C-1114-41BF-8F7E-61F71B01A781}" srcOrd="1" destOrd="0" presId="urn:microsoft.com/office/officeart/2008/layout/LinedList"/>
    <dgm:cxn modelId="{36701DA9-C738-47D8-85E3-46D2165B41BA}" type="presParOf" srcId="{706ACAA7-2B5D-4D39-81AB-5DAABC04EC1D}" destId="{D6DDDC7E-F1A5-4153-9143-0972F5C1698F}" srcOrd="2" destOrd="0" presId="urn:microsoft.com/office/officeart/2008/layout/LinedList"/>
    <dgm:cxn modelId="{602EFCE4-C063-456E-A9A4-F95DAB7BC561}" type="presParOf" srcId="{162AB6D4-F395-4B55-9519-21B610CC0382}" destId="{0A0EB41C-54BD-4DBD-AE20-1F9966450DC3}" srcOrd="2" destOrd="0" presId="urn:microsoft.com/office/officeart/2008/layout/LinedList"/>
    <dgm:cxn modelId="{736BE4A9-4D86-416E-BC61-CF34A3332D5A}" type="presParOf" srcId="{162AB6D4-F395-4B55-9519-21B610CC0382}" destId="{BD1DC2FA-97F1-47D7-B64D-204FB692D739}" srcOrd="3" destOrd="0" presId="urn:microsoft.com/office/officeart/2008/layout/LinedList"/>
    <dgm:cxn modelId="{631A67D7-E721-4AB5-9EDE-992F09DD3635}" type="presParOf" srcId="{162AB6D4-F395-4B55-9519-21B610CC0382}" destId="{AA817BFD-CFD8-4863-BA21-FE68B817CC3C}" srcOrd="4" destOrd="0" presId="urn:microsoft.com/office/officeart/2008/layout/LinedList"/>
    <dgm:cxn modelId="{C6AE7D2D-18C9-44E2-ADAC-8A935B563FF8}" type="presParOf" srcId="{AA817BFD-CFD8-4863-BA21-FE68B817CC3C}" destId="{BD57D683-A942-4221-A2F2-BB0CF711AC57}" srcOrd="0" destOrd="0" presId="urn:microsoft.com/office/officeart/2008/layout/LinedList"/>
    <dgm:cxn modelId="{D7BE7B7F-47F9-48E2-B837-B8868A1D308A}" type="presParOf" srcId="{AA817BFD-CFD8-4863-BA21-FE68B817CC3C}" destId="{F1E3A902-B27E-4D1E-9D62-838DBF77570E}" srcOrd="1" destOrd="0" presId="urn:microsoft.com/office/officeart/2008/layout/LinedList"/>
    <dgm:cxn modelId="{ACFD08E2-DD34-4C63-889D-723242AC44A1}" type="presParOf" srcId="{AA817BFD-CFD8-4863-BA21-FE68B817CC3C}" destId="{4F138E20-5633-4DCC-BBC2-20DFBFC7868F}" srcOrd="2" destOrd="0" presId="urn:microsoft.com/office/officeart/2008/layout/LinedList"/>
    <dgm:cxn modelId="{7FEC1B53-2595-43BA-9637-1333A64A2A69}" type="presParOf" srcId="{162AB6D4-F395-4B55-9519-21B610CC0382}" destId="{2B79C5B5-7045-4C8A-A0D3-ED34D320DACE}" srcOrd="5" destOrd="0" presId="urn:microsoft.com/office/officeart/2008/layout/LinedList"/>
    <dgm:cxn modelId="{71132166-C2F6-470A-86EE-191A2B3FF5D8}" type="presParOf" srcId="{162AB6D4-F395-4B55-9519-21B610CC0382}" destId="{8C3B0260-807F-409D-975C-EBFF816514C3}" srcOrd="6" destOrd="0" presId="urn:microsoft.com/office/officeart/2008/layout/LinedList"/>
    <dgm:cxn modelId="{8D0E935B-9C49-47AA-8651-47A90846F9A0}" type="presParOf" srcId="{162AB6D4-F395-4B55-9519-21B610CC0382}" destId="{DCC37064-A6D2-4A55-A252-3829429045E5}" srcOrd="7" destOrd="0" presId="urn:microsoft.com/office/officeart/2008/layout/LinedList"/>
    <dgm:cxn modelId="{6000BB71-3260-42EA-BB85-F88567720B5B}" type="presParOf" srcId="{DCC37064-A6D2-4A55-A252-3829429045E5}" destId="{AF620EF4-9246-40B0-95DD-0F97FD557889}" srcOrd="0" destOrd="0" presId="urn:microsoft.com/office/officeart/2008/layout/LinedList"/>
    <dgm:cxn modelId="{CD80A36D-289F-4200-A952-107CA93181B1}" type="presParOf" srcId="{DCC37064-A6D2-4A55-A252-3829429045E5}" destId="{821592CB-BF1E-40A4-88FF-532C668728A8}" srcOrd="1" destOrd="0" presId="urn:microsoft.com/office/officeart/2008/layout/LinedList"/>
    <dgm:cxn modelId="{3EEB7ECF-AF02-46C7-B229-B973BB2CEA89}" type="presParOf" srcId="{DCC37064-A6D2-4A55-A252-3829429045E5}" destId="{4A2BC687-FFD6-4EBF-9A58-5F5A5936D128}" srcOrd="2" destOrd="0" presId="urn:microsoft.com/office/officeart/2008/layout/LinedList"/>
    <dgm:cxn modelId="{6EDE429C-1209-498A-B6BF-0D1DB1BF4711}" type="presParOf" srcId="{162AB6D4-F395-4B55-9519-21B610CC0382}" destId="{AFB2C275-AEA0-46EA-8FAC-DEEB17253C42}" srcOrd="8" destOrd="0" presId="urn:microsoft.com/office/officeart/2008/layout/LinedList"/>
    <dgm:cxn modelId="{DC50061A-E1D5-419F-81ED-8AE3C3A486C4}" type="presParOf" srcId="{162AB6D4-F395-4B55-9519-21B610CC0382}" destId="{B63F60B4-89E7-4E26-9559-C63693EDEACE}" srcOrd="9" destOrd="0" presId="urn:microsoft.com/office/officeart/2008/layout/LinedList"/>
    <dgm:cxn modelId="{5664B844-37AB-4993-9F03-734B07323EDA}" type="presParOf" srcId="{A4615577-DB07-0E46-BAD9-752076C1E8EB}" destId="{B2F277F3-7CF1-994E-B28A-0B3155C31199}" srcOrd="4" destOrd="0" presId="urn:microsoft.com/office/officeart/2008/layout/LinedList"/>
    <dgm:cxn modelId="{C3168824-FF16-46F4-BE39-68E3D645AA07}" type="presParOf" srcId="{A4615577-DB07-0E46-BAD9-752076C1E8EB}" destId="{0C40495D-3188-9E48-A89E-F64BB2F461F5}" srcOrd="5" destOrd="0" presId="urn:microsoft.com/office/officeart/2008/layout/LinedList"/>
    <dgm:cxn modelId="{712D4E65-1EE0-4F77-A1AA-1946DBC73527}" type="presParOf" srcId="{0C40495D-3188-9E48-A89E-F64BB2F461F5}" destId="{9891002C-403A-A043-B663-E6FEB51C2557}" srcOrd="0" destOrd="0" presId="urn:microsoft.com/office/officeart/2008/layout/LinedList"/>
    <dgm:cxn modelId="{85167CC5-7544-497D-A347-4C53C6D1E568}" type="presParOf" srcId="{0C40495D-3188-9E48-A89E-F64BB2F461F5}" destId="{84783DB1-8E64-8549-92F0-B23833CEE8B0}" srcOrd="1" destOrd="0" presId="urn:microsoft.com/office/officeart/2008/layout/LinedList"/>
    <dgm:cxn modelId="{AC91D8AC-38B6-4DAB-A476-9E23D2895088}" type="presParOf" srcId="{84783DB1-8E64-8549-92F0-B23833CEE8B0}" destId="{7639A2F8-0310-4BED-B4BD-EAB6A5C40B77}" srcOrd="0" destOrd="0" presId="urn:microsoft.com/office/officeart/2008/layout/LinedList"/>
    <dgm:cxn modelId="{1B02A993-46EB-4650-AA53-3A8C2ACAE7C0}" type="presParOf" srcId="{84783DB1-8E64-8549-92F0-B23833CEE8B0}" destId="{6A69390F-9BF9-4ABA-8159-EAF93506C37D}" srcOrd="1" destOrd="0" presId="urn:microsoft.com/office/officeart/2008/layout/LinedList"/>
    <dgm:cxn modelId="{8AF9E18C-CDA3-43D6-B1DA-59530AA4699A}" type="presParOf" srcId="{6A69390F-9BF9-4ABA-8159-EAF93506C37D}" destId="{80389192-84FD-488B-A175-87A5FB0572BA}" srcOrd="0" destOrd="0" presId="urn:microsoft.com/office/officeart/2008/layout/LinedList"/>
    <dgm:cxn modelId="{A8755CE1-D401-4737-A7CE-3D7C8C808E17}" type="presParOf" srcId="{6A69390F-9BF9-4ABA-8159-EAF93506C37D}" destId="{CECABC1D-D0D2-4346-AB17-5BDF3AE0B320}" srcOrd="1" destOrd="0" presId="urn:microsoft.com/office/officeart/2008/layout/LinedList"/>
    <dgm:cxn modelId="{1549D7BB-7055-474C-A853-39024A4E5AF2}" type="presParOf" srcId="{6A69390F-9BF9-4ABA-8159-EAF93506C37D}" destId="{C56FE37B-F98C-4D15-95CF-6DC56554B5B4}" srcOrd="2" destOrd="0" presId="urn:microsoft.com/office/officeart/2008/layout/LinedList"/>
    <dgm:cxn modelId="{54F3B47C-FC78-4BE8-8A41-B5FCC06EA38D}" type="presParOf" srcId="{84783DB1-8E64-8549-92F0-B23833CEE8B0}" destId="{5D84D3DB-F553-4712-A813-E34BD39795E9}" srcOrd="2" destOrd="0" presId="urn:microsoft.com/office/officeart/2008/layout/LinedList"/>
    <dgm:cxn modelId="{03608D8E-DF64-4D75-B2B0-86A47796EDA0}" type="presParOf" srcId="{84783DB1-8E64-8549-92F0-B23833CEE8B0}" destId="{2128B8DA-3804-468D-B525-5F0093F85BA2}" srcOrd="3" destOrd="0" presId="urn:microsoft.com/office/officeart/2008/layout/LinedList"/>
    <dgm:cxn modelId="{7BD3A26B-A50E-4FF2-B732-EF8AF3AA78D8}" type="presParOf" srcId="{84783DB1-8E64-8549-92F0-B23833CEE8B0}" destId="{4F42B568-F39A-4181-8658-EC1C2143BBA0}" srcOrd="4" destOrd="0" presId="urn:microsoft.com/office/officeart/2008/layout/LinedList"/>
    <dgm:cxn modelId="{E5F0F684-3065-4DF8-BED1-5032CEE4CF16}" type="presParOf" srcId="{4F42B568-F39A-4181-8658-EC1C2143BBA0}" destId="{4F8359BF-8C47-4A90-A343-AF5BDC5F9DE8}" srcOrd="0" destOrd="0" presId="urn:microsoft.com/office/officeart/2008/layout/LinedList"/>
    <dgm:cxn modelId="{75AB18F7-A9E2-4A46-A6EF-574C2FEFB057}" type="presParOf" srcId="{4F42B568-F39A-4181-8658-EC1C2143BBA0}" destId="{70B24025-E2C6-417F-99E1-3AE2064C772D}" srcOrd="1" destOrd="0" presId="urn:microsoft.com/office/officeart/2008/layout/LinedList"/>
    <dgm:cxn modelId="{7E35B010-3260-43F2-BE7F-2499D91C167C}" type="presParOf" srcId="{4F42B568-F39A-4181-8658-EC1C2143BBA0}" destId="{7CEB9B09-60D8-4882-A2D8-38EF68D5C19F}" srcOrd="2" destOrd="0" presId="urn:microsoft.com/office/officeart/2008/layout/LinedList"/>
    <dgm:cxn modelId="{748645CB-F997-4FA3-A893-671848AEA1F2}" type="presParOf" srcId="{84783DB1-8E64-8549-92F0-B23833CEE8B0}" destId="{5E350EE4-2D6A-4A16-A0FE-9FACA9074727}" srcOrd="5" destOrd="0" presId="urn:microsoft.com/office/officeart/2008/layout/LinedList"/>
    <dgm:cxn modelId="{BC649414-3763-4955-81AC-F77273EDCA36}" type="presParOf" srcId="{84783DB1-8E64-8549-92F0-B23833CEE8B0}" destId="{9BB5AFB5-07F7-4132-85A2-44E6D0516C88}" srcOrd="6" destOrd="0" presId="urn:microsoft.com/office/officeart/2008/layout/LinedList"/>
    <dgm:cxn modelId="{8829E870-A1E0-43F0-BAA9-599DA5AC712D}" type="presParOf" srcId="{84783DB1-8E64-8549-92F0-B23833CEE8B0}" destId="{00451E5C-D19E-4AC4-8C6F-60950BA475F2}" srcOrd="7" destOrd="0" presId="urn:microsoft.com/office/officeart/2008/layout/LinedList"/>
    <dgm:cxn modelId="{32768133-4DB9-46C8-8CD8-1B4253D21113}" type="presParOf" srcId="{00451E5C-D19E-4AC4-8C6F-60950BA475F2}" destId="{3C367370-E70B-40CC-9DCF-3FC0C33EDE1B}" srcOrd="0" destOrd="0" presId="urn:microsoft.com/office/officeart/2008/layout/LinedList"/>
    <dgm:cxn modelId="{40CE1AFA-0BB8-4BE4-95C7-6705C283FF04}" type="presParOf" srcId="{00451E5C-D19E-4AC4-8C6F-60950BA475F2}" destId="{EDBBCE88-88E0-4C06-BA01-B4EFB6C685E1}" srcOrd="1" destOrd="0" presId="urn:microsoft.com/office/officeart/2008/layout/LinedList"/>
    <dgm:cxn modelId="{2C48CBEB-5417-4B24-B9F5-A75DC855B87B}" type="presParOf" srcId="{00451E5C-D19E-4AC4-8C6F-60950BA475F2}" destId="{5EA7847F-7A65-4DE6-AFB0-0784772E4EA1}" srcOrd="2" destOrd="0" presId="urn:microsoft.com/office/officeart/2008/layout/LinedList"/>
    <dgm:cxn modelId="{7DD6FEE1-2E1A-4711-AFFD-FFF494E7D7A9}" type="presParOf" srcId="{84783DB1-8E64-8549-92F0-B23833CEE8B0}" destId="{22FFB06E-FF71-449B-9AA1-BDA4A6D85DF8}" srcOrd="8" destOrd="0" presId="urn:microsoft.com/office/officeart/2008/layout/LinedList"/>
    <dgm:cxn modelId="{BB1158E7-93C5-4352-835E-7EA5F9E28866}" type="presParOf" srcId="{84783DB1-8E64-8549-92F0-B23833CEE8B0}" destId="{D29BEB5B-2E19-4BA8-823B-ABEF6ECE6E88}" srcOrd="9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24BBEB-B53A-4BAE-9AA3-7349701FD205}">
      <dsp:nvSpPr>
        <dsp:cNvPr id="0" name=""/>
        <dsp:cNvSpPr/>
      </dsp:nvSpPr>
      <dsp:spPr>
        <a:xfrm>
          <a:off x="-6126981" y="-937410"/>
          <a:ext cx="7293488" cy="7293488"/>
        </a:xfrm>
        <a:prstGeom prst="blockArc">
          <a:avLst>
            <a:gd name="adj1" fmla="val 18900000"/>
            <a:gd name="adj2" fmla="val 2700000"/>
            <a:gd name="adj3" fmla="val 296"/>
          </a:avLst>
        </a:prstGeom>
        <a:noFill/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E9CFAB5-6530-43DC-BD52-AE67075EA74A}">
      <dsp:nvSpPr>
        <dsp:cNvPr id="0" name=""/>
        <dsp:cNvSpPr/>
      </dsp:nvSpPr>
      <dsp:spPr>
        <a:xfrm>
          <a:off x="610504" y="416587"/>
          <a:ext cx="7440913" cy="833607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Plan de gestión de calidad</a:t>
          </a:r>
        </a:p>
      </dsp:txBody>
      <dsp:txXfrm>
        <a:off x="610504" y="416587"/>
        <a:ext cx="7440913" cy="833607"/>
      </dsp:txXfrm>
    </dsp:sp>
    <dsp:sp modelId="{2E3A7CCC-AD74-4634-9862-9ED327ADCE6A}">
      <dsp:nvSpPr>
        <dsp:cNvPr id="0" name=""/>
        <dsp:cNvSpPr/>
      </dsp:nvSpPr>
      <dsp:spPr>
        <a:xfrm>
          <a:off x="89500" y="312386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71267A-8A01-4F05-9A6D-CBED4D7308AE}">
      <dsp:nvSpPr>
        <dsp:cNvPr id="0" name=""/>
        <dsp:cNvSpPr/>
      </dsp:nvSpPr>
      <dsp:spPr>
        <a:xfrm>
          <a:off x="1088431" y="1667215"/>
          <a:ext cx="6962986" cy="833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Métricas de calidad</a:t>
          </a:r>
        </a:p>
      </dsp:txBody>
      <dsp:txXfrm>
        <a:off x="1088431" y="1667215"/>
        <a:ext cx="6962986" cy="833607"/>
      </dsp:txXfrm>
    </dsp:sp>
    <dsp:sp modelId="{C7DD3862-EA8E-4D72-9F7F-C4EF5C5B048C}">
      <dsp:nvSpPr>
        <dsp:cNvPr id="0" name=""/>
        <dsp:cNvSpPr/>
      </dsp:nvSpPr>
      <dsp:spPr>
        <a:xfrm>
          <a:off x="567426" y="1563014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F15CA57-99EB-4A49-BEDA-B87C1719DA6F}">
      <dsp:nvSpPr>
        <dsp:cNvPr id="0" name=""/>
        <dsp:cNvSpPr/>
      </dsp:nvSpPr>
      <dsp:spPr>
        <a:xfrm>
          <a:off x="1088431" y="2917843"/>
          <a:ext cx="6962986" cy="833607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Listas de verificación </a:t>
          </a:r>
        </a:p>
      </dsp:txBody>
      <dsp:txXfrm>
        <a:off x="1088431" y="2917843"/>
        <a:ext cx="6962986" cy="833607"/>
      </dsp:txXfrm>
    </dsp:sp>
    <dsp:sp modelId="{3372E0D7-7345-40DF-BBA2-A743623239FA}">
      <dsp:nvSpPr>
        <dsp:cNvPr id="0" name=""/>
        <dsp:cNvSpPr/>
      </dsp:nvSpPr>
      <dsp:spPr>
        <a:xfrm>
          <a:off x="567426" y="2813642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45275-FECF-4A96-ADC7-1C2E0846DBE4}">
      <dsp:nvSpPr>
        <dsp:cNvPr id="0" name=""/>
        <dsp:cNvSpPr/>
      </dsp:nvSpPr>
      <dsp:spPr>
        <a:xfrm>
          <a:off x="610504" y="4168472"/>
          <a:ext cx="7440913" cy="833607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61676" tIns="93980" rIns="93980" bIns="93980" numCol="1" spcCol="1270" anchor="ctr" anchorCtr="0">
          <a:noAutofit/>
        </a:bodyPr>
        <a:lstStyle/>
        <a:p>
          <a:pPr lvl="0" algn="l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700" kern="1200" dirty="0"/>
            <a:t>Plan de mejoras del proceso</a:t>
          </a:r>
        </a:p>
      </dsp:txBody>
      <dsp:txXfrm>
        <a:off x="610504" y="4168472"/>
        <a:ext cx="7440913" cy="833607"/>
      </dsp:txXfrm>
    </dsp:sp>
    <dsp:sp modelId="{20BA1873-8175-425E-8748-05879752D31B}">
      <dsp:nvSpPr>
        <dsp:cNvPr id="0" name=""/>
        <dsp:cNvSpPr/>
      </dsp:nvSpPr>
      <dsp:spPr>
        <a:xfrm>
          <a:off x="89500" y="4064271"/>
          <a:ext cx="1042009" cy="1042009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7D0E02-146F-4633-9106-BCB80C1B967B}">
      <dsp:nvSpPr>
        <dsp:cNvPr id="0" name=""/>
        <dsp:cNvSpPr/>
      </dsp:nvSpPr>
      <dsp:spPr>
        <a:xfrm rot="5400000">
          <a:off x="-236434" y="238785"/>
          <a:ext cx="1576227" cy="1103359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Actividad a mejorar</a:t>
          </a:r>
        </a:p>
      </dsp:txBody>
      <dsp:txXfrm rot="-5400000">
        <a:off x="1" y="554031"/>
        <a:ext cx="1103359" cy="472868"/>
      </dsp:txXfrm>
    </dsp:sp>
    <dsp:sp modelId="{A23A205F-38EA-466D-A73B-94A53A1CB6CA}">
      <dsp:nvSpPr>
        <dsp:cNvPr id="0" name=""/>
        <dsp:cNvSpPr/>
      </dsp:nvSpPr>
      <dsp:spPr>
        <a:xfrm rot="5400000">
          <a:off x="3581338" y="-2475627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Resultado de listas de verificación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Monitorización y control</a:t>
          </a:r>
        </a:p>
      </dsp:txBody>
      <dsp:txXfrm rot="-5400000">
        <a:off x="1103360" y="52365"/>
        <a:ext cx="5930491" cy="924520"/>
      </dsp:txXfrm>
    </dsp:sp>
    <dsp:sp modelId="{719A3758-D0A2-4275-8304-A137EF0402C7}">
      <dsp:nvSpPr>
        <dsp:cNvPr id="0" name=""/>
        <dsp:cNvSpPr/>
      </dsp:nvSpPr>
      <dsp:spPr>
        <a:xfrm rot="5400000">
          <a:off x="-236434" y="1620671"/>
          <a:ext cx="1576227" cy="1103359"/>
        </a:xfrm>
        <a:prstGeom prst="chevron">
          <a:avLst/>
        </a:prstGeom>
        <a:solidFill>
          <a:schemeClr val="accent4">
            <a:hueOff val="2399126"/>
            <a:satOff val="-220"/>
            <a:lumOff val="686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Estudio de mejora</a:t>
          </a:r>
        </a:p>
      </dsp:txBody>
      <dsp:txXfrm rot="-5400000">
        <a:off x="1" y="1935917"/>
        <a:ext cx="1103359" cy="472868"/>
      </dsp:txXfrm>
    </dsp:sp>
    <dsp:sp modelId="{D87B9659-AB68-41CE-8186-623A5B13B042}">
      <dsp:nvSpPr>
        <dsp:cNvPr id="0" name=""/>
        <dsp:cNvSpPr/>
      </dsp:nvSpPr>
      <dsp:spPr>
        <a:xfrm rot="5400000">
          <a:off x="3581338" y="-1093741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2399126"/>
              <a:satOff val="-220"/>
              <a:lumOff val="68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¿Problema</a:t>
          </a:r>
          <a:r>
            <a:rPr lang="es-ES_tradnl" sz="2600" kern="1200" dirty="0">
              <a:latin typeface="Century Gothic" panose="020B0502020202020204" pitchFamily="34" charset="0"/>
            </a:rPr>
            <a:t>?</a:t>
          </a:r>
          <a:r>
            <a:rPr lang="es-ES_tradnl" sz="2600" kern="1200" dirty="0"/>
            <a:t> -&gt; Causa/s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Posibles soluciones</a:t>
          </a:r>
        </a:p>
      </dsp:txBody>
      <dsp:txXfrm rot="-5400000">
        <a:off x="1103360" y="1434251"/>
        <a:ext cx="5930491" cy="924520"/>
      </dsp:txXfrm>
    </dsp:sp>
    <dsp:sp modelId="{99C6DDC6-4BD7-4FE3-8827-B93EB2F50D9F}">
      <dsp:nvSpPr>
        <dsp:cNvPr id="0" name=""/>
        <dsp:cNvSpPr/>
      </dsp:nvSpPr>
      <dsp:spPr>
        <a:xfrm rot="5400000">
          <a:off x="-236434" y="3002558"/>
          <a:ext cx="1576227" cy="1103359"/>
        </a:xfrm>
        <a:prstGeom prst="chevron">
          <a:avLst/>
        </a:prstGeom>
        <a:solidFill>
          <a:schemeClr val="accent4">
            <a:hueOff val="4798252"/>
            <a:satOff val="-440"/>
            <a:lumOff val="1373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890" tIns="8890" rIns="8890" bIns="889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1400" b="1" kern="1200" dirty="0">
              <a:solidFill>
                <a:schemeClr val="tx1"/>
              </a:solidFill>
            </a:rPr>
            <a:t>Aceptación de cambios</a:t>
          </a:r>
        </a:p>
      </dsp:txBody>
      <dsp:txXfrm rot="-5400000">
        <a:off x="1" y="3317804"/>
        <a:ext cx="1103359" cy="472868"/>
      </dsp:txXfrm>
    </dsp:sp>
    <dsp:sp modelId="{2162F8AB-9CD8-41C6-BCC5-1C58C137DF6E}">
      <dsp:nvSpPr>
        <dsp:cNvPr id="0" name=""/>
        <dsp:cNvSpPr/>
      </dsp:nvSpPr>
      <dsp:spPr>
        <a:xfrm rot="5400000">
          <a:off x="3581338" y="288145"/>
          <a:ext cx="1024548" cy="598050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4">
              <a:hueOff val="4798252"/>
              <a:satOff val="-440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4912" tIns="16510" rIns="16510" bIns="16510" numCol="1" spcCol="1270" anchor="ctr" anchorCtr="0">
          <a:noAutofit/>
        </a:bodyPr>
        <a:lstStyle/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Project Manager</a:t>
          </a:r>
        </a:p>
        <a:p>
          <a:pPr marL="228600" lvl="1" indent="-228600" algn="l" defTabSz="11557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es-ES_tradnl" sz="2600" kern="1200" dirty="0"/>
            <a:t>PMO</a:t>
          </a:r>
        </a:p>
      </dsp:txBody>
      <dsp:txXfrm rot="-5400000">
        <a:off x="1103360" y="2816137"/>
        <a:ext cx="5930491" cy="92452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9D2EE-F3F5-4947-BAD3-F992910D4A8A}">
      <dsp:nvSpPr>
        <dsp:cNvPr id="0" name=""/>
        <dsp:cNvSpPr/>
      </dsp:nvSpPr>
      <dsp:spPr>
        <a:xfrm>
          <a:off x="1201999" y="-90213"/>
          <a:ext cx="4280620" cy="4280620"/>
        </a:xfrm>
        <a:prstGeom prst="circularArrow">
          <a:avLst>
            <a:gd name="adj1" fmla="val 4668"/>
            <a:gd name="adj2" fmla="val 272909"/>
            <a:gd name="adj3" fmla="val 12962508"/>
            <a:gd name="adj4" fmla="val 17942077"/>
            <a:gd name="adj5" fmla="val 4847"/>
          </a:avLst>
        </a:prstGeom>
        <a:gradFill rotWithShape="0">
          <a:gsLst>
            <a:gs pos="0">
              <a:schemeClr val="accent2">
                <a:tint val="40000"/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tint val="40000"/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z="-152400" extrusionH="63500" prstMaterial="matte">
          <a:bevelT w="144450" h="6350" prst="relaxedInset"/>
          <a:contourClr>
            <a:schemeClr val="bg1"/>
          </a:contourClr>
        </a:sp3d>
      </dsp:spPr>
      <dsp:style>
        <a:lnRef idx="0">
          <a:scrgbClr r="0" g="0" b="0"/>
        </a:lnRef>
        <a:fillRef idx="3">
          <a:scrgbClr r="0" g="0" b="0"/>
        </a:fillRef>
        <a:effectRef idx="0">
          <a:scrgbClr r="0" g="0" b="0"/>
        </a:effectRef>
        <a:fontRef idx="minor"/>
      </dsp:style>
    </dsp:sp>
    <dsp:sp modelId="{8DE2072A-129D-4ED2-A2EA-4835686120E4}">
      <dsp:nvSpPr>
        <dsp:cNvPr id="0" name=""/>
        <dsp:cNvSpPr/>
      </dsp:nvSpPr>
      <dsp:spPr>
        <a:xfrm>
          <a:off x="1964912" y="0"/>
          <a:ext cx="2754794" cy="1377397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Planificar</a:t>
          </a:r>
        </a:p>
      </dsp:txBody>
      <dsp:txXfrm>
        <a:off x="2032151" y="67239"/>
        <a:ext cx="2620316" cy="1242919"/>
      </dsp:txXfrm>
    </dsp:sp>
    <dsp:sp modelId="{44F1A0CC-49C9-4B0C-B459-27C6274EBE93}">
      <dsp:nvSpPr>
        <dsp:cNvPr id="0" name=""/>
        <dsp:cNvSpPr/>
      </dsp:nvSpPr>
      <dsp:spPr>
        <a:xfrm>
          <a:off x="3501939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Hacer</a:t>
          </a:r>
        </a:p>
      </dsp:txBody>
      <dsp:txXfrm>
        <a:off x="3569178" y="1605705"/>
        <a:ext cx="2620316" cy="1242919"/>
      </dsp:txXfrm>
    </dsp:sp>
    <dsp:sp modelId="{058EDF98-D69D-4850-A7EE-7423CED16A92}">
      <dsp:nvSpPr>
        <dsp:cNvPr id="0" name=""/>
        <dsp:cNvSpPr/>
      </dsp:nvSpPr>
      <dsp:spPr>
        <a:xfrm>
          <a:off x="1964912" y="3075493"/>
          <a:ext cx="2754794" cy="1377397"/>
        </a:xfrm>
        <a:prstGeom prst="round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Monitorizar</a:t>
          </a:r>
        </a:p>
      </dsp:txBody>
      <dsp:txXfrm>
        <a:off x="2032151" y="3142732"/>
        <a:ext cx="2620316" cy="1242919"/>
      </dsp:txXfrm>
    </dsp:sp>
    <dsp:sp modelId="{38068B84-2D50-4738-AAA8-AE29F2F9B2DC}">
      <dsp:nvSpPr>
        <dsp:cNvPr id="0" name=""/>
        <dsp:cNvSpPr/>
      </dsp:nvSpPr>
      <dsp:spPr>
        <a:xfrm>
          <a:off x="427885" y="1538466"/>
          <a:ext cx="2754794" cy="1377397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satMod val="100000"/>
                <a:lumMod val="104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100000"/>
                <a:satMod val="110000"/>
                <a:lumMod val="100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_tradnl" sz="3500" kern="1200" dirty="0"/>
            <a:t>Actuar</a:t>
          </a:r>
        </a:p>
      </dsp:txBody>
      <dsp:txXfrm>
        <a:off x="495124" y="1605705"/>
        <a:ext cx="2620316" cy="1242919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70494F9-BBC6-9B4D-ABE0-28B7062A7EEA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0FAAA673-A6AE-2E48-9396-AEC5BB305A0E}">
      <dsp:nvSpPr>
        <dsp:cNvPr id="0" name=""/>
        <dsp:cNvSpPr/>
      </dsp:nvSpPr>
      <dsp:spPr>
        <a:xfrm>
          <a:off x="0" y="607"/>
          <a:ext cx="1538986" cy="73571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Introducción</a:t>
          </a:r>
        </a:p>
      </dsp:txBody>
      <dsp:txXfrm>
        <a:off x="0" y="607"/>
        <a:ext cx="1538986" cy="735714"/>
      </dsp:txXfrm>
    </dsp:sp>
    <dsp:sp modelId="{4324E71C-51E4-4FFA-9638-472734009553}">
      <dsp:nvSpPr>
        <dsp:cNvPr id="0" name=""/>
        <dsp:cNvSpPr/>
      </dsp:nvSpPr>
      <dsp:spPr>
        <a:xfrm>
          <a:off x="0" y="0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1270596"/>
                <a:satOff val="-12860"/>
                <a:lumOff val="-49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1270596"/>
                <a:satOff val="-12860"/>
                <a:lumOff val="-49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1270596"/>
                <a:satOff val="-12860"/>
                <a:lumOff val="-49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1270596"/>
              <a:satOff val="-12860"/>
              <a:lumOff val="-49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792A15AE-68CB-4B5E-A488-D8B2430819E0}">
      <dsp:nvSpPr>
        <dsp:cNvPr id="0" name=""/>
        <dsp:cNvSpPr/>
      </dsp:nvSpPr>
      <dsp:spPr>
        <a:xfrm>
          <a:off x="0" y="736322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Calidad</a:t>
          </a:r>
        </a:p>
      </dsp:txBody>
      <dsp:txXfrm>
        <a:off x="0" y="736322"/>
        <a:ext cx="1538986" cy="1960597"/>
      </dsp:txXfrm>
    </dsp:sp>
    <dsp:sp modelId="{520D1D2C-1114-41BF-8F7E-61F71B01A781}">
      <dsp:nvSpPr>
        <dsp:cNvPr id="0" name=""/>
        <dsp:cNvSpPr/>
      </dsp:nvSpPr>
      <dsp:spPr>
        <a:xfrm>
          <a:off x="1654410" y="76695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la calidad</a:t>
          </a:r>
        </a:p>
      </dsp:txBody>
      <dsp:txXfrm>
        <a:off x="1654410" y="766956"/>
        <a:ext cx="6040520" cy="612686"/>
      </dsp:txXfrm>
    </dsp:sp>
    <dsp:sp modelId="{0A0EB41C-54BD-4DBD-AE20-1F9966450DC3}">
      <dsp:nvSpPr>
        <dsp:cNvPr id="0" name=""/>
        <dsp:cNvSpPr/>
      </dsp:nvSpPr>
      <dsp:spPr>
        <a:xfrm>
          <a:off x="1538986" y="1379643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F1E3A902-B27E-4D1E-9D62-838DBF77570E}">
      <dsp:nvSpPr>
        <dsp:cNvPr id="0" name=""/>
        <dsp:cNvSpPr/>
      </dsp:nvSpPr>
      <dsp:spPr>
        <a:xfrm>
          <a:off x="1654410" y="1410277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Realizar el aseguramiento</a:t>
          </a:r>
          <a:r>
            <a:rPr lang="es-ES" sz="1900" kern="1200" baseline="0" dirty="0"/>
            <a:t> de la calidad</a:t>
          </a:r>
          <a:endParaRPr lang="es-ES" sz="1900" kern="1200" dirty="0"/>
        </a:p>
      </dsp:txBody>
      <dsp:txXfrm>
        <a:off x="1654410" y="1410277"/>
        <a:ext cx="6040520" cy="612686"/>
      </dsp:txXfrm>
    </dsp:sp>
    <dsp:sp modelId="{2B79C5B5-7045-4C8A-A0D3-ED34D320DACE}">
      <dsp:nvSpPr>
        <dsp:cNvPr id="0" name=""/>
        <dsp:cNvSpPr/>
      </dsp:nvSpPr>
      <dsp:spPr>
        <a:xfrm>
          <a:off x="1538986" y="2022964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821592CB-BF1E-40A4-88FF-532C668728A8}">
      <dsp:nvSpPr>
        <dsp:cNvPr id="0" name=""/>
        <dsp:cNvSpPr/>
      </dsp:nvSpPr>
      <dsp:spPr>
        <a:xfrm>
          <a:off x="1654410" y="2053598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Controlar</a:t>
          </a:r>
          <a:r>
            <a:rPr lang="es-ES" sz="1900" kern="1200" baseline="0" dirty="0"/>
            <a:t> la calidad</a:t>
          </a:r>
          <a:endParaRPr lang="es-ES" sz="1900" kern="1200" dirty="0"/>
        </a:p>
      </dsp:txBody>
      <dsp:txXfrm>
        <a:off x="1654410" y="2053598"/>
        <a:ext cx="6040520" cy="612686"/>
      </dsp:txXfrm>
    </dsp:sp>
    <dsp:sp modelId="{AFB2C275-AEA0-46EA-8FAC-DEEB17253C42}">
      <dsp:nvSpPr>
        <dsp:cNvPr id="0" name=""/>
        <dsp:cNvSpPr/>
      </dsp:nvSpPr>
      <dsp:spPr>
        <a:xfrm>
          <a:off x="1538986" y="2666285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B2F277F3-7CF1-994E-B28A-0B3155C31199}">
      <dsp:nvSpPr>
        <dsp:cNvPr id="0" name=""/>
        <dsp:cNvSpPr/>
      </dsp:nvSpPr>
      <dsp:spPr>
        <a:xfrm>
          <a:off x="0" y="2696919"/>
          <a:ext cx="7694931" cy="0"/>
        </a:xfrm>
        <a:prstGeom prst="line">
          <a:avLst/>
        </a:prstGeom>
        <a:gradFill rotWithShape="0">
          <a:gsLst>
            <a:gs pos="0">
              <a:schemeClr val="accent3">
                <a:hueOff val="2541193"/>
                <a:satOff val="-25720"/>
                <a:lumOff val="-98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2541193"/>
                <a:satOff val="-25720"/>
                <a:lumOff val="-98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2541193"/>
                <a:satOff val="-25720"/>
                <a:lumOff val="-98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hueOff val="2541193"/>
              <a:satOff val="-25720"/>
              <a:lumOff val="-98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</dsp:sp>
    <dsp:sp modelId="{9891002C-403A-A043-B663-E6FEB51C2557}">
      <dsp:nvSpPr>
        <dsp:cNvPr id="0" name=""/>
        <dsp:cNvSpPr/>
      </dsp:nvSpPr>
      <dsp:spPr>
        <a:xfrm>
          <a:off x="0" y="2696919"/>
          <a:ext cx="1538986" cy="196059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lvl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700" kern="1200" dirty="0"/>
            <a:t>Recursos Humanos</a:t>
          </a:r>
        </a:p>
      </dsp:txBody>
      <dsp:txXfrm>
        <a:off x="0" y="2696919"/>
        <a:ext cx="1538986" cy="1960597"/>
      </dsp:txXfrm>
    </dsp:sp>
    <dsp:sp modelId="{CECABC1D-D0D2-4346-AB17-5BDF3AE0B320}">
      <dsp:nvSpPr>
        <dsp:cNvPr id="0" name=""/>
        <dsp:cNvSpPr/>
      </dsp:nvSpPr>
      <dsp:spPr>
        <a:xfrm>
          <a:off x="1654410" y="2727553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Planificación de los RRHH</a:t>
          </a:r>
        </a:p>
      </dsp:txBody>
      <dsp:txXfrm>
        <a:off x="1654410" y="2727553"/>
        <a:ext cx="6040520" cy="612686"/>
      </dsp:txXfrm>
    </dsp:sp>
    <dsp:sp modelId="{5D84D3DB-F553-4712-A813-E34BD39795E9}">
      <dsp:nvSpPr>
        <dsp:cNvPr id="0" name=""/>
        <dsp:cNvSpPr/>
      </dsp:nvSpPr>
      <dsp:spPr>
        <a:xfrm>
          <a:off x="1538986" y="3340240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70B24025-E2C6-417F-99E1-3AE2064C772D}">
      <dsp:nvSpPr>
        <dsp:cNvPr id="0" name=""/>
        <dsp:cNvSpPr/>
      </dsp:nvSpPr>
      <dsp:spPr>
        <a:xfrm>
          <a:off x="1654410" y="3370875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 smtClean="0"/>
            <a:t>Adquisición y desarrollo del el </a:t>
          </a:r>
          <a:r>
            <a:rPr lang="es-ES" sz="1900" kern="1200" dirty="0"/>
            <a:t>equipo de trabajo</a:t>
          </a:r>
        </a:p>
      </dsp:txBody>
      <dsp:txXfrm>
        <a:off x="1654410" y="3370875"/>
        <a:ext cx="6040520" cy="612686"/>
      </dsp:txXfrm>
    </dsp:sp>
    <dsp:sp modelId="{5E350EE4-2D6A-4A16-A0FE-9FACA9074727}">
      <dsp:nvSpPr>
        <dsp:cNvPr id="0" name=""/>
        <dsp:cNvSpPr/>
      </dsp:nvSpPr>
      <dsp:spPr>
        <a:xfrm>
          <a:off x="1538986" y="3983561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  <dsp:sp modelId="{EDBBCE88-88E0-4C06-BA01-B4EFB6C685E1}">
      <dsp:nvSpPr>
        <dsp:cNvPr id="0" name=""/>
        <dsp:cNvSpPr/>
      </dsp:nvSpPr>
      <dsp:spPr>
        <a:xfrm>
          <a:off x="1654410" y="4014196"/>
          <a:ext cx="6040520" cy="61268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2390" tIns="72390" rIns="72390" bIns="72390" numCol="1" spcCol="1270" anchor="t" anchorCtr="0">
          <a:noAutofit/>
        </a:bodyPr>
        <a:lstStyle/>
        <a:p>
          <a:pPr lvl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s-ES" sz="1900" kern="1200" dirty="0"/>
            <a:t>Dirigir el equipo del proyecto</a:t>
          </a:r>
        </a:p>
      </dsp:txBody>
      <dsp:txXfrm>
        <a:off x="1654410" y="4014196"/>
        <a:ext cx="6040520" cy="612686"/>
      </dsp:txXfrm>
    </dsp:sp>
    <dsp:sp modelId="{22FFB06E-FF71-449B-9AA1-BDA4A6D85DF8}">
      <dsp:nvSpPr>
        <dsp:cNvPr id="0" name=""/>
        <dsp:cNvSpPr/>
      </dsp:nvSpPr>
      <dsp:spPr>
        <a:xfrm>
          <a:off x="1538986" y="4626882"/>
          <a:ext cx="6155944" cy="0"/>
        </a:xfrm>
        <a:prstGeom prst="line">
          <a:avLst/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69000"/>
                <a:alpha val="100000"/>
                <a:satMod val="109000"/>
                <a:lumMod val="110000"/>
              </a:schemeClr>
            </a:gs>
            <a:gs pos="52000">
              <a:schemeClr val="accent3">
                <a:hueOff val="0"/>
                <a:satOff val="0"/>
                <a:lumOff val="0"/>
                <a:alphaOff val="0"/>
                <a:tint val="74000"/>
                <a:satMod val="100000"/>
                <a:lumMod val="104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tint val="78000"/>
                <a:satMod val="100000"/>
                <a:lumMod val="100000"/>
              </a:schemeClr>
            </a:gs>
          </a:gsLst>
          <a:lin ang="5400000" scaled="0"/>
        </a:gradFill>
        <a:ln w="9525" cap="flat" cmpd="sng" algn="ctr">
          <a:solidFill>
            <a:schemeClr val="accent3">
              <a:tint val="5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xmlns="" id="{F4AE34A5-FED9-664C-9CA9-61368CA3A72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xmlns="" id="{EED74FDE-7D61-0448-99C3-1C2510A4DC2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B6A847-B2BB-5A4F-AA22-ADD924C5DC37}" type="datetimeFigureOut">
              <a:rPr lang="es-ES" smtClean="0"/>
              <a:t>21/11/2018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xmlns="" id="{1B538993-078D-4446-97A5-F286C787E0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811C8AC5-611A-DB4D-AF97-9339B8C3E1B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EC5F80-6C64-1B4D-B2B7-2AED68CAF8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721380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2706AB-1D76-3248-9524-C7A1782978BE}" type="datetimeFigureOut">
              <a:rPr lang="es-ES" smtClean="0"/>
              <a:t>21/11/2018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s-ES"/>
              <a:t>Editar los estilos de texto del patrón
Segundo nivel
Tercer nivel
Cuarto nivel
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E37864-CDD0-ED46-84C3-11742EF3F25F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830025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CF658B0C-03D2-4EC9-ADB2-F61D2A7F1A7F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95336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36A0F-4E3B-4A47-BBFC-C7A596A9AFBF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22250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D23FFCC6-FF5E-4D54-9F73-DBED3D409C44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8919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1789B3-7CF1-4F25-BD37-C1474D9B93A1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081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C370B3-F095-4B61-A454-9A89B25CA30F}" type="datetime1">
              <a:rPr lang="es-ES" smtClean="0"/>
              <a:t>21/11/2018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51632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69B04D-B0B4-45F4-9FDC-7D0C3BE59D6C}" type="datetime1">
              <a:rPr lang="es-ES" smtClean="0"/>
              <a:t>21/11/2018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374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4DFE21-064F-4B68-BD90-552980F678E9}" type="datetime1">
              <a:rPr lang="es-ES" smtClean="0"/>
              <a:t>21/11/2018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37744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39170A-DE66-4D4D-9A06-42FA2FF1162A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78288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01A4C5-BE6E-4CA1-B7CF-FDE03C66D740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233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78205B-5211-4617-B936-077F7A45C629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45475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2B92ABF6-4A24-42D0-A0D8-95D48568D00D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264532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56EF0696-E95C-4C6C-B4F7-A0B39809F383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8321438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8201181D-D759-4CF4-9542-EE19DD447B1F}" type="datetime1">
              <a:rPr lang="es-ES" smtClean="0"/>
              <a:t>21/11/2018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830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4FC33-F8D1-4220-849E-47704510CABD}" type="datetime1">
              <a:rPr lang="es-ES" smtClean="0"/>
              <a:t>21/11/2018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051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A0B1F3-867C-4F14-9ECE-424A23A426E7}" type="datetime1">
              <a:rPr lang="es-ES" smtClean="0"/>
              <a:t>21/11/2018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5964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70FC77-3596-48F1-83BD-FB747996FF0F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038546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3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EAFD6FD5-B225-410F-BB04-627CB54EE5A8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84356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3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los estilos de texto del patrón
Segundo nivel
Tercer nivel
Cuarto nivel
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62C60B-B728-4AE6-B6E3-C50BDD89DA8C}" type="datetime1">
              <a:rPr lang="es-ES" smtClean="0"/>
              <a:t>21/11/2018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010774-2920-F049-BD0B-9A28F2A984C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76111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hf hdr="0" ftr="0" dt="0"/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7.xml"/><Relationship Id="rId7" Type="http://schemas.microsoft.com/office/2007/relationships/diagramDrawing" Target="../diagrams/drawing7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7.xml"/><Relationship Id="rId5" Type="http://schemas.openxmlformats.org/officeDocument/2006/relationships/diagramQuickStyle" Target="../diagrams/quickStyle7.xml"/><Relationship Id="rId4" Type="http://schemas.openxmlformats.org/officeDocument/2006/relationships/diagramLayout" Target="../diagrams/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8.xml"/><Relationship Id="rId7" Type="http://schemas.microsoft.com/office/2007/relationships/diagramDrawing" Target="../diagrams/drawing8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8.xml"/><Relationship Id="rId5" Type="http://schemas.openxmlformats.org/officeDocument/2006/relationships/diagramQuickStyle" Target="../diagrams/quickStyle8.xml"/><Relationship Id="rId4" Type="http://schemas.openxmlformats.org/officeDocument/2006/relationships/diagramLayout" Target="../diagrams/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9.xml"/><Relationship Id="rId7" Type="http://schemas.microsoft.com/office/2007/relationships/diagramDrawing" Target="../diagrams/drawing9.xml"/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6.xml"/><Relationship Id="rId6" Type="http://schemas.openxmlformats.org/officeDocument/2006/relationships/diagramColors" Target="../diagrams/colors9.xml"/><Relationship Id="rId5" Type="http://schemas.openxmlformats.org/officeDocument/2006/relationships/diagramQuickStyle" Target="../diagrams/quickStyle9.xml"/><Relationship Id="rId4" Type="http://schemas.openxmlformats.org/officeDocument/2006/relationships/diagramLayout" Target="../diagrams/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C781D2D-F690-3E49-8B9D-858086DD50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42683" y="1806424"/>
            <a:ext cx="6132990" cy="1825096"/>
          </a:xfrm>
        </p:spPr>
        <p:txBody>
          <a:bodyPr>
            <a:normAutofit/>
          </a:bodyPr>
          <a:lstStyle/>
          <a:p>
            <a:r>
              <a:rPr lang="es-ES" dirty="0"/>
              <a:t>Proyecto </a:t>
            </a:r>
            <a:r>
              <a:rPr lang="es-ES" dirty="0" err="1"/>
              <a:t>MeCuida</a:t>
            </a:r>
            <a:endParaRPr lang="es-ES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55C73646-C78E-504E-9BE0-410E35A3DD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742683" y="3617797"/>
            <a:ext cx="6132990" cy="685800"/>
          </a:xfrm>
        </p:spPr>
        <p:txBody>
          <a:bodyPr>
            <a:normAutofit/>
          </a:bodyPr>
          <a:lstStyle/>
          <a:p>
            <a:r>
              <a:rPr lang="es-ES" dirty="0"/>
              <a:t>Gestión de Proyectos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8F19F3D8-20CA-FB40-94B1-52940FAC9A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945" y="1902941"/>
            <a:ext cx="5391668" cy="2310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23809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84594718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</p:spTree>
    <p:extLst>
      <p:ext uri="{BB962C8B-B14F-4D97-AF65-F5344CB8AC3E}">
        <p14:creationId xmlns:p14="http://schemas.microsoft.com/office/powerpoint/2010/main" val="2999832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20180" y="746027"/>
            <a:ext cx="8610600" cy="1293028"/>
          </a:xfrm>
        </p:spPr>
        <p:txBody>
          <a:bodyPr/>
          <a:lstStyle/>
          <a:p>
            <a:r>
              <a:rPr lang="es-ES" dirty="0"/>
              <a:t>PLANIFICACIÓN de la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xmlns="" id="{80C420F0-3ABC-433B-BCAD-D42AD77746B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78552867"/>
              </p:ext>
            </p:extLst>
          </p:nvPr>
        </p:nvGraphicFramePr>
        <p:xfrm>
          <a:off x="2411827" y="1360754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xmlns="" id="{6E75299D-9C59-4AAE-8565-97AA0AA38A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87580" y="624431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2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186895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9424BBEB-B53A-4BAE-9AA3-7349701FD20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graphicEl>
                                              <a:dgm id="{2E3A7CCC-AD74-4634-9862-9ED327ADCE6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graphicEl>
                                              <a:dgm id="{8E9CFAB5-6530-43DC-BD52-AE67075EA74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graphicEl>
                                              <a:dgm id="{C7DD3862-EA8E-4D72-9F7F-C4EF5C5B048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graphicEl>
                                              <a:dgm id="{BA71267A-8A01-4F05-9A6D-CBED4D7308A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6">
                                            <p:graphicEl>
                                              <a:dgm id="{3372E0D7-7345-40DF-BBA2-A743623239F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6">
                                            <p:graphicEl>
                                              <a:dgm id="{FF15CA57-99EB-4A49-BEDA-B87C1719DA6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6">
                                            <p:graphicEl>
                                              <a:dgm id="{20BA1873-8175-425E-8748-05879752D31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graphicEl>
                                              <a:dgm id="{44945275-FECF-4A96-ADC7-1C2E0846DB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xmlns="" id="{93E2C8F5-B35B-4728-AFAB-5111275C6C0E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Planificación de la calidad</a:t>
            </a:r>
          </a:p>
        </p:txBody>
      </p:sp>
      <p:sp>
        <p:nvSpPr>
          <p:cNvPr id="22" name="CuadroTexto 3">
            <a:extLst>
              <a:ext uri="{FF2B5EF4-FFF2-40B4-BE49-F238E27FC236}">
                <a16:creationId xmlns:a16="http://schemas.microsoft.com/office/drawing/2014/main" xmlns="" id="{9EB63B36-517C-426A-B2B8-D7B64059A69B}"/>
              </a:ext>
            </a:extLst>
          </p:cNvPr>
          <p:cNvSpPr txBox="1"/>
          <p:nvPr/>
        </p:nvSpPr>
        <p:spPr>
          <a:xfrm>
            <a:off x="677333" y="2194560"/>
            <a:ext cx="58166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Documentación previa: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Plan de dirección del proyecto 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Registro de interesados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Factor ambientales de la empresa</a:t>
            </a:r>
          </a:p>
          <a:p>
            <a:pPr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s-ES" sz="2000" dirty="0"/>
          </a:p>
          <a:p>
            <a:pPr defTabSz="914400">
              <a:lnSpc>
                <a:spcPct val="90000"/>
              </a:lnSpc>
              <a:spcAft>
                <a:spcPts val="600"/>
              </a:spcAft>
            </a:pPr>
            <a:r>
              <a:rPr lang="es-ES" sz="2000" dirty="0"/>
              <a:t>Herramientas: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Análisis de costo-beneficio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Diagramas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Estudios comparativos</a:t>
            </a:r>
          </a:p>
          <a:p>
            <a:pPr lvl="1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ES" sz="2000" dirty="0"/>
              <a:t>Reuniones (Calidad y Control)</a:t>
            </a:r>
          </a:p>
          <a:p>
            <a:pPr marL="285750" indent="-228600" defTabSz="9144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57772695-2D21-4EA9-A74C-92096292B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0137" y="2501159"/>
            <a:ext cx="3410926" cy="3410926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xmlns="" id="{2D147FA0-BD23-4B05-9291-2460D1B399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xmlns="" id="{5BC985BF-B420-4424-875E-D6E0AA5EF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732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045527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F7F976-0544-4FCD-8B40-8A7B61CE4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GESTIÓN DE CALIDAD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xmlns="" id="{296867E1-7085-4615-919C-C6B7FD69E92B}"/>
              </a:ext>
            </a:extLst>
          </p:cNvPr>
          <p:cNvSpPr txBox="1"/>
          <p:nvPr/>
        </p:nvSpPr>
        <p:spPr>
          <a:xfrm>
            <a:off x="1069145" y="2254349"/>
            <a:ext cx="994585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sz="2000" b="1" i="1" dirty="0"/>
              <a:t>¿Se realizan las actividades correctamente?</a:t>
            </a:r>
          </a:p>
          <a:p>
            <a:endParaRPr lang="es-ES_tradnl" sz="2000" dirty="0"/>
          </a:p>
          <a:p>
            <a:r>
              <a:rPr lang="es-ES_tradnl" sz="2000" b="1" i="1" dirty="0"/>
              <a:t>					¿Cómo comprobar que se ejecutan correctamente?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Valorar si se están cumpliendo los estándares de calidad establecidos por SAMBA </a:t>
            </a:r>
            <a:r>
              <a:rPr lang="es-ES" sz="2000" dirty="0" err="1"/>
              <a:t>Solutions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sz="2000" dirty="0"/>
          </a:p>
          <a:p>
            <a:pPr lvl="6"/>
            <a:r>
              <a:rPr lang="es-ES" sz="2000" dirty="0"/>
              <a:t>                   Listas de verificación</a:t>
            </a:r>
            <a:endParaRPr lang="es-ES_tradnl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_tradnl" sz="2000" dirty="0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xmlns="" id="{7BCFBB9F-720F-4D8F-BDBE-92AD19C16D0A}"/>
              </a:ext>
            </a:extLst>
          </p:cNvPr>
          <p:cNvSpPr/>
          <p:nvPr/>
        </p:nvSpPr>
        <p:spPr>
          <a:xfrm>
            <a:off x="3784210" y="5090745"/>
            <a:ext cx="1195754" cy="22156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_tradnl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07653232-98D1-4CF1-92BC-50C4D0532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xmlns="" id="{F7361879-26CD-421E-9D92-0709EF522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4799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4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462003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n 8">
            <a:extLst>
              <a:ext uri="{FF2B5EF4-FFF2-40B4-BE49-F238E27FC236}">
                <a16:creationId xmlns:a16="http://schemas.microsoft.com/office/drawing/2014/main" xmlns="" id="{DF30AEDC-40B4-407D-8A02-5B21195BD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8428" y="4480588"/>
            <a:ext cx="2242625" cy="224262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629FE0E-53B6-4508-980A-178A276381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MÉTRICAS DE CALIDAD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xmlns="" id="{B38DEE96-13B5-422F-83DB-00FFFAAC9BBA}"/>
              </a:ext>
            </a:extLst>
          </p:cNvPr>
          <p:cNvSpPr/>
          <p:nvPr/>
        </p:nvSpPr>
        <p:spPr>
          <a:xfrm>
            <a:off x="909711" y="3084845"/>
            <a:ext cx="10596489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coste, CPI: Una medida de la eficiencia en costos de los recursos presupuestados expresada como la razón entre el valor ganado y el costo real.</a:t>
            </a:r>
          </a:p>
          <a:p>
            <a:pPr lvl="1" algn="just"/>
            <a:endParaRPr lang="es-ES" dirty="0"/>
          </a:p>
          <a:p>
            <a:pPr lvl="1" algn="just"/>
            <a:endParaRPr lang="es-ES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s-ES" dirty="0"/>
              <a:t>Índice de desempeño del cronograma, SPI: Una medida de la eficiencia del </a:t>
            </a:r>
            <a:r>
              <a:rPr lang="es-ES_tradnl" dirty="0"/>
              <a:t>cronograma que se expresa como la </a:t>
            </a:r>
            <a:r>
              <a:rPr lang="es-ES" dirty="0"/>
              <a:t>razón entre el valor ganado y el valor </a:t>
            </a:r>
            <a:r>
              <a:rPr lang="es-ES_tradnl" dirty="0"/>
              <a:t>planificado.</a:t>
            </a:r>
            <a:endParaRPr lang="es-E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A5125A33-061C-4A23-94FA-EB02F7207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9751" y="1355556"/>
            <a:ext cx="1665849" cy="1665849"/>
          </a:xfrm>
          <a:prstGeom prst="rect">
            <a:avLst/>
          </a:prstGeom>
        </p:spPr>
      </p:pic>
      <p:pic>
        <p:nvPicPr>
          <p:cNvPr id="10" name="Imagen 9">
            <a:extLst>
              <a:ext uri="{FF2B5EF4-FFF2-40B4-BE49-F238E27FC236}">
                <a16:creationId xmlns:a16="http://schemas.microsoft.com/office/drawing/2014/main" xmlns="" id="{C348F992-5967-454B-9D4A-AEA745C00A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4C544C9C-E5D5-4031-8ACB-0CA60F382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5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7374353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84EE94F-A38C-4B45-948E-9FF46419E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LISTAS DE VERIFICACIÓN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xmlns="" id="{5EE78A2C-C144-4727-B113-A7578EA69782}"/>
              </a:ext>
            </a:extLst>
          </p:cNvPr>
          <p:cNvSpPr txBox="1"/>
          <p:nvPr/>
        </p:nvSpPr>
        <p:spPr>
          <a:xfrm>
            <a:off x="1069051" y="2405840"/>
            <a:ext cx="10053897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Una lista de verificación es una herramienta estructurada, por lo general específica de cada componente, que se utiliza para verificar que se hayan llevado a cabo una serie de pasos necesarios. </a:t>
            </a:r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  <a:p>
            <a:endParaRPr lang="es-E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6B5019D5-658F-406F-A497-1A08E2CBC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3309330"/>
            <a:ext cx="2743200" cy="27432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5064E33B-1BBF-4006-A3AB-7FE774AF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xmlns="" id="{4EC8E9AC-3DCA-402E-B550-CCA60EB98925}"/>
              </a:ext>
            </a:extLst>
          </p:cNvPr>
          <p:cNvSpPr txBox="1"/>
          <p:nvPr/>
        </p:nvSpPr>
        <p:spPr>
          <a:xfrm>
            <a:off x="1702191" y="3548521"/>
            <a:ext cx="56892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/>
          </a:p>
          <a:p>
            <a:r>
              <a:rPr lang="es-ES" b="1">
                <a:solidFill>
                  <a:srgbClr val="00B050"/>
                </a:solidFill>
                <a:highlight>
                  <a:srgbClr val="000000"/>
                </a:highlight>
              </a:rPr>
              <a:t>1</a:t>
            </a:r>
            <a:r>
              <a:rPr lang="es-ES"/>
              <a:t> – Se cumplen los requisitos de calidad</a:t>
            </a:r>
          </a:p>
          <a:p>
            <a:r>
              <a:rPr lang="es-ES" b="1">
                <a:solidFill>
                  <a:srgbClr val="FFFF00"/>
                </a:solidFill>
                <a:highlight>
                  <a:srgbClr val="000000"/>
                </a:highlight>
              </a:rPr>
              <a:t>2</a:t>
            </a:r>
            <a:r>
              <a:rPr lang="es-ES"/>
              <a:t> – Se cumplen los requisitos de forma parcial</a:t>
            </a:r>
          </a:p>
          <a:p>
            <a:r>
              <a:rPr lang="es-ES" b="1">
                <a:solidFill>
                  <a:srgbClr val="FF0000"/>
                </a:solidFill>
                <a:highlight>
                  <a:srgbClr val="000000"/>
                </a:highlight>
              </a:rPr>
              <a:t>3</a:t>
            </a:r>
            <a:r>
              <a:rPr lang="es-ES"/>
              <a:t> – No cumplen los requisitos.</a:t>
            </a:r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xmlns="" id="{C8FB015C-95FD-4710-9F93-3012CE4B2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10886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6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056224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4225AF8F-1CFD-4104-8BA0-5F76EA31A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 DE MEJORAS DEL PROYECTO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6786826A-DFE5-453C-B4F0-ADD9C9E899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12" y="5706866"/>
            <a:ext cx="2502561" cy="1072555"/>
          </a:xfrm>
          <a:prstGeom prst="rect">
            <a:avLst/>
          </a:prstGeom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xmlns="" id="{3B353250-C3A7-4307-B308-7C318B70479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40115597"/>
              </p:ext>
            </p:extLst>
          </p:nvPr>
        </p:nvGraphicFramePr>
        <p:xfrm>
          <a:off x="2895600" y="2073682"/>
          <a:ext cx="7083865" cy="43447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xmlns="" id="{111F1865-5FEE-445B-9DF8-F5685CE91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60580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7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404837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graphicEl>
                                              <a:dgm id="{D77D0E02-146F-4633-9106-BCB80C1B967B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5">
                                            <p:graphicEl>
                                              <a:dgm id="{A23A205F-38EA-466D-A73B-94A53A1CB6CA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5">
                                            <p:graphicEl>
                                              <a:dgm id="{719A3758-D0A2-4275-8304-A137EF0402C7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5">
                                            <p:graphicEl>
                                              <a:dgm id="{D87B9659-AB68-41CE-8186-623A5B13B042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5">
                                            <p:graphicEl>
                                              <a:dgm id="{99C6DDC6-4BD7-4FE3-8827-B93EB2F50D9F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47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000" fill="hold"/>
                                        <p:tgtEl>
                                          <p:spTgt spid="5">
                                            <p:graphicEl>
                                              <a:dgm id="{2162F8AB-9CD8-41C6-BCC5-1C58C137DF6E}"/>
                                            </p:graphic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8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30398286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xmlns="" id="{59424D2E-6819-452D-A607-E3DFC510A856}"/>
              </a:ext>
            </a:extLst>
          </p:cNvPr>
          <p:cNvSpPr/>
          <p:nvPr/>
        </p:nvSpPr>
        <p:spPr>
          <a:xfrm>
            <a:off x="7212806" y="2830041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xmlns="" id="{89880598-E443-420D-8551-D78EBAA1A141}"/>
              </a:ext>
            </a:extLst>
          </p:cNvPr>
          <p:cNvSpPr/>
          <p:nvPr/>
        </p:nvSpPr>
        <p:spPr>
          <a:xfrm rot="10800000">
            <a:off x="8713577" y="3414572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45527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9B58E3A9-9CF7-2B43-BD67-E92B3F5FE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A4647F8-360F-2143-89F0-F00E40E0B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62773"/>
            <a:ext cx="8610600" cy="1293028"/>
          </a:xfrm>
        </p:spPr>
        <p:txBody>
          <a:bodyPr/>
          <a:lstStyle/>
          <a:p>
            <a:r>
              <a:rPr lang="es-ES" dirty="0"/>
              <a:t>Aseguramiento de calidad</a:t>
            </a:r>
          </a:p>
        </p:txBody>
      </p:sp>
      <p:graphicFrame>
        <p:nvGraphicFramePr>
          <p:cNvPr id="6" name="Diagrama 5">
            <a:extLst>
              <a:ext uri="{FF2B5EF4-FFF2-40B4-BE49-F238E27FC236}">
                <a16:creationId xmlns:a16="http://schemas.microsoft.com/office/drawing/2014/main" xmlns="" id="{70378FE7-520F-4186-8B76-F377761FDC7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826693"/>
              </p:ext>
            </p:extLst>
          </p:nvPr>
        </p:nvGraphicFramePr>
        <p:xfrm>
          <a:off x="2753690" y="1923458"/>
          <a:ext cx="6684620" cy="445433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xmlns="" id="{2BA9B30E-B40B-4D70-9B7F-000EB32CE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88083" y="6181695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9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17687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graphicEl>
                                              <a:dgm id="{8DE2072A-129D-4ED2-A2EA-4835686120E4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graphicEl>
                                              <a:dgm id="{7729D2EE-F3F5-4947-BAD3-F992910D4A8A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graphicEl>
                                              <a:dgm id="{44F1A0CC-49C9-4B0C-B459-27C6274EBE9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graphicEl>
                                              <a:dgm id="{058EDF98-D69D-4850-A7EE-7423CED16A92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>
                                            <p:graphicEl>
                                              <a:dgm id="{38068B84-2D50-4738-AAA8-AE29F2F9B2D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Sub>
          <a:bldDgm bld="one"/>
        </p:bldSub>
      </p:bldGraphic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9805B96-6DF3-4094-A77A-3537BB357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AUDITORÍAS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6AD02EB5-F3F2-4BE5-A19C-8727243156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6830" y="4742981"/>
            <a:ext cx="2704258" cy="1043147"/>
          </a:xfrm>
          <a:prstGeom prst="rect">
            <a:avLst/>
          </a:prstGeom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901217" y="2876148"/>
            <a:ext cx="9635485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internas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Auditorías externas: 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Auditoría de renovación ISO 9001:2015 </a:t>
            </a: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xmlns="" id="{4B37E193-93C4-40A8-8222-6CE4CF638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xmlns="" id="{84D688C7-D2FF-4529-8D1E-6CBA09C69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6093627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10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2977995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CA413CBD-AE65-430F-8404-E9FB685388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Otras normativas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A477BDDA-7F5C-4BF4-A74E-D5B9514C22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63000" y="572850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11</a:t>
            </a:fld>
            <a:r>
              <a:rPr lang="es-ES" sz="2000" dirty="0"/>
              <a:t>/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xmlns="" id="{7B662B51-ACF4-491A-8D0D-1598535F5C66}"/>
              </a:ext>
            </a:extLst>
          </p:cNvPr>
          <p:cNvSpPr txBox="1"/>
          <p:nvPr/>
        </p:nvSpPr>
        <p:spPr>
          <a:xfrm>
            <a:off x="1533378" y="2729132"/>
            <a:ext cx="963637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_tradnl" dirty="0"/>
              <a:t>Dispositivos con Marcado CE e ISO </a:t>
            </a:r>
            <a:r>
              <a:rPr lang="es-ES" dirty="0"/>
              <a:t>13485:2016</a:t>
            </a:r>
          </a:p>
          <a:p>
            <a:endParaRPr lang="es-ES" dirty="0"/>
          </a:p>
          <a:p>
            <a:r>
              <a:rPr lang="es-ES" dirty="0"/>
              <a:t>Gestión tecnológica del servicio </a:t>
            </a:r>
            <a:r>
              <a:rPr lang="es-ES" i="1" dirty="0" err="1"/>
              <a:t>MeCuida</a:t>
            </a:r>
            <a:r>
              <a:rPr lang="es-ES" dirty="0"/>
              <a:t> -&gt; Metodología ITIL.</a:t>
            </a:r>
            <a:endParaRPr lang="es-ES_tradnl" dirty="0"/>
          </a:p>
          <a:p>
            <a:endParaRPr lang="es-ES" dirty="0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xmlns="" id="{6290FF63-E63E-4593-AEB6-294733FF86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205" y="4548989"/>
            <a:ext cx="1905000" cy="1362075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8AE49F64-EE44-40B0-B957-D9638658DA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000" y="4158463"/>
            <a:ext cx="2143125" cy="214312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B452BEB5-A5F7-4D49-89C7-517F2A1553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1670" y="4888755"/>
            <a:ext cx="2143125" cy="946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1604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12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02474818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xmlns="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xmlns="" id="{89880598-E443-420D-8551-D78EBAA1A141}"/>
              </a:ext>
            </a:extLst>
          </p:cNvPr>
          <p:cNvSpPr/>
          <p:nvPr/>
        </p:nvSpPr>
        <p:spPr>
          <a:xfrm rot="10800000">
            <a:off x="6427577" y="4078601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65399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F62BD8C-44A4-40D7-8FD4-2A2693CB8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SOLICITUD DE CAMBIO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31EB616A-080B-4796-AA27-1C993B187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xmlns="" id="{17DA92EC-5877-455D-BE16-9F6A7C6C0A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1129" y="1978946"/>
            <a:ext cx="6397811" cy="3416518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xmlns="" id="{2BDB56AF-3955-4AF2-AB32-3B499FA21B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103" y="2306623"/>
            <a:ext cx="5152894" cy="3048571"/>
          </a:xfrm>
          <a:prstGeom prst="rect">
            <a:avLst/>
          </a:prstGeom>
        </p:spPr>
      </p:pic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xmlns="" id="{3A942CA8-570F-4B04-8F1E-78F0B0C75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34919" y="6080732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2000" smtClean="0"/>
              <a:t>13</a:t>
            </a:fld>
            <a:r>
              <a:rPr lang="es-ES" sz="20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7378119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14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2779188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xmlns="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xmlns="" id="{89880598-E443-420D-8551-D78EBAA1A141}"/>
              </a:ext>
            </a:extLst>
          </p:cNvPr>
          <p:cNvSpPr/>
          <p:nvPr/>
        </p:nvSpPr>
        <p:spPr>
          <a:xfrm rot="10800000">
            <a:off x="6931160" y="4742630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5363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6" name="5 Elipse"/>
          <p:cNvSpPr/>
          <p:nvPr/>
        </p:nvSpPr>
        <p:spPr>
          <a:xfrm>
            <a:off x="4918972" y="2062753"/>
            <a:ext cx="2140528" cy="967054"/>
          </a:xfrm>
          <a:prstGeom prst="ellipse">
            <a:avLst/>
          </a:prstGeom>
          <a:noFill/>
          <a:ln w="571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6 Elipse"/>
          <p:cNvSpPr/>
          <p:nvPr/>
        </p:nvSpPr>
        <p:spPr>
          <a:xfrm>
            <a:off x="3726860" y="348521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7 Elipse"/>
          <p:cNvSpPr/>
          <p:nvPr/>
        </p:nvSpPr>
        <p:spPr>
          <a:xfrm>
            <a:off x="1323074" y="3471359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8 Elipse"/>
          <p:cNvSpPr/>
          <p:nvPr/>
        </p:nvSpPr>
        <p:spPr>
          <a:xfrm>
            <a:off x="8505810" y="3485211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9 Elipse"/>
          <p:cNvSpPr/>
          <p:nvPr/>
        </p:nvSpPr>
        <p:spPr>
          <a:xfrm>
            <a:off x="6102024" y="3471355"/>
            <a:ext cx="2140528" cy="967054"/>
          </a:xfrm>
          <a:prstGeom prst="ellipse">
            <a:avLst/>
          </a:prstGeom>
          <a:noFill/>
          <a:ln w="2857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11 Elipse"/>
          <p:cNvSpPr/>
          <p:nvPr/>
        </p:nvSpPr>
        <p:spPr>
          <a:xfrm>
            <a:off x="5009404" y="4708974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Elipse"/>
          <p:cNvSpPr/>
          <p:nvPr/>
        </p:nvSpPr>
        <p:spPr>
          <a:xfrm>
            <a:off x="2615144" y="4695118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13 Elipse"/>
          <p:cNvSpPr/>
          <p:nvPr/>
        </p:nvSpPr>
        <p:spPr>
          <a:xfrm>
            <a:off x="9793117" y="4723259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5" name="14 Elipse"/>
          <p:cNvSpPr/>
          <p:nvPr/>
        </p:nvSpPr>
        <p:spPr>
          <a:xfrm>
            <a:off x="7379805" y="4709403"/>
            <a:ext cx="1378419" cy="483523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6" name="15 Rectángulo"/>
          <p:cNvSpPr/>
          <p:nvPr/>
        </p:nvSpPr>
        <p:spPr>
          <a:xfrm>
            <a:off x="2617181" y="5500017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16 Rectángulo"/>
          <p:cNvSpPr/>
          <p:nvPr/>
        </p:nvSpPr>
        <p:spPr>
          <a:xfrm>
            <a:off x="5008011" y="5520425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17 Rectángulo"/>
          <p:cNvSpPr/>
          <p:nvPr/>
        </p:nvSpPr>
        <p:spPr>
          <a:xfrm>
            <a:off x="7390002" y="5510899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9" name="18 Rectángulo"/>
          <p:cNvSpPr/>
          <p:nvPr/>
        </p:nvSpPr>
        <p:spPr>
          <a:xfrm>
            <a:off x="9804647" y="5521781"/>
            <a:ext cx="1378419" cy="424542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21" name="20 Conector recto"/>
          <p:cNvCxnSpPr/>
          <p:nvPr/>
        </p:nvCxnSpPr>
        <p:spPr>
          <a:xfrm>
            <a:off x="2393338" y="3254833"/>
            <a:ext cx="7182736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"/>
          <p:cNvCxnSpPr>
            <a:stCxn id="8" idx="4"/>
          </p:cNvCxnSpPr>
          <p:nvPr/>
        </p:nvCxnSpPr>
        <p:spPr>
          <a:xfrm>
            <a:off x="2393338" y="4438413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23 Conector recto"/>
          <p:cNvCxnSpPr/>
          <p:nvPr/>
        </p:nvCxnSpPr>
        <p:spPr>
          <a:xfrm>
            <a:off x="4789111" y="3259580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24 Conector recto"/>
          <p:cNvCxnSpPr/>
          <p:nvPr/>
        </p:nvCxnSpPr>
        <p:spPr>
          <a:xfrm>
            <a:off x="7164066" y="325917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25 Conector recto"/>
          <p:cNvCxnSpPr/>
          <p:nvPr/>
        </p:nvCxnSpPr>
        <p:spPr>
          <a:xfrm>
            <a:off x="9578891" y="3263926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26 Conector recto"/>
          <p:cNvCxnSpPr/>
          <p:nvPr/>
        </p:nvCxnSpPr>
        <p:spPr>
          <a:xfrm>
            <a:off x="5992352" y="3032923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27 Conector recto"/>
          <p:cNvCxnSpPr/>
          <p:nvPr/>
        </p:nvCxnSpPr>
        <p:spPr>
          <a:xfrm rot="5400000">
            <a:off x="2502888" y="483091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29 Conector recto"/>
          <p:cNvCxnSpPr/>
          <p:nvPr/>
        </p:nvCxnSpPr>
        <p:spPr>
          <a:xfrm rot="5400000">
            <a:off x="2502872" y="5602501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31 Conector recto"/>
          <p:cNvCxnSpPr/>
          <p:nvPr/>
        </p:nvCxnSpPr>
        <p:spPr>
          <a:xfrm>
            <a:off x="2394625" y="3254829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recto"/>
          <p:cNvCxnSpPr/>
          <p:nvPr/>
        </p:nvCxnSpPr>
        <p:spPr>
          <a:xfrm>
            <a:off x="4791677" y="4456867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33 Conector recto"/>
          <p:cNvCxnSpPr/>
          <p:nvPr/>
        </p:nvCxnSpPr>
        <p:spPr>
          <a:xfrm rot="5400000">
            <a:off x="4901227" y="484936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34 Conector recto"/>
          <p:cNvCxnSpPr/>
          <p:nvPr/>
        </p:nvCxnSpPr>
        <p:spPr>
          <a:xfrm rot="5400000">
            <a:off x="4901211" y="5620955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35 Conector recto"/>
          <p:cNvCxnSpPr/>
          <p:nvPr/>
        </p:nvCxnSpPr>
        <p:spPr>
          <a:xfrm>
            <a:off x="7164066" y="4452104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36 Conector recto"/>
          <p:cNvCxnSpPr/>
          <p:nvPr/>
        </p:nvCxnSpPr>
        <p:spPr>
          <a:xfrm rot="5400000">
            <a:off x="7273616" y="484460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37 Conector recto"/>
          <p:cNvCxnSpPr/>
          <p:nvPr/>
        </p:nvCxnSpPr>
        <p:spPr>
          <a:xfrm rot="5400000">
            <a:off x="7273600" y="5616192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38 Conector recto"/>
          <p:cNvCxnSpPr/>
          <p:nvPr/>
        </p:nvCxnSpPr>
        <p:spPr>
          <a:xfrm>
            <a:off x="9578891" y="4466490"/>
            <a:ext cx="0" cy="127658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39 Conector recto"/>
          <p:cNvCxnSpPr/>
          <p:nvPr/>
        </p:nvCxnSpPr>
        <p:spPr>
          <a:xfrm rot="5400000">
            <a:off x="9688441" y="485898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40 Conector recto"/>
          <p:cNvCxnSpPr/>
          <p:nvPr/>
        </p:nvCxnSpPr>
        <p:spPr>
          <a:xfrm rot="5400000">
            <a:off x="9688425" y="5630578"/>
            <a:ext cx="0" cy="21652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41 CuadroTexto"/>
          <p:cNvSpPr txBox="1"/>
          <p:nvPr/>
        </p:nvSpPr>
        <p:spPr>
          <a:xfrm>
            <a:off x="5053269" y="2161708"/>
            <a:ext cx="18781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CEO</a:t>
            </a:r>
          </a:p>
          <a:p>
            <a:pPr algn="ctr"/>
            <a:r>
              <a:rPr lang="es-ES" dirty="0" err="1"/>
              <a:t>Boby</a:t>
            </a:r>
            <a:r>
              <a:rPr lang="es-ES" dirty="0"/>
              <a:t> </a:t>
            </a:r>
            <a:r>
              <a:rPr lang="es-ES" dirty="0" err="1"/>
              <a:t>Nicusor</a:t>
            </a:r>
            <a:endParaRPr lang="es-ES" dirty="0"/>
          </a:p>
        </p:txBody>
      </p:sp>
      <p:sp>
        <p:nvSpPr>
          <p:cNvPr id="43" name="42 CuadroTexto"/>
          <p:cNvSpPr txBox="1"/>
          <p:nvPr/>
        </p:nvSpPr>
        <p:spPr>
          <a:xfrm>
            <a:off x="1386841" y="3645576"/>
            <a:ext cx="1993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Calidad</a:t>
            </a:r>
          </a:p>
          <a:p>
            <a:pPr algn="ctr"/>
            <a:r>
              <a:rPr lang="es-ES" sz="1400" dirty="0"/>
              <a:t>Adrián Gallego</a:t>
            </a:r>
          </a:p>
        </p:txBody>
      </p:sp>
      <p:sp>
        <p:nvSpPr>
          <p:cNvPr id="47" name="46 CuadroTexto"/>
          <p:cNvSpPr txBox="1"/>
          <p:nvPr/>
        </p:nvSpPr>
        <p:spPr>
          <a:xfrm>
            <a:off x="3792244" y="3645575"/>
            <a:ext cx="1993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RRHH</a:t>
            </a:r>
          </a:p>
          <a:p>
            <a:pPr algn="ctr"/>
            <a:r>
              <a:rPr lang="es-ES" sz="1400" dirty="0"/>
              <a:t>Sergio </a:t>
            </a:r>
            <a:r>
              <a:rPr lang="es-ES" sz="1400" dirty="0" err="1"/>
              <a:t>Lluva</a:t>
            </a:r>
            <a:endParaRPr lang="es-ES" sz="1400" dirty="0"/>
          </a:p>
        </p:txBody>
      </p:sp>
      <p:sp>
        <p:nvSpPr>
          <p:cNvPr id="48" name="47 CuadroTexto"/>
          <p:cNvSpPr txBox="1"/>
          <p:nvPr/>
        </p:nvSpPr>
        <p:spPr>
          <a:xfrm>
            <a:off x="6110048" y="3645575"/>
            <a:ext cx="22058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Directora de Marketing</a:t>
            </a:r>
          </a:p>
          <a:p>
            <a:pPr algn="ctr"/>
            <a:r>
              <a:rPr lang="es-ES" sz="1400" dirty="0"/>
              <a:t>Mari Cortes Benito</a:t>
            </a:r>
          </a:p>
        </p:txBody>
      </p:sp>
      <p:sp>
        <p:nvSpPr>
          <p:cNvPr id="49" name="48 CuadroTexto"/>
          <p:cNvSpPr txBox="1"/>
          <p:nvPr/>
        </p:nvSpPr>
        <p:spPr>
          <a:xfrm>
            <a:off x="8579207" y="3645575"/>
            <a:ext cx="19937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/>
              <a:t>Director de Finanzas</a:t>
            </a:r>
          </a:p>
          <a:p>
            <a:pPr algn="ctr"/>
            <a:r>
              <a:rPr lang="es-ES" sz="1400" dirty="0"/>
              <a:t>Alejandro Paniagua</a:t>
            </a:r>
          </a:p>
        </p:txBody>
      </p:sp>
      <p:sp>
        <p:nvSpPr>
          <p:cNvPr id="50" name="49 CuadroTexto"/>
          <p:cNvSpPr txBox="1"/>
          <p:nvPr/>
        </p:nvSpPr>
        <p:spPr>
          <a:xfrm>
            <a:off x="2320291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51" name="50 CuadroTexto"/>
          <p:cNvSpPr txBox="1"/>
          <p:nvPr/>
        </p:nvSpPr>
        <p:spPr>
          <a:xfrm>
            <a:off x="2320291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52" name="51 CuadroTexto"/>
          <p:cNvSpPr txBox="1"/>
          <p:nvPr/>
        </p:nvSpPr>
        <p:spPr>
          <a:xfrm>
            <a:off x="4692016" y="480418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53" name="52 CuadroTexto"/>
          <p:cNvSpPr txBox="1"/>
          <p:nvPr/>
        </p:nvSpPr>
        <p:spPr>
          <a:xfrm>
            <a:off x="4692016" y="5575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66" name="65 CuadroTexto"/>
          <p:cNvSpPr txBox="1"/>
          <p:nvPr/>
        </p:nvSpPr>
        <p:spPr>
          <a:xfrm>
            <a:off x="7111366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67" name="66 CuadroTexto"/>
          <p:cNvSpPr txBox="1"/>
          <p:nvPr/>
        </p:nvSpPr>
        <p:spPr>
          <a:xfrm>
            <a:off x="7111366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68" name="67 CuadroTexto"/>
          <p:cNvSpPr txBox="1"/>
          <p:nvPr/>
        </p:nvSpPr>
        <p:spPr>
          <a:xfrm>
            <a:off x="9483091" y="4813714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interno</a:t>
            </a:r>
            <a:endParaRPr lang="es-ES" sz="1400" b="1" dirty="0"/>
          </a:p>
        </p:txBody>
      </p:sp>
      <p:sp>
        <p:nvSpPr>
          <p:cNvPr id="69" name="68 CuadroTexto"/>
          <p:cNvSpPr txBox="1"/>
          <p:nvPr/>
        </p:nvSpPr>
        <p:spPr>
          <a:xfrm>
            <a:off x="9483091" y="5585239"/>
            <a:ext cx="199373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200" b="1" dirty="0"/>
              <a:t>Equipo Externo</a:t>
            </a:r>
            <a:endParaRPr lang="es-ES" sz="1400" b="1" dirty="0"/>
          </a:p>
        </p:txBody>
      </p:sp>
      <p:sp>
        <p:nvSpPr>
          <p:cNvPr id="11" name="10 Rectángulo"/>
          <p:cNvSpPr/>
          <p:nvPr/>
        </p:nvSpPr>
        <p:spPr>
          <a:xfrm>
            <a:off x="1174172" y="1943100"/>
            <a:ext cx="9590809" cy="2608117"/>
          </a:xfrm>
          <a:prstGeom prst="rect">
            <a:avLst/>
          </a:prstGeom>
          <a:noFill/>
          <a:ln w="38100">
            <a:solidFill>
              <a:schemeClr val="accent6"/>
            </a:solidFill>
            <a:prstDash val="dash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527141" y="2107214"/>
            <a:ext cx="4024077" cy="1077218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3200" dirty="0"/>
              <a:t>Organigrama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Funcional</a:t>
            </a:r>
            <a:r>
              <a:rPr lang="es-ES_tradnl" sz="3200" dirty="0"/>
              <a:t> </a:t>
            </a:r>
          </a:p>
        </p:txBody>
      </p:sp>
      <p:sp>
        <p:nvSpPr>
          <p:cNvPr id="22" name="21 Rectángulo"/>
          <p:cNvSpPr/>
          <p:nvPr/>
        </p:nvSpPr>
        <p:spPr>
          <a:xfrm>
            <a:off x="9269819" y="2167743"/>
            <a:ext cx="1778051" cy="923330"/>
          </a:xfrm>
          <a:prstGeom prst="rect">
            <a:avLst/>
          </a:prstGeom>
          <a:solidFill>
            <a:schemeClr val="bg1"/>
          </a:solidFill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5400" b="1" cap="none" spc="0" dirty="0">
                <a:ln w="1905"/>
                <a:gradFill>
                  <a:gsLst>
                    <a:gs pos="0">
                      <a:schemeClr val="accent6">
                        <a:shade val="20000"/>
                        <a:satMod val="200000"/>
                      </a:schemeClr>
                    </a:gs>
                    <a:gs pos="78000">
                      <a:schemeClr val="accent6">
                        <a:tint val="90000"/>
                        <a:shade val="89000"/>
                        <a:satMod val="220000"/>
                      </a:schemeClr>
                    </a:gs>
                    <a:gs pos="100000">
                      <a:schemeClr val="accent6">
                        <a:tint val="12000"/>
                        <a:satMod val="255000"/>
                      </a:schemeClr>
                    </a:gs>
                  </a:gsLst>
                  <a:lin ang="5400000"/>
                </a:gradFill>
                <a:effectLst>
                  <a:innerShdw blurRad="69850" dist="43180" dir="5400000">
                    <a:srgbClr val="000000">
                      <a:alpha val="65000"/>
                    </a:srgbClr>
                  </a:innerShdw>
                </a:effectLst>
              </a:rPr>
              <a:t>PMO</a:t>
            </a:r>
          </a:p>
        </p:txBody>
      </p:sp>
      <p:sp>
        <p:nvSpPr>
          <p:cNvPr id="54" name="Marcador de número de diapositiva 2">
            <a:extLst>
              <a:ext uri="{FF2B5EF4-FFF2-40B4-BE49-F238E27FC236}">
                <a16:creationId xmlns:a16="http://schemas.microsoft.com/office/drawing/2014/main" xmlns="" id="{F821BB5D-5DD6-4896-A39F-8C2E476F1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15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21602719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16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800" b="1" dirty="0"/>
              <a:t>Políticas de empresa: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Días laborables: Lunes a Viernes</a:t>
            </a:r>
          </a:p>
          <a:p>
            <a:pPr lvl="1"/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Flexibilidad horaria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sanitarias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cheque restaurante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Bonificaciones de transporte e idiomas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62383"/>
          <a:stretch/>
        </p:blipFill>
        <p:spPr bwMode="auto">
          <a:xfrm>
            <a:off x="6712541" y="1981201"/>
            <a:ext cx="3824694" cy="9630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74329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98204" y="2454785"/>
            <a:ext cx="431671" cy="4297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4576825" y="2707761"/>
            <a:ext cx="1097844" cy="10927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5532" y="3460520"/>
            <a:ext cx="1117009" cy="990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2541" y="4076740"/>
            <a:ext cx="1052512" cy="10677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5053" y="5020300"/>
            <a:ext cx="1062037" cy="1048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38209" y="5020300"/>
            <a:ext cx="1248662" cy="11615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Marcador de número de diapositiva 2">
            <a:extLst>
              <a:ext uri="{FF2B5EF4-FFF2-40B4-BE49-F238E27FC236}">
                <a16:creationId xmlns:a16="http://schemas.microsoft.com/office/drawing/2014/main" xmlns="" id="{6E3AAE12-9FB9-4736-A754-17F0B6DC4446}"/>
              </a:ext>
            </a:extLst>
          </p:cNvPr>
          <p:cNvSpPr txBox="1">
            <a:spLocks/>
          </p:cNvSpPr>
          <p:nvPr/>
        </p:nvSpPr>
        <p:spPr>
          <a:xfrm>
            <a:off x="9128760" y="62748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16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23405041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0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0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0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Planificación de los recursos humanos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17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3908" y="2194803"/>
            <a:ext cx="10306818" cy="36667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319322" y="1639618"/>
            <a:ext cx="963548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Matriz de </a:t>
            </a:r>
          </a:p>
          <a:p>
            <a:r>
              <a:rPr lang="es-ES_tradnl" sz="2400" dirty="0"/>
              <a:t>responsabilidades </a:t>
            </a:r>
          </a:p>
        </p:txBody>
      </p:sp>
      <p:sp>
        <p:nvSpPr>
          <p:cNvPr id="7" name="Marcador de número de diapositiva 2">
            <a:extLst>
              <a:ext uri="{FF2B5EF4-FFF2-40B4-BE49-F238E27FC236}">
                <a16:creationId xmlns:a16="http://schemas.microsoft.com/office/drawing/2014/main" xmlns="" id="{4603B7A1-CCA6-4E2A-A7E4-1EE9CCAAEE97}"/>
              </a:ext>
            </a:extLst>
          </p:cNvPr>
          <p:cNvSpPr txBox="1">
            <a:spLocks/>
          </p:cNvSpPr>
          <p:nvPr/>
        </p:nvSpPr>
        <p:spPr>
          <a:xfrm>
            <a:off x="9128760" y="62748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17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31528889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18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28924848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xmlns="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xmlns="" id="{89880598-E443-420D-8551-D78EBAA1A141}"/>
              </a:ext>
            </a:extLst>
          </p:cNvPr>
          <p:cNvSpPr/>
          <p:nvPr/>
        </p:nvSpPr>
        <p:spPr>
          <a:xfrm rot="10800000">
            <a:off x="9689439" y="5352229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7042636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53144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Adquisición del equipo de trabajo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19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Máximo responsable: CEO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Consenso con la PMO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Perfiles Variados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Ingenieros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Economistas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Publicistas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5249" y="3700205"/>
            <a:ext cx="2095500" cy="23817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5273" y="2606825"/>
            <a:ext cx="1827951" cy="1939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Marcador de número de diapositiva 2">
            <a:extLst>
              <a:ext uri="{FF2B5EF4-FFF2-40B4-BE49-F238E27FC236}">
                <a16:creationId xmlns:a16="http://schemas.microsoft.com/office/drawing/2014/main" xmlns="" id="{AD481123-D893-49D5-A018-22C9C7DACEF9}"/>
              </a:ext>
            </a:extLst>
          </p:cNvPr>
          <p:cNvSpPr txBox="1">
            <a:spLocks/>
          </p:cNvSpPr>
          <p:nvPr/>
        </p:nvSpPr>
        <p:spPr>
          <a:xfrm>
            <a:off x="9128760" y="62748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19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277618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30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0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18" dur="2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1" dur="2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4" dur="2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6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7" dur="20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0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66E9A38-F310-46BE-B21A-FB737BD7F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dirty="0"/>
              <a:t>Adquisición </a:t>
            </a:r>
            <a:r>
              <a:rPr lang="es-ES_tradnl" dirty="0" smtClean="0"/>
              <a:t>y desarrollo del </a:t>
            </a:r>
            <a:r>
              <a:rPr lang="es-ES_tradnl" dirty="0"/>
              <a:t>equipo de trabajo</a:t>
            </a:r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46445884-4B7C-417A-9EB4-8151A3824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20</a:t>
            </a:fld>
            <a:endParaRPr lang="es-ES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xmlns="" id="{F3D7B260-91CD-4006-9FF7-A0075F0AC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129" y="5658948"/>
            <a:ext cx="2502561" cy="1072555"/>
          </a:xfrm>
          <a:prstGeom prst="rect">
            <a:avLst/>
          </a:prstGeom>
        </p:spPr>
      </p:pic>
      <p:sp>
        <p:nvSpPr>
          <p:cNvPr id="5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b="1" dirty="0" smtClean="0"/>
              <a:t>Equipo de trabajo</a:t>
            </a: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 smtClean="0"/>
              <a:t>No </a:t>
            </a:r>
            <a:r>
              <a:rPr lang="es-ES_tradnl" sz="2400" dirty="0"/>
              <a:t>es necesaria ampliación de </a:t>
            </a:r>
            <a:r>
              <a:rPr lang="es-ES_tradnl" sz="2400" dirty="0" smtClean="0"/>
              <a:t>personal</a:t>
            </a: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Talento + afinidad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b="1" dirty="0" smtClean="0"/>
              <a:t>Desarrollo</a:t>
            </a:r>
            <a:endParaRPr lang="es-ES_tradnl" sz="24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Formación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Desarrollo personal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Tareas grupales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77125" y="2606825"/>
            <a:ext cx="3562350" cy="35503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Marcador de número de diapositiva 2">
            <a:extLst>
              <a:ext uri="{FF2B5EF4-FFF2-40B4-BE49-F238E27FC236}">
                <a16:creationId xmlns:a16="http://schemas.microsoft.com/office/drawing/2014/main" xmlns="" id="{8F17ECAB-4EE0-4C9B-9363-E9E5EFA4321D}"/>
              </a:ext>
            </a:extLst>
          </p:cNvPr>
          <p:cNvSpPr txBox="1">
            <a:spLocks/>
          </p:cNvSpPr>
          <p:nvPr/>
        </p:nvSpPr>
        <p:spPr>
          <a:xfrm>
            <a:off x="9128760" y="62748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20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3161693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xmlns="" id="{5F32BD73-4768-2A49-98C4-124715923D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9439" y="484941"/>
            <a:ext cx="2502561" cy="1072555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B0D241-1721-BB42-8643-D80DD19A32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839" y="688798"/>
            <a:ext cx="8610600" cy="1293028"/>
          </a:xfrm>
        </p:spPr>
        <p:txBody>
          <a:bodyPr/>
          <a:lstStyle/>
          <a:p>
            <a:pPr algn="ctr"/>
            <a:r>
              <a:rPr lang="es-ES"/>
              <a:t>Índice</a:t>
            </a:r>
            <a:endParaRPr lang="es-ES" dirty="0"/>
          </a:p>
        </p:txBody>
      </p:sp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xmlns="" id="{39472691-3C09-6B46-94D6-73AF616A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28760" y="6274826"/>
            <a:ext cx="2743200" cy="365125"/>
          </a:xfrm>
        </p:spPr>
        <p:txBody>
          <a:bodyPr/>
          <a:lstStyle/>
          <a:p>
            <a:fld id="{D6010774-2920-F049-BD0B-9A28F2A984C5}" type="slidenum">
              <a:rPr lang="es-ES" sz="1600" smtClean="0"/>
              <a:t>21</a:t>
            </a:fld>
            <a:endParaRPr lang="es-ES" sz="1600" dirty="0"/>
          </a:p>
        </p:txBody>
      </p:sp>
      <p:graphicFrame>
        <p:nvGraphicFramePr>
          <p:cNvPr id="4" name="Diagrama 3">
            <a:extLst>
              <a:ext uri="{FF2B5EF4-FFF2-40B4-BE49-F238E27FC236}">
                <a16:creationId xmlns:a16="http://schemas.microsoft.com/office/drawing/2014/main" xmlns="" id="{77F2E5BA-5E41-FF40-BA8D-B1CDAB81C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4820197"/>
              </p:ext>
            </p:extLst>
          </p:nvPr>
        </p:nvGraphicFramePr>
        <p:xfrm>
          <a:off x="2144486" y="1981826"/>
          <a:ext cx="7694931" cy="46581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onector recto 5">
            <a:extLst>
              <a:ext uri="{FF2B5EF4-FFF2-40B4-BE49-F238E27FC236}">
                <a16:creationId xmlns:a16="http://schemas.microsoft.com/office/drawing/2014/main" xmlns="" id="{8A0B0F3F-161A-4994-9FD3-763F7A52499A}"/>
              </a:ext>
            </a:extLst>
          </p:cNvPr>
          <p:cNvSpPr/>
          <p:nvPr/>
        </p:nvSpPr>
        <p:spPr>
          <a:xfrm>
            <a:off x="2352582" y="2709419"/>
            <a:ext cx="7486835" cy="0"/>
          </a:xfrm>
          <a:prstGeom prst="line">
            <a:avLst/>
          </a:prstGeom>
        </p:spPr>
        <p:style>
          <a:lnRef idx="1">
            <a:schemeClr val="accent3">
              <a:hueOff val="2541193"/>
              <a:satOff val="-25720"/>
              <a:lumOff val="-980"/>
              <a:alphaOff val="0"/>
            </a:schemeClr>
          </a:lnRef>
          <a:fillRef idx="2">
            <a:schemeClr val="accent3">
              <a:hueOff val="2541193"/>
              <a:satOff val="-25720"/>
              <a:lumOff val="-980"/>
              <a:alphaOff val="0"/>
            </a:schemeClr>
          </a:fillRef>
          <a:effectRef idx="1">
            <a:schemeClr val="accent3">
              <a:hueOff val="2541193"/>
              <a:satOff val="-25720"/>
              <a:lumOff val="-980"/>
              <a:alphaOff val="0"/>
            </a:schemeClr>
          </a:effectRef>
          <a:fontRef idx="minor">
            <a:schemeClr val="dk1"/>
          </a:fontRef>
        </p:style>
      </p:sp>
      <p:sp>
        <p:nvSpPr>
          <p:cNvPr id="7" name="Círculo: vacío 6">
            <a:extLst>
              <a:ext uri="{FF2B5EF4-FFF2-40B4-BE49-F238E27FC236}">
                <a16:creationId xmlns:a16="http://schemas.microsoft.com/office/drawing/2014/main" xmlns="" id="{59424D2E-6819-452D-A607-E3DFC510A856}"/>
              </a:ext>
            </a:extLst>
          </p:cNvPr>
          <p:cNvSpPr/>
          <p:nvPr/>
        </p:nvSpPr>
        <p:spPr>
          <a:xfrm>
            <a:off x="7632254" y="2873583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xmlns="" id="{89880598-E443-420D-8551-D78EBAA1A141}"/>
              </a:ext>
            </a:extLst>
          </p:cNvPr>
          <p:cNvSpPr/>
          <p:nvPr/>
        </p:nvSpPr>
        <p:spPr>
          <a:xfrm rot="10800000">
            <a:off x="7429795" y="5972715"/>
            <a:ext cx="503582" cy="42407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9128760" y="348098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0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6579500" y="4152937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1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7064408" y="4804105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12" name="Círculo: vacío 8">
            <a:extLst>
              <a:ext uri="{FF2B5EF4-FFF2-40B4-BE49-F238E27FC236}">
                <a16:creationId xmlns:a16="http://schemas.microsoft.com/office/drawing/2014/main" xmlns="" id="{E064DFFB-C702-4A50-B5B2-A5F81507F2CE}"/>
              </a:ext>
            </a:extLst>
          </p:cNvPr>
          <p:cNvSpPr/>
          <p:nvPr/>
        </p:nvSpPr>
        <p:spPr>
          <a:xfrm>
            <a:off x="9672552" y="5402819"/>
            <a:ext cx="333730" cy="310736"/>
          </a:xfrm>
          <a:prstGeom prst="don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8018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Dirección del equipo de proyecto</a:t>
            </a:r>
          </a:p>
        </p:txBody>
      </p:sp>
      <p:sp>
        <p:nvSpPr>
          <p:cNvPr id="3" name="2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22</a:t>
            </a:fld>
            <a:endParaRPr lang="es-ES"/>
          </a:p>
        </p:txBody>
      </p:sp>
      <p:sp>
        <p:nvSpPr>
          <p:cNvPr id="4" name="CuadroTexto 7">
            <a:extLst>
              <a:ext uri="{FF2B5EF4-FFF2-40B4-BE49-F238E27FC236}">
                <a16:creationId xmlns:a16="http://schemas.microsoft.com/office/drawing/2014/main" xmlns="" id="{303144F0-FC28-46C1-9F83-0A9880D3EC08}"/>
              </a:ext>
            </a:extLst>
          </p:cNvPr>
          <p:cNvSpPr txBox="1"/>
          <p:nvPr/>
        </p:nvSpPr>
        <p:spPr>
          <a:xfrm>
            <a:off x="683007" y="1868220"/>
            <a:ext cx="9635485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Control imputación de horas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 err="1"/>
              <a:t>Feedback</a:t>
            </a:r>
            <a:r>
              <a:rPr lang="es-ES_tradnl" sz="2400" dirty="0"/>
              <a:t> al responsable directo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Regla básica: Comunicación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_tradnl" sz="2400" dirty="0"/>
              <a:t>Coordinación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_tradnl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s-ES_tradnl" sz="24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91213" y="3157765"/>
            <a:ext cx="5614987" cy="30715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Marcador de número de diapositiva 2">
            <a:extLst>
              <a:ext uri="{FF2B5EF4-FFF2-40B4-BE49-F238E27FC236}">
                <a16:creationId xmlns:a16="http://schemas.microsoft.com/office/drawing/2014/main" xmlns="" id="{AD37F1C6-EE9B-4058-A52E-1F110E4418F9}"/>
              </a:ext>
            </a:extLst>
          </p:cNvPr>
          <p:cNvSpPr txBox="1">
            <a:spLocks/>
          </p:cNvSpPr>
          <p:nvPr/>
        </p:nvSpPr>
        <p:spPr>
          <a:xfrm>
            <a:off x="9128760" y="627482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05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6010774-2920-F049-BD0B-9A28F2A984C5}" type="slidenum">
              <a:rPr lang="es-ES" sz="1600" smtClean="0"/>
              <a:pPr/>
              <a:t>22</a:t>
            </a:fld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33501544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0">
            <a:extLst>
              <a:ext uri="{FF2B5EF4-FFF2-40B4-BE49-F238E27FC236}">
                <a16:creationId xmlns:a16="http://schemas.microsoft.com/office/drawing/2014/main" xmlns="" id="{5E71BCA0-2CC4-4511-8ACE-FEABFF1955FB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 useBgFill="1">
        <p:nvSpPr>
          <p:cNvPr id="20" name="Rectangle 12">
            <a:extLst>
              <a:ext uri="{FF2B5EF4-FFF2-40B4-BE49-F238E27FC236}">
                <a16:creationId xmlns:a16="http://schemas.microsoft.com/office/drawing/2014/main" xmlns="" id="{A3A93F36-A3CE-448B-BA00-FC0300AA8EDD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11">
            <a:extLst>
              <a:ext uri="{FF2B5EF4-FFF2-40B4-BE49-F238E27FC236}">
                <a16:creationId xmlns:a16="http://schemas.microsoft.com/office/drawing/2014/main" xmlns="" id="{A8DF542A-AECF-4920-B91A-4605B62A452F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SpPr>
        <p:spPr>
          <a:xfrm>
            <a:off x="643403" y="643464"/>
            <a:ext cx="10905195" cy="5571072"/>
          </a:xfrm>
          <a:prstGeom prst="roundRect">
            <a:avLst>
              <a:gd name="adj" fmla="val 2403"/>
            </a:avLst>
          </a:prstGeom>
          <a:solidFill>
            <a:srgbClr val="FFFFFF"/>
          </a:solidFill>
          <a:ln w="31750">
            <a:solidFill>
              <a:schemeClr val="accent1"/>
            </a:solidFill>
          </a:ln>
          <a:effectLst>
            <a:innerShdw blurRad="114300">
              <a:prstClr val="black"/>
            </a:inn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FD2B775D-6E9C-4F60-892F-E88AEF7D9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5137" y="1584419"/>
            <a:ext cx="3689160" cy="3689160"/>
          </a:xfrm>
          <a:prstGeom prst="rect">
            <a:avLst/>
          </a:prstGeom>
          <a:ln w="31750" cap="sq">
            <a:noFill/>
            <a:miter lim="800000"/>
          </a:ln>
        </p:spPr>
      </p:pic>
      <p:cxnSp>
        <p:nvCxnSpPr>
          <p:cNvPr id="22" name="Straight Connector 16">
            <a:extLst>
              <a:ext uri="{FF2B5EF4-FFF2-40B4-BE49-F238E27FC236}">
                <a16:creationId xmlns:a16="http://schemas.microsoft.com/office/drawing/2014/main" xmlns="" id="{70C70F52-156C-4880-991F-296A9628FFB6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xmlns="" val="1"/>
              </p:ext>
            </p:extLst>
          </p:nvPr>
        </p:nvCxnSpPr>
        <p:spPr>
          <a:xfrm>
            <a:off x="4806892" y="1333850"/>
            <a:ext cx="0" cy="4127383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4">
            <a:extLst>
              <a:ext uri="{FF2B5EF4-FFF2-40B4-BE49-F238E27FC236}">
                <a16:creationId xmlns:a16="http://schemas.microsoft.com/office/drawing/2014/main" xmlns="" id="{282E0993-4F0D-4BD0-B5B2-2CDA92FE2A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6032" y="2089534"/>
            <a:ext cx="6250832" cy="2678928"/>
          </a:xfrm>
          <a:prstGeom prst="rect">
            <a:avLst/>
          </a:prstGeom>
          <a:ln w="31750" cap="sq">
            <a:noFill/>
            <a:miter lim="800000"/>
          </a:ln>
        </p:spPr>
      </p:pic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xmlns="" id="{1476AA9E-7E7A-40C1-85F2-AFC09E3AE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010774-2920-F049-BD0B-9A28F2A984C5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03751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Estela de condensación">
  <a:themeElements>
    <a:clrScheme name="Estela de condensación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C4220D"/>
      </a:accent1>
      <a:accent2>
        <a:srgbClr val="EB7712"/>
      </a:accent2>
      <a:accent3>
        <a:srgbClr val="ECBD31"/>
      </a:accent3>
      <a:accent4>
        <a:srgbClr val="92CE4A"/>
      </a:accent4>
      <a:accent5>
        <a:srgbClr val="50CFB4"/>
      </a:accent5>
      <a:accent6>
        <a:srgbClr val="0D8EC5"/>
      </a:accent6>
      <a:hlink>
        <a:srgbClr val="EA5A0C"/>
      </a:hlink>
      <a:folHlink>
        <a:srgbClr val="F09D3A"/>
      </a:folHlink>
    </a:clrScheme>
    <a:fontScheme name="Estela de condensación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tela de condensación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Vapor Trail" id="{4FDF2955-7D9C-493C-B9F9-C205151B46CD}" vid="{FE1EB5C7-81A8-4CBA-AE6E-B3BF73DC3895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688</TotalTime>
  <Words>660</Words>
  <Application>Microsoft Office PowerPoint</Application>
  <PresentationFormat>Personalizado</PresentationFormat>
  <Paragraphs>221</Paragraphs>
  <Slides>24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24</vt:i4>
      </vt:variant>
    </vt:vector>
  </HeadingPairs>
  <TitlesOfParts>
    <vt:vector size="25" baseType="lpstr">
      <vt:lpstr>Estela de condensación</vt:lpstr>
      <vt:lpstr>Proyecto MeCuida</vt:lpstr>
      <vt:lpstr>Índice</vt:lpstr>
      <vt:lpstr>PLANIFICACIÓN de la calidad</vt:lpstr>
      <vt:lpstr>Planificación de la calidad</vt:lpstr>
      <vt:lpstr>PLAN DE GESTIÓN DE CALIDAD</vt:lpstr>
      <vt:lpstr>MÉTRICAS DE CALIDAD</vt:lpstr>
      <vt:lpstr>LISTAS DE VERIFICACIÓN</vt:lpstr>
      <vt:lpstr>PLAN DE MEJORAS DEL PROYECTO</vt:lpstr>
      <vt:lpstr>Índice</vt:lpstr>
      <vt:lpstr>Aseguramiento de calidad</vt:lpstr>
      <vt:lpstr>AUDITORÍAS</vt:lpstr>
      <vt:lpstr>Otras normativas</vt:lpstr>
      <vt:lpstr>Índice</vt:lpstr>
      <vt:lpstr>SOLICITUD DE CAMBIO</vt:lpstr>
      <vt:lpstr>Índice</vt:lpstr>
      <vt:lpstr>Planificación de los recursos humanos</vt:lpstr>
      <vt:lpstr>Planificación de los recursos humanos</vt:lpstr>
      <vt:lpstr>Planificación de los recursos humanos</vt:lpstr>
      <vt:lpstr>Índice</vt:lpstr>
      <vt:lpstr>Adquisición del equipo de trabajo</vt:lpstr>
      <vt:lpstr>Adquisición y desarrollo del equipo de trabajo</vt:lpstr>
      <vt:lpstr>Índice</vt:lpstr>
      <vt:lpstr>Dirección del equipo de proyecto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Proyecto MeCuida</dc:title>
  <dc:creator>Gallego Sánchez Adrián</dc:creator>
  <cp:lastModifiedBy>Arturo Paniagua</cp:lastModifiedBy>
  <cp:revision>71</cp:revision>
  <dcterms:created xsi:type="dcterms:W3CDTF">2018-11-10T15:50:50Z</dcterms:created>
  <dcterms:modified xsi:type="dcterms:W3CDTF">2018-11-20T23:38:41Z</dcterms:modified>
</cp:coreProperties>
</file>