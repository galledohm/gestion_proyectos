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4"/>
  </p:notesMasterIdLst>
  <p:sldIdLst>
    <p:sldId id="284" r:id="rId2"/>
    <p:sldId id="282" r:id="rId3"/>
  </p:sldIdLst>
  <p:sldSz cx="9144000" cy="6858000" type="screen4x3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D802"/>
    <a:srgbClr val="66E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308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2/27/2014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86200"/>
            <a:ext cx="9144000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9" rIns="91436" bIns="45719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87117"/>
            <a:ext cx="77724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99020"/>
            <a:ext cx="64008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2/27/2014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6"/>
            <a:ext cx="7772400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6"/>
            <a:ext cx="4041775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73052"/>
            <a:ext cx="3008313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5"/>
            <a:ext cx="5111750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435105"/>
            <a:ext cx="3008313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3"/>
            <a:ext cx="5486400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1"/>
            <a:ext cx="5486400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42"/>
            <a:ext cx="8229600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38428"/>
            <a:ext cx="8229600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2/27/2014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1" y="6356354"/>
            <a:ext cx="21336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2x2 Matrix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14236" y="2476337"/>
            <a:ext cx="461665" cy="2212785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800" smtClean="0">
                <a:latin typeface="Arial" pitchFamily="34" charset="0"/>
                <a:cs typeface="Arial" pitchFamily="34" charset="0"/>
              </a:rPr>
              <a:t>You can edit this text</a:t>
            </a: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Left-Up Arrow 3"/>
          <p:cNvSpPr/>
          <p:nvPr/>
        </p:nvSpPr>
        <p:spPr>
          <a:xfrm flipH="1">
            <a:off x="975901" y="1237027"/>
            <a:ext cx="7340515" cy="5029200"/>
          </a:xfrm>
          <a:prstGeom prst="leftUpArrow">
            <a:avLst>
              <a:gd name="adj1" fmla="val 4909"/>
              <a:gd name="adj2" fmla="val 5250"/>
              <a:gd name="adj3" fmla="val 6091"/>
            </a:avLst>
          </a:prstGeom>
          <a:gradFill flip="none" rotWithShape="1">
            <a:gsLst>
              <a:gs pos="18000">
                <a:schemeClr val="bg1">
                  <a:lumMod val="8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742808" y="3759289"/>
            <a:ext cx="2932207" cy="2044802"/>
            <a:chOff x="3427412" y="1524000"/>
            <a:chExt cx="2666850" cy="1981200"/>
          </a:xfrm>
        </p:grpSpPr>
        <p:sp>
          <p:nvSpPr>
            <p:cNvPr id="36" name="Rounded Rectangle 35"/>
            <p:cNvSpPr/>
            <p:nvPr/>
          </p:nvSpPr>
          <p:spPr>
            <a:xfrm>
              <a:off x="3427412" y="1524000"/>
              <a:ext cx="2666850" cy="1981200"/>
            </a:xfrm>
            <a:prstGeom prst="roundRect">
              <a:avLst>
                <a:gd name="adj" fmla="val 97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3568969" y="1655181"/>
              <a:ext cx="2383736" cy="1718840"/>
            </a:xfrm>
            <a:prstGeom prst="roundRect">
              <a:avLst>
                <a:gd name="adj" fmla="val 9700"/>
              </a:avLst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2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smtClean="0">
                  <a:latin typeface="Arial" pitchFamily="34" charset="0"/>
                  <a:cs typeface="Arial" pitchFamily="34" charset="0"/>
                </a:rPr>
                <a:t>Edit Text Here</a:t>
              </a:r>
              <a:endParaRPr lang="en-US" sz="2000" dirty="0" smtClean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3659101" y="6228020"/>
            <a:ext cx="2305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smtClean="0">
                <a:latin typeface="Arial" pitchFamily="34" charset="0"/>
                <a:cs typeface="Arial" pitchFamily="34" charset="0"/>
              </a:rPr>
              <a:t>You can edit this text</a:t>
            </a: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4808145" y="3760462"/>
            <a:ext cx="2932207" cy="2044802"/>
            <a:chOff x="3427412" y="1524000"/>
            <a:chExt cx="2666850" cy="1981200"/>
          </a:xfrm>
        </p:grpSpPr>
        <p:sp>
          <p:nvSpPr>
            <p:cNvPr id="44" name="Rounded Rectangle 43"/>
            <p:cNvSpPr/>
            <p:nvPr/>
          </p:nvSpPr>
          <p:spPr>
            <a:xfrm>
              <a:off x="3427412" y="1524000"/>
              <a:ext cx="2666850" cy="1981200"/>
            </a:xfrm>
            <a:prstGeom prst="roundRect">
              <a:avLst>
                <a:gd name="adj" fmla="val 9700"/>
              </a:avLst>
            </a:prstGeom>
            <a:solidFill>
              <a:srgbClr val="C0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3568969" y="1655181"/>
              <a:ext cx="2383736" cy="1718840"/>
            </a:xfrm>
            <a:prstGeom prst="roundRect">
              <a:avLst>
                <a:gd name="adj" fmla="val 9700"/>
              </a:avLst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2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latin typeface="Arial" pitchFamily="34" charset="0"/>
                  <a:cs typeface="Arial" pitchFamily="34" charset="0"/>
                </a:rPr>
                <a:t>Edit Text Here</a:t>
              </a:r>
              <a:endParaRPr lang="en-US" sz="2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1733574" y="1599049"/>
            <a:ext cx="2932207" cy="2044802"/>
            <a:chOff x="3427412" y="1524000"/>
            <a:chExt cx="2666850" cy="1981200"/>
          </a:xfrm>
        </p:grpSpPr>
        <p:sp>
          <p:nvSpPr>
            <p:cNvPr id="47" name="Rounded Rectangle 46"/>
            <p:cNvSpPr/>
            <p:nvPr/>
          </p:nvSpPr>
          <p:spPr>
            <a:xfrm>
              <a:off x="3427412" y="1524000"/>
              <a:ext cx="2666850" cy="1981200"/>
            </a:xfrm>
            <a:prstGeom prst="roundRect">
              <a:avLst>
                <a:gd name="adj" fmla="val 9700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3568969" y="1655181"/>
              <a:ext cx="2383736" cy="1718840"/>
            </a:xfrm>
            <a:prstGeom prst="roundRect">
              <a:avLst>
                <a:gd name="adj" fmla="val 9700"/>
              </a:avLst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2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smtClean="0">
                  <a:latin typeface="Arial" pitchFamily="34" charset="0"/>
                  <a:cs typeface="Arial" pitchFamily="34" charset="0"/>
                </a:rPr>
                <a:t>Edit Text Here</a:t>
              </a:r>
              <a:endParaRPr lang="en-US" sz="2000" dirty="0" smtClean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4798911" y="1600222"/>
            <a:ext cx="2932207" cy="2044802"/>
            <a:chOff x="3427412" y="1524000"/>
            <a:chExt cx="2666850" cy="1981200"/>
          </a:xfrm>
        </p:grpSpPr>
        <p:sp>
          <p:nvSpPr>
            <p:cNvPr id="50" name="Rounded Rectangle 49"/>
            <p:cNvSpPr/>
            <p:nvPr/>
          </p:nvSpPr>
          <p:spPr>
            <a:xfrm>
              <a:off x="3427412" y="1524000"/>
              <a:ext cx="2666850" cy="1981200"/>
            </a:xfrm>
            <a:prstGeom prst="roundRect">
              <a:avLst>
                <a:gd name="adj" fmla="val 9700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3568969" y="1655181"/>
              <a:ext cx="2383736" cy="1718840"/>
            </a:xfrm>
            <a:prstGeom prst="roundRect">
              <a:avLst>
                <a:gd name="adj" fmla="val 9700"/>
              </a:avLst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2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latin typeface="Arial" pitchFamily="34" charset="0"/>
                  <a:cs typeface="Arial" pitchFamily="34" charset="0"/>
                </a:rPr>
                <a:t>Edit Text Here</a:t>
              </a:r>
              <a:endParaRPr lang="en-US" sz="2000" dirty="0"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597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websites\free-power-point-templates\2012\logo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0408" y="3101616"/>
            <a:ext cx="1951712" cy="702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100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</Words>
  <Application>Microsoft Office PowerPoint</Application>
  <PresentationFormat>On-screen Show (4:3)</PresentationFormat>
  <Paragraphs>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2x2 Matrix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2014-02-21T02:04:43Z</dcterms:created>
  <dcterms:modified xsi:type="dcterms:W3CDTF">2014-02-27T19:01:29Z</dcterms:modified>
</cp:coreProperties>
</file>