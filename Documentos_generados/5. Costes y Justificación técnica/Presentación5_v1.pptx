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74"/>
  </p:normalViewPr>
  <p:slideViewPr>
    <p:cSldViewPr snapToGrid="0" snapToObjects="1">
      <p:cViewPr>
        <p:scale>
          <a:sx n="100" d="100"/>
          <a:sy n="100" d="100"/>
        </p:scale>
        <p:origin x="-17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</a:t>
          </a:r>
          <a:r>
            <a:rPr lang="es-ES" dirty="0" smtClean="0"/>
            <a:t>costes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 smtClean="0"/>
            <a:t>Estimación de costes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 smtClean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 smtClean="0"/>
            <a:t>Justificación técnica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 smtClean="0"/>
            <a:t>Equipo empleado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 smtClean="0"/>
            <a:t>Costes</a:t>
          </a:r>
          <a:endParaRPr lang="es-ES" dirty="0"/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 smtClean="0"/>
            <a:t>Estrategias seguidas</a:t>
          </a:r>
          <a:endParaRPr lang="es-ES" dirty="0"/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FD8A382-EEF4-4079-9569-4DF00CDC88CB}">
      <dgm:prSet/>
      <dgm:spPr/>
      <dgm:t>
        <a:bodyPr/>
        <a:lstStyle/>
        <a:p>
          <a:endParaRPr lang="es-ES"/>
        </a:p>
      </dgm:t>
    </dgm:pt>
    <dgm:pt modelId="{9BC0FED0-9B37-4E3E-8ABB-9DBE5DCE2DB8}" type="parTrans" cxnId="{50FBFD31-91C6-428D-8C4A-5D7F5320371E}">
      <dgm:prSet/>
      <dgm:spPr/>
      <dgm:t>
        <a:bodyPr/>
        <a:lstStyle/>
        <a:p>
          <a:endParaRPr lang="es-ES"/>
        </a:p>
      </dgm:t>
    </dgm:pt>
    <dgm:pt modelId="{A95B7FC9-C527-4756-8334-CC3DC6A19CB0}" type="sibTrans" cxnId="{50FBFD31-91C6-428D-8C4A-5D7F5320371E}">
      <dgm:prSet/>
      <dgm:spPr/>
      <dgm:t>
        <a:bodyPr/>
        <a:lstStyle/>
        <a:p>
          <a:endParaRPr lang="es-ES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 smtClean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 smtClean="0"/>
            <a:t>¿Recursos?</a:t>
          </a:r>
          <a:endParaRPr lang="es-ES" dirty="0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 smtClean="0"/>
            <a:t>Equipo de pruebas</a:t>
          </a:r>
          <a:endParaRPr lang="es-ES" dirty="0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620C11D2-E776-424C-A0E7-2D5D207CD68A}">
      <dgm:prSet/>
      <dgm:spPr/>
      <dgm:t>
        <a:bodyPr/>
        <a:lstStyle/>
        <a:p>
          <a:endParaRPr lang="es-ES"/>
        </a:p>
      </dgm:t>
    </dgm:pt>
    <dgm:pt modelId="{2EA1011A-D8C2-4AC6-80C1-15F7A5C42BC5}" type="parTrans" cxnId="{C1270F3C-6A06-4D77-ADFF-C6533793639F}">
      <dgm:prSet/>
      <dgm:spPr/>
      <dgm:t>
        <a:bodyPr/>
        <a:lstStyle/>
        <a:p>
          <a:endParaRPr lang="es-ES"/>
        </a:p>
      </dgm:t>
    </dgm:pt>
    <dgm:pt modelId="{886E0B34-87C7-4833-B3E0-0DFCD62A7046}" type="sibTrans" cxnId="{C1270F3C-6A06-4D77-ADFF-C6533793639F}">
      <dgm:prSet/>
      <dgm:spPr/>
      <dgm:t>
        <a:bodyPr/>
        <a:lstStyle/>
        <a:p>
          <a:endParaRPr lang="es-ES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 smtClean="0"/>
            <a:t>Integración en el entorno</a:t>
          </a:r>
          <a:endParaRPr lang="es-ES" dirty="0"/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3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3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11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3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1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3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11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3"/>
      <dgm:spPr/>
      <dgm:t>
        <a:bodyPr/>
        <a:lstStyle/>
        <a:p>
          <a:endParaRPr lang="es-ES"/>
        </a:p>
      </dgm:t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11"/>
      <dgm:spPr/>
    </dgm:pt>
    <dgm:pt modelId="{6BD722AD-71BD-4044-AA28-41182ED4FF74}" type="pres">
      <dgm:prSet presAssocID="{100015F2-99E1-461E-9C5B-CB395F0D238B}" presName="vertSpace2b" presStyleCnt="0"/>
      <dgm:spPr/>
    </dgm:pt>
    <dgm:pt modelId="{5A515698-B144-48B8-8DBB-2A8CE6B57F3B}" type="pres">
      <dgm:prSet presAssocID="{1FD8A382-EEF4-4079-9569-4DF00CDC88CB}" presName="horz2" presStyleCnt="0"/>
      <dgm:spPr/>
    </dgm:pt>
    <dgm:pt modelId="{DE266492-F61D-413F-BD4A-74FEF6D2DF73}" type="pres">
      <dgm:prSet presAssocID="{1FD8A382-EEF4-4079-9569-4DF00CDC88CB}" presName="horzSpace2" presStyleCnt="0"/>
      <dgm:spPr/>
    </dgm:pt>
    <dgm:pt modelId="{9308DB38-4970-4A20-9F61-C3A2638A2E36}" type="pres">
      <dgm:prSet presAssocID="{1FD8A382-EEF4-4079-9569-4DF00CDC88CB}" presName="tx2" presStyleLbl="revTx" presStyleIdx="5" presStyleCnt="13"/>
      <dgm:spPr/>
    </dgm:pt>
    <dgm:pt modelId="{73EDCD6C-635E-4CE8-B224-DBD43E9C4CD1}" type="pres">
      <dgm:prSet presAssocID="{1FD8A382-EEF4-4079-9569-4DF00CDC88CB}" presName="vert2" presStyleCnt="0"/>
      <dgm:spPr/>
    </dgm:pt>
    <dgm:pt modelId="{C6956A27-261C-46A9-8674-2B56FE3C66F2}" type="pres">
      <dgm:prSet presAssocID="{1FD8A382-EEF4-4079-9569-4DF00CDC88CB}" presName="thinLine2b" presStyleLbl="callout" presStyleIdx="4" presStyleCnt="11"/>
      <dgm:spPr/>
    </dgm:pt>
    <dgm:pt modelId="{67C79E3C-8482-438A-BE11-675D37659145}" type="pres">
      <dgm:prSet presAssocID="{1FD8A382-EEF4-4079-9569-4DF00CDC88C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X="-891" custLinFactNeighborY="-14171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6" presStyleCnt="13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7" presStyleCnt="13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5" presStyleCnt="11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8" presStyleCnt="13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6" presStyleCnt="11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9" presStyleCnt="13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7" presStyleCnt="11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10" presStyleCnt="13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8" presStyleCnt="11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1" presStyleCnt="13"/>
      <dgm:spPr/>
      <dgm:t>
        <a:bodyPr/>
        <a:lstStyle/>
        <a:p>
          <a:endParaRPr lang="es-ES"/>
        </a:p>
      </dgm:t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9" presStyleCnt="11"/>
      <dgm:spPr/>
    </dgm:pt>
    <dgm:pt modelId="{5A8D5B76-4C61-4B02-978D-C6BD544986ED}" type="pres">
      <dgm:prSet presAssocID="{C408151F-FF08-4352-8C80-D40A883F9969}" presName="vertSpace2b" presStyleCnt="0"/>
      <dgm:spPr/>
    </dgm:pt>
    <dgm:pt modelId="{6DBEF5B6-D027-42C4-BFBA-E18EABF16E00}" type="pres">
      <dgm:prSet presAssocID="{620C11D2-E776-424C-A0E7-2D5D207CD68A}" presName="horz2" presStyleCnt="0"/>
      <dgm:spPr/>
    </dgm:pt>
    <dgm:pt modelId="{CACDE376-02CE-4C5E-AAE0-7856032B94F0}" type="pres">
      <dgm:prSet presAssocID="{620C11D2-E776-424C-A0E7-2D5D207CD68A}" presName="horzSpace2" presStyleCnt="0"/>
      <dgm:spPr/>
    </dgm:pt>
    <dgm:pt modelId="{B2A21B0A-2559-424B-B069-8CBAE5E51A87}" type="pres">
      <dgm:prSet presAssocID="{620C11D2-E776-424C-A0E7-2D5D207CD68A}" presName="tx2" presStyleLbl="revTx" presStyleIdx="12" presStyleCnt="13"/>
      <dgm:spPr/>
    </dgm:pt>
    <dgm:pt modelId="{F8CC7E2B-12FF-490E-BB23-9BD566F211B3}" type="pres">
      <dgm:prSet presAssocID="{620C11D2-E776-424C-A0E7-2D5D207CD68A}" presName="vert2" presStyleCnt="0"/>
      <dgm:spPr/>
    </dgm:pt>
    <dgm:pt modelId="{68980BAC-3A92-485E-83D8-545E369921C1}" type="pres">
      <dgm:prSet presAssocID="{620C11D2-E776-424C-A0E7-2D5D207CD68A}" presName="thinLine2b" presStyleLbl="callout" presStyleIdx="10" presStyleCnt="11"/>
      <dgm:spPr/>
    </dgm:pt>
    <dgm:pt modelId="{772E65FD-BC39-4E10-AC3C-D165CE01488C}" type="pres">
      <dgm:prSet presAssocID="{620C11D2-E776-424C-A0E7-2D5D207CD68A}" presName="vertSpace2b" presStyleCnt="0"/>
      <dgm:spPr/>
    </dgm:pt>
  </dgm:ptLst>
  <dgm:cxnLst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BD37AD1D-2447-4BBF-AECA-05276A4AB4C4}" type="presOf" srcId="{100015F2-99E1-461E-9C5B-CB395F0D238B}" destId="{4105AE7B-4FF7-483C-9AE1-8E3B50452022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33CC65C3-C4EB-41E4-8691-33D715ECE0B7}" type="presOf" srcId="{620C11D2-E776-424C-A0E7-2D5D207CD68A}" destId="{B2A21B0A-2559-424B-B069-8CBAE5E51A87}" srcOrd="0" destOrd="0" presId="urn:microsoft.com/office/officeart/2008/layout/LinedList"/>
    <dgm:cxn modelId="{A8D8B6B8-B1A7-4FEE-99A4-06E0BA6E894A}" type="presOf" srcId="{C408151F-FF08-4352-8C80-D40A883F9969}" destId="{BC711DF3-B847-410F-97A6-BD08272462FE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D2A6DCA7-92F9-455A-8BE8-AE5D07E4DE3F}" type="presOf" srcId="{1FD8A382-EEF4-4079-9569-4DF00CDC88CB}" destId="{9308DB38-4970-4A20-9F61-C3A2638A2E36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C1270F3C-6A06-4D77-ADFF-C6533793639F}" srcId="{A00DC1EC-B999-A640-8654-4E50ABDDE020}" destId="{620C11D2-E776-424C-A0E7-2D5D207CD68A}" srcOrd="5" destOrd="0" parTransId="{2EA1011A-D8C2-4AC6-80C1-15F7A5C42BC5}" sibTransId="{886E0B34-87C7-4833-B3E0-0DFCD62A7046}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50FBFD31-91C6-428D-8C4A-5D7F5320371E}" srcId="{D1D10F65-8C36-4800-AD9D-4A75930380A4}" destId="{1FD8A382-EEF4-4079-9569-4DF00CDC88CB}" srcOrd="4" destOrd="0" parTransId="{9BC0FED0-9B37-4E3E-8ABB-9DBE5DCE2DB8}" sibTransId="{A95B7FC9-C527-4756-8334-CC3DC6A19CB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AE6D67E2-FA0E-4B5F-8635-2EF73B431210}" type="presParOf" srcId="{162AB6D4-F395-4B55-9519-21B610CC0382}" destId="{D59C0278-DE41-4AAD-9EF9-7AEC556EDAE3}" srcOrd="10" destOrd="0" presId="urn:microsoft.com/office/officeart/2008/layout/LinedList"/>
    <dgm:cxn modelId="{CD846359-CFF8-4F36-A317-19BFFD377322}" type="presParOf" srcId="{D59C0278-DE41-4AAD-9EF9-7AEC556EDAE3}" destId="{33B6C96C-9A76-4F78-AA5F-493F55717075}" srcOrd="0" destOrd="0" presId="urn:microsoft.com/office/officeart/2008/layout/LinedList"/>
    <dgm:cxn modelId="{26E1BB60-C5D7-4D96-9037-4B02688F05A2}" type="presParOf" srcId="{D59C0278-DE41-4AAD-9EF9-7AEC556EDAE3}" destId="{4105AE7B-4FF7-483C-9AE1-8E3B50452022}" srcOrd="1" destOrd="0" presId="urn:microsoft.com/office/officeart/2008/layout/LinedList"/>
    <dgm:cxn modelId="{E7B9A4D6-49B1-44D6-85FA-1BBC928F1876}" type="presParOf" srcId="{D59C0278-DE41-4AAD-9EF9-7AEC556EDAE3}" destId="{0B900678-F3B9-400F-BF18-9132BF217E94}" srcOrd="2" destOrd="0" presId="urn:microsoft.com/office/officeart/2008/layout/LinedList"/>
    <dgm:cxn modelId="{55163ADD-C591-4201-B455-4E91F6F48649}" type="presParOf" srcId="{162AB6D4-F395-4B55-9519-21B610CC0382}" destId="{4F894A1B-29F8-434C-97EC-0B52CCF81AA7}" srcOrd="11" destOrd="0" presId="urn:microsoft.com/office/officeart/2008/layout/LinedList"/>
    <dgm:cxn modelId="{72EE852C-04FB-4618-B6F3-4B00A8EC3CF3}" type="presParOf" srcId="{162AB6D4-F395-4B55-9519-21B610CC0382}" destId="{6BD722AD-71BD-4044-AA28-41182ED4FF74}" srcOrd="12" destOrd="0" presId="urn:microsoft.com/office/officeart/2008/layout/LinedList"/>
    <dgm:cxn modelId="{7AF6A7EC-7699-4F8B-A969-402F72FAA5FA}" type="presParOf" srcId="{162AB6D4-F395-4B55-9519-21B610CC0382}" destId="{5A515698-B144-48B8-8DBB-2A8CE6B57F3B}" srcOrd="13" destOrd="0" presId="urn:microsoft.com/office/officeart/2008/layout/LinedList"/>
    <dgm:cxn modelId="{8E8A580F-610C-4FD2-A103-3E7D4DF3DDE0}" type="presParOf" srcId="{5A515698-B144-48B8-8DBB-2A8CE6B57F3B}" destId="{DE266492-F61D-413F-BD4A-74FEF6D2DF73}" srcOrd="0" destOrd="0" presId="urn:microsoft.com/office/officeart/2008/layout/LinedList"/>
    <dgm:cxn modelId="{BF973AC2-63A6-4750-89C7-217E6B8ABC22}" type="presParOf" srcId="{5A515698-B144-48B8-8DBB-2A8CE6B57F3B}" destId="{9308DB38-4970-4A20-9F61-C3A2638A2E36}" srcOrd="1" destOrd="0" presId="urn:microsoft.com/office/officeart/2008/layout/LinedList"/>
    <dgm:cxn modelId="{52F255B2-DB79-4B99-9310-B0B59F501207}" type="presParOf" srcId="{5A515698-B144-48B8-8DBB-2A8CE6B57F3B}" destId="{73EDCD6C-635E-4CE8-B224-DBD43E9C4CD1}" srcOrd="2" destOrd="0" presId="urn:microsoft.com/office/officeart/2008/layout/LinedList"/>
    <dgm:cxn modelId="{E665F982-75C5-45D1-91D6-6F17DFB66C41}" type="presParOf" srcId="{162AB6D4-F395-4B55-9519-21B610CC0382}" destId="{C6956A27-261C-46A9-8674-2B56FE3C66F2}" srcOrd="14" destOrd="0" presId="urn:microsoft.com/office/officeart/2008/layout/LinedList"/>
    <dgm:cxn modelId="{7F25A0B7-95F9-44E4-A308-CAF0C4272CD7}" type="presParOf" srcId="{162AB6D4-F395-4B55-9519-21B610CC0382}" destId="{67C79E3C-8482-438A-BE11-675D37659145}" srcOrd="15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9B34ADC6-671C-481A-96D2-2635AE307A96}" type="presParOf" srcId="{84783DB1-8E64-8549-92F0-B23833CEE8B0}" destId="{64D63656-2D6F-44B7-A17E-7A3CBEE7F6DA}" srcOrd="13" destOrd="0" presId="urn:microsoft.com/office/officeart/2008/layout/LinedList"/>
    <dgm:cxn modelId="{602066A2-2392-48B6-933C-0ABE5B8321E5}" type="presParOf" srcId="{64D63656-2D6F-44B7-A17E-7A3CBEE7F6DA}" destId="{BA27F77E-6FAA-4129-8F54-23B3AF730E67}" srcOrd="0" destOrd="0" presId="urn:microsoft.com/office/officeart/2008/layout/LinedList"/>
    <dgm:cxn modelId="{3EE9CA9F-4C88-4DF2-8DB1-7D539B142876}" type="presParOf" srcId="{64D63656-2D6F-44B7-A17E-7A3CBEE7F6DA}" destId="{BC711DF3-B847-410F-97A6-BD08272462FE}" srcOrd="1" destOrd="0" presId="urn:microsoft.com/office/officeart/2008/layout/LinedList"/>
    <dgm:cxn modelId="{AB16F205-4DE1-4175-A908-449C62CD094D}" type="presParOf" srcId="{64D63656-2D6F-44B7-A17E-7A3CBEE7F6DA}" destId="{23055440-F2E5-4E3C-ACF9-9BC6F7030A1B}" srcOrd="2" destOrd="0" presId="urn:microsoft.com/office/officeart/2008/layout/LinedList"/>
    <dgm:cxn modelId="{60DB5956-3297-4C55-BB1A-F4A7EA513F17}" type="presParOf" srcId="{84783DB1-8E64-8549-92F0-B23833CEE8B0}" destId="{69ED304A-CB44-4E6C-BBDB-3F29796AD7FA}" srcOrd="14" destOrd="0" presId="urn:microsoft.com/office/officeart/2008/layout/LinedList"/>
    <dgm:cxn modelId="{3B46E811-703E-4326-8389-5CA957395A55}" type="presParOf" srcId="{84783DB1-8E64-8549-92F0-B23833CEE8B0}" destId="{5A8D5B76-4C61-4B02-978D-C6BD544986ED}" srcOrd="15" destOrd="0" presId="urn:microsoft.com/office/officeart/2008/layout/LinedList"/>
    <dgm:cxn modelId="{EDEDC508-097C-4509-BD64-CFD67364BAFC}" type="presParOf" srcId="{84783DB1-8E64-8549-92F0-B23833CEE8B0}" destId="{6DBEF5B6-D027-42C4-BFBA-E18EABF16E00}" srcOrd="16" destOrd="0" presId="urn:microsoft.com/office/officeart/2008/layout/LinedList"/>
    <dgm:cxn modelId="{7C69444A-5ED6-42E8-B195-9FAF7A16A27C}" type="presParOf" srcId="{6DBEF5B6-D027-42C4-BFBA-E18EABF16E00}" destId="{CACDE376-02CE-4C5E-AAE0-7856032B94F0}" srcOrd="0" destOrd="0" presId="urn:microsoft.com/office/officeart/2008/layout/LinedList"/>
    <dgm:cxn modelId="{BC763ED3-2A8C-4715-879F-7F3A15D7E5FD}" type="presParOf" srcId="{6DBEF5B6-D027-42C4-BFBA-E18EABF16E00}" destId="{B2A21B0A-2559-424B-B069-8CBAE5E51A87}" srcOrd="1" destOrd="0" presId="urn:microsoft.com/office/officeart/2008/layout/LinedList"/>
    <dgm:cxn modelId="{0F897DD1-9B90-4AF0-B817-D15328CE2D91}" type="presParOf" srcId="{6DBEF5B6-D027-42C4-BFBA-E18EABF16E00}" destId="{F8CC7E2B-12FF-490E-BB23-9BD566F211B3}" srcOrd="2" destOrd="0" presId="urn:microsoft.com/office/officeart/2008/layout/LinedList"/>
    <dgm:cxn modelId="{2C43E2CC-308E-43BF-8B3B-3FF8B0A5B258}" type="presParOf" srcId="{84783DB1-8E64-8549-92F0-B23833CEE8B0}" destId="{68980BAC-3A92-485E-83D8-545E369921C1}" srcOrd="17" destOrd="0" presId="urn:microsoft.com/office/officeart/2008/layout/LinedList"/>
    <dgm:cxn modelId="{D4A2DBC7-25BC-408A-8EC9-E13E27DB0380}" type="presParOf" srcId="{84783DB1-8E64-8549-92F0-B23833CEE8B0}" destId="{772E65FD-BC39-4E10-AC3C-D165CE01488C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</a:t>
          </a:r>
          <a:r>
            <a:rPr lang="es-ES" dirty="0" smtClean="0"/>
            <a:t>costes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 smtClean="0"/>
            <a:t>Estimación de costes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 smtClean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 smtClean="0"/>
            <a:t>Justificación técnica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 smtClean="0"/>
            <a:t>Equipo empleado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 smtClean="0"/>
            <a:t>Costes</a:t>
          </a:r>
          <a:endParaRPr lang="es-ES" dirty="0"/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 smtClean="0"/>
            <a:t>Estrategias seguidas</a:t>
          </a:r>
          <a:endParaRPr lang="es-ES" dirty="0"/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FD8A382-EEF4-4079-9569-4DF00CDC88CB}">
      <dgm:prSet/>
      <dgm:spPr/>
      <dgm:t>
        <a:bodyPr/>
        <a:lstStyle/>
        <a:p>
          <a:endParaRPr lang="es-ES"/>
        </a:p>
      </dgm:t>
    </dgm:pt>
    <dgm:pt modelId="{9BC0FED0-9B37-4E3E-8ABB-9DBE5DCE2DB8}" type="parTrans" cxnId="{50FBFD31-91C6-428D-8C4A-5D7F5320371E}">
      <dgm:prSet/>
      <dgm:spPr/>
      <dgm:t>
        <a:bodyPr/>
        <a:lstStyle/>
        <a:p>
          <a:endParaRPr lang="es-ES"/>
        </a:p>
      </dgm:t>
    </dgm:pt>
    <dgm:pt modelId="{A95B7FC9-C527-4756-8334-CC3DC6A19CB0}" type="sibTrans" cxnId="{50FBFD31-91C6-428D-8C4A-5D7F5320371E}">
      <dgm:prSet/>
      <dgm:spPr/>
      <dgm:t>
        <a:bodyPr/>
        <a:lstStyle/>
        <a:p>
          <a:endParaRPr lang="es-ES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 smtClean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 smtClean="0"/>
            <a:t>¿Recursos?</a:t>
          </a:r>
          <a:endParaRPr lang="es-ES" dirty="0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 smtClean="0"/>
            <a:t>Equipo de pruebas</a:t>
          </a:r>
          <a:endParaRPr lang="es-ES" dirty="0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620C11D2-E776-424C-A0E7-2D5D207CD68A}">
      <dgm:prSet/>
      <dgm:spPr/>
      <dgm:t>
        <a:bodyPr/>
        <a:lstStyle/>
        <a:p>
          <a:endParaRPr lang="es-ES"/>
        </a:p>
      </dgm:t>
    </dgm:pt>
    <dgm:pt modelId="{2EA1011A-D8C2-4AC6-80C1-15F7A5C42BC5}" type="parTrans" cxnId="{C1270F3C-6A06-4D77-ADFF-C6533793639F}">
      <dgm:prSet/>
      <dgm:spPr/>
      <dgm:t>
        <a:bodyPr/>
        <a:lstStyle/>
        <a:p>
          <a:endParaRPr lang="es-ES"/>
        </a:p>
      </dgm:t>
    </dgm:pt>
    <dgm:pt modelId="{886E0B34-87C7-4833-B3E0-0DFCD62A7046}" type="sibTrans" cxnId="{C1270F3C-6A06-4D77-ADFF-C6533793639F}">
      <dgm:prSet/>
      <dgm:spPr/>
      <dgm:t>
        <a:bodyPr/>
        <a:lstStyle/>
        <a:p>
          <a:endParaRPr lang="es-ES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 smtClean="0"/>
            <a:t>Integración en el entorno</a:t>
          </a:r>
          <a:endParaRPr lang="es-ES" dirty="0"/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3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3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11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3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1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3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11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3"/>
      <dgm:spPr/>
      <dgm:t>
        <a:bodyPr/>
        <a:lstStyle/>
        <a:p>
          <a:endParaRPr lang="es-ES"/>
        </a:p>
      </dgm:t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11"/>
      <dgm:spPr/>
    </dgm:pt>
    <dgm:pt modelId="{6BD722AD-71BD-4044-AA28-41182ED4FF74}" type="pres">
      <dgm:prSet presAssocID="{100015F2-99E1-461E-9C5B-CB395F0D238B}" presName="vertSpace2b" presStyleCnt="0"/>
      <dgm:spPr/>
    </dgm:pt>
    <dgm:pt modelId="{5A515698-B144-48B8-8DBB-2A8CE6B57F3B}" type="pres">
      <dgm:prSet presAssocID="{1FD8A382-EEF4-4079-9569-4DF00CDC88CB}" presName="horz2" presStyleCnt="0"/>
      <dgm:spPr/>
    </dgm:pt>
    <dgm:pt modelId="{DE266492-F61D-413F-BD4A-74FEF6D2DF73}" type="pres">
      <dgm:prSet presAssocID="{1FD8A382-EEF4-4079-9569-4DF00CDC88CB}" presName="horzSpace2" presStyleCnt="0"/>
      <dgm:spPr/>
    </dgm:pt>
    <dgm:pt modelId="{9308DB38-4970-4A20-9F61-C3A2638A2E36}" type="pres">
      <dgm:prSet presAssocID="{1FD8A382-EEF4-4079-9569-4DF00CDC88CB}" presName="tx2" presStyleLbl="revTx" presStyleIdx="5" presStyleCnt="13"/>
      <dgm:spPr/>
    </dgm:pt>
    <dgm:pt modelId="{73EDCD6C-635E-4CE8-B224-DBD43E9C4CD1}" type="pres">
      <dgm:prSet presAssocID="{1FD8A382-EEF4-4079-9569-4DF00CDC88CB}" presName="vert2" presStyleCnt="0"/>
      <dgm:spPr/>
    </dgm:pt>
    <dgm:pt modelId="{C6956A27-261C-46A9-8674-2B56FE3C66F2}" type="pres">
      <dgm:prSet presAssocID="{1FD8A382-EEF4-4079-9569-4DF00CDC88CB}" presName="thinLine2b" presStyleLbl="callout" presStyleIdx="4" presStyleCnt="11"/>
      <dgm:spPr/>
    </dgm:pt>
    <dgm:pt modelId="{67C79E3C-8482-438A-BE11-675D37659145}" type="pres">
      <dgm:prSet presAssocID="{1FD8A382-EEF4-4079-9569-4DF00CDC88C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X="-891" custLinFactNeighborY="-14171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6" presStyleCnt="13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7" presStyleCnt="13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5" presStyleCnt="11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8" presStyleCnt="13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6" presStyleCnt="11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9" presStyleCnt="13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7" presStyleCnt="11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10" presStyleCnt="13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8" presStyleCnt="11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1" presStyleCnt="13"/>
      <dgm:spPr/>
      <dgm:t>
        <a:bodyPr/>
        <a:lstStyle/>
        <a:p>
          <a:endParaRPr lang="es-ES"/>
        </a:p>
      </dgm:t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9" presStyleCnt="11"/>
      <dgm:spPr/>
    </dgm:pt>
    <dgm:pt modelId="{5A8D5B76-4C61-4B02-978D-C6BD544986ED}" type="pres">
      <dgm:prSet presAssocID="{C408151F-FF08-4352-8C80-D40A883F9969}" presName="vertSpace2b" presStyleCnt="0"/>
      <dgm:spPr/>
    </dgm:pt>
    <dgm:pt modelId="{6DBEF5B6-D027-42C4-BFBA-E18EABF16E00}" type="pres">
      <dgm:prSet presAssocID="{620C11D2-E776-424C-A0E7-2D5D207CD68A}" presName="horz2" presStyleCnt="0"/>
      <dgm:spPr/>
    </dgm:pt>
    <dgm:pt modelId="{CACDE376-02CE-4C5E-AAE0-7856032B94F0}" type="pres">
      <dgm:prSet presAssocID="{620C11D2-E776-424C-A0E7-2D5D207CD68A}" presName="horzSpace2" presStyleCnt="0"/>
      <dgm:spPr/>
    </dgm:pt>
    <dgm:pt modelId="{B2A21B0A-2559-424B-B069-8CBAE5E51A87}" type="pres">
      <dgm:prSet presAssocID="{620C11D2-E776-424C-A0E7-2D5D207CD68A}" presName="tx2" presStyleLbl="revTx" presStyleIdx="12" presStyleCnt="13"/>
      <dgm:spPr/>
    </dgm:pt>
    <dgm:pt modelId="{F8CC7E2B-12FF-490E-BB23-9BD566F211B3}" type="pres">
      <dgm:prSet presAssocID="{620C11D2-E776-424C-A0E7-2D5D207CD68A}" presName="vert2" presStyleCnt="0"/>
      <dgm:spPr/>
    </dgm:pt>
    <dgm:pt modelId="{68980BAC-3A92-485E-83D8-545E369921C1}" type="pres">
      <dgm:prSet presAssocID="{620C11D2-E776-424C-A0E7-2D5D207CD68A}" presName="thinLine2b" presStyleLbl="callout" presStyleIdx="10" presStyleCnt="11"/>
      <dgm:spPr/>
    </dgm:pt>
    <dgm:pt modelId="{772E65FD-BC39-4E10-AC3C-D165CE01488C}" type="pres">
      <dgm:prSet presAssocID="{620C11D2-E776-424C-A0E7-2D5D207CD68A}" presName="vertSpace2b" presStyleCnt="0"/>
      <dgm:spPr/>
    </dgm:pt>
  </dgm:ptLst>
  <dgm:cxnLst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09E972B8-90E1-4CAB-8307-DCFD1715906E}" type="presOf" srcId="{4D7DCE72-F1C7-3648-B096-B3BF2FA1BA56}" destId="{F1E3A902-B27E-4D1E-9D62-838DBF77570E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60D561CD-346A-440C-BA6D-18A9D1E602F5}" type="presOf" srcId="{5B536FDF-F2F3-4D05-AF9A-89E79C92380B}" destId="{EDBBCE88-88E0-4C06-BA01-B4EFB6C685E1}" srcOrd="0" destOrd="0" presId="urn:microsoft.com/office/officeart/2008/layout/LinedList"/>
    <dgm:cxn modelId="{499DD387-599A-457A-82B2-D5F8B61FE3BC}" type="presOf" srcId="{9C0C5B6B-88B0-0644-95CC-DA013289C236}" destId="{520D1D2C-1114-41BF-8F7E-61F71B01A781}" srcOrd="0" destOrd="0" presId="urn:microsoft.com/office/officeart/2008/layout/LinedList"/>
    <dgm:cxn modelId="{06246E8E-70C6-4214-8CE7-50ACCE17C9B2}" type="presOf" srcId="{1FD8A382-EEF4-4079-9569-4DF00CDC88CB}" destId="{9308DB38-4970-4A20-9F61-C3A2638A2E36}" srcOrd="0" destOrd="0" presId="urn:microsoft.com/office/officeart/2008/layout/LinedList"/>
    <dgm:cxn modelId="{A79500A2-A681-4F08-87C9-2EB791E5DA1E}" type="presOf" srcId="{100015F2-99E1-461E-9C5B-CB395F0D238B}" destId="{4105AE7B-4FF7-483C-9AE1-8E3B50452022}" srcOrd="0" destOrd="0" presId="urn:microsoft.com/office/officeart/2008/layout/LinedList"/>
    <dgm:cxn modelId="{823D9188-958F-467D-B538-54322C2DEEE7}" type="presOf" srcId="{3440283F-7B94-41E1-A678-109BA5967928}" destId="{1AB85A7C-0FFD-4546-B83C-987E91EDF1C9}" srcOrd="0" destOrd="0" presId="urn:microsoft.com/office/officeart/2008/layout/LinedList"/>
    <dgm:cxn modelId="{12C78064-7BB2-4D12-B0E8-BABF2751BABD}" type="presOf" srcId="{D1D10F65-8C36-4800-AD9D-4A75930380A4}" destId="{792A15AE-68CB-4B5E-A488-D8B2430819E0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D3DFBF32-AC45-4AEC-9271-192E939DA6CC}" type="presOf" srcId="{C408151F-FF08-4352-8C80-D40A883F9969}" destId="{BC711DF3-B847-410F-97A6-BD08272462FE}" srcOrd="0" destOrd="0" presId="urn:microsoft.com/office/officeart/2008/layout/LinedList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063A7FBB-F028-4CE9-93D2-FFA59580D9E2}" type="presOf" srcId="{D206AD7D-6FCF-BA4A-A881-D49C0A782FC3}" destId="{70B24025-E2C6-417F-99E1-3AE2064C772D}" srcOrd="0" destOrd="0" presId="urn:microsoft.com/office/officeart/2008/layout/LinedList"/>
    <dgm:cxn modelId="{D26D08F2-519C-4B40-91A4-26CEA9A44B35}" type="presOf" srcId="{C067AB59-C7C5-C74B-8B60-2FA743781E39}" destId="{CECABC1D-D0D2-4346-AB17-5BDF3AE0B320}" srcOrd="0" destOrd="0" presId="urn:microsoft.com/office/officeart/2008/layout/LinedList"/>
    <dgm:cxn modelId="{4442E0DD-B0C5-463B-85FC-DD4C86497FE6}" type="presOf" srcId="{C3CE8D9A-2F5F-E04C-AF81-B61DA3187B58}" destId="{A4615577-DB07-0E46-BAD9-752076C1E8EB}" srcOrd="0" destOrd="0" presId="urn:microsoft.com/office/officeart/2008/layout/LinedList"/>
    <dgm:cxn modelId="{DB1333D2-3967-4FFA-8FBA-2F80FE1CD1F8}" type="presOf" srcId="{620C11D2-E776-424C-A0E7-2D5D207CD68A}" destId="{B2A21B0A-2559-424B-B069-8CBAE5E51A87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C1270F3C-6A06-4D77-ADFF-C6533793639F}" srcId="{A00DC1EC-B999-A640-8654-4E50ABDDE020}" destId="{620C11D2-E776-424C-A0E7-2D5D207CD68A}" srcOrd="5" destOrd="0" parTransId="{2EA1011A-D8C2-4AC6-80C1-15F7A5C42BC5}" sibTransId="{886E0B34-87C7-4833-B3E0-0DFCD62A7046}"/>
    <dgm:cxn modelId="{A447AB7F-39DA-4DC3-A3FB-A9E51521FD52}" type="presOf" srcId="{A00DC1EC-B999-A640-8654-4E50ABDDE020}" destId="{9891002C-403A-A043-B663-E6FEB51C2557}" srcOrd="0" destOrd="0" presId="urn:microsoft.com/office/officeart/2008/layout/LinedList"/>
    <dgm:cxn modelId="{50FBFD31-91C6-428D-8C4A-5D7F5320371E}" srcId="{D1D10F65-8C36-4800-AD9D-4A75930380A4}" destId="{1FD8A382-EEF4-4079-9569-4DF00CDC88CB}" srcOrd="4" destOrd="0" parTransId="{9BC0FED0-9B37-4E3E-8ABB-9DBE5DCE2DB8}" sibTransId="{A95B7FC9-C527-4756-8334-CC3DC6A19CB0}"/>
    <dgm:cxn modelId="{5A8D58F9-DBC1-4363-BF74-203E8EC87F07}" type="presOf" srcId="{EA05A323-1CD6-E844-BD1C-19A2225C0340}" destId="{821592CB-BF1E-40A4-88FF-532C668728A8}" srcOrd="0" destOrd="0" presId="urn:microsoft.com/office/officeart/2008/layout/LinedList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20E5B85-308A-4E30-9CA3-8215DA1BE973}" type="presParOf" srcId="{A4615577-DB07-0E46-BAD9-752076C1E8EB}" destId="{4324E71C-51E4-4FFA-9638-472734009553}" srcOrd="0" destOrd="0" presId="urn:microsoft.com/office/officeart/2008/layout/LinedList"/>
    <dgm:cxn modelId="{E8DD52F4-AA63-45BB-A9AD-47249DE30241}" type="presParOf" srcId="{A4615577-DB07-0E46-BAD9-752076C1E8EB}" destId="{35D4AF3C-4879-491B-8004-F3B88F6D9FB5}" srcOrd="1" destOrd="0" presId="urn:microsoft.com/office/officeart/2008/layout/LinedList"/>
    <dgm:cxn modelId="{E14FEE3A-B035-468A-B180-900E681BD2E3}" type="presParOf" srcId="{35D4AF3C-4879-491B-8004-F3B88F6D9FB5}" destId="{792A15AE-68CB-4B5E-A488-D8B2430819E0}" srcOrd="0" destOrd="0" presId="urn:microsoft.com/office/officeart/2008/layout/LinedList"/>
    <dgm:cxn modelId="{C260D792-9935-4F89-86F8-0F5ABF876CCE}" type="presParOf" srcId="{35D4AF3C-4879-491B-8004-F3B88F6D9FB5}" destId="{162AB6D4-F395-4B55-9519-21B610CC0382}" srcOrd="1" destOrd="0" presId="urn:microsoft.com/office/officeart/2008/layout/LinedList"/>
    <dgm:cxn modelId="{29015758-44A8-41F4-8473-56D2A51A1AF5}" type="presParOf" srcId="{162AB6D4-F395-4B55-9519-21B610CC0382}" destId="{412C8F4B-57E8-4EE2-95F4-7EAB16DF68B6}" srcOrd="0" destOrd="0" presId="urn:microsoft.com/office/officeart/2008/layout/LinedList"/>
    <dgm:cxn modelId="{2003989B-39AC-41C8-B002-BC0A59112772}" type="presParOf" srcId="{162AB6D4-F395-4B55-9519-21B610CC0382}" destId="{706ACAA7-2B5D-4D39-81AB-5DAABC04EC1D}" srcOrd="1" destOrd="0" presId="urn:microsoft.com/office/officeart/2008/layout/LinedList"/>
    <dgm:cxn modelId="{6DF293F6-EFF7-46DF-A916-DD9DD8BC4AA7}" type="presParOf" srcId="{706ACAA7-2B5D-4D39-81AB-5DAABC04EC1D}" destId="{3456CDB8-701B-42F1-87C2-C295CD1E48EE}" srcOrd="0" destOrd="0" presId="urn:microsoft.com/office/officeart/2008/layout/LinedList"/>
    <dgm:cxn modelId="{0913C020-796C-4EFD-A3AC-B57F9BB1C9EE}" type="presParOf" srcId="{706ACAA7-2B5D-4D39-81AB-5DAABC04EC1D}" destId="{520D1D2C-1114-41BF-8F7E-61F71B01A781}" srcOrd="1" destOrd="0" presId="urn:microsoft.com/office/officeart/2008/layout/LinedList"/>
    <dgm:cxn modelId="{8E23AF4C-AB88-489B-8D24-170FFE12F1C0}" type="presParOf" srcId="{706ACAA7-2B5D-4D39-81AB-5DAABC04EC1D}" destId="{D6DDDC7E-F1A5-4153-9143-0972F5C1698F}" srcOrd="2" destOrd="0" presId="urn:microsoft.com/office/officeart/2008/layout/LinedList"/>
    <dgm:cxn modelId="{A68E194F-7BC4-4551-AE47-C55D5D18111B}" type="presParOf" srcId="{162AB6D4-F395-4B55-9519-21B610CC0382}" destId="{0A0EB41C-54BD-4DBD-AE20-1F9966450DC3}" srcOrd="2" destOrd="0" presId="urn:microsoft.com/office/officeart/2008/layout/LinedList"/>
    <dgm:cxn modelId="{21E3169A-DD8A-4E63-934A-9D663706EC91}" type="presParOf" srcId="{162AB6D4-F395-4B55-9519-21B610CC0382}" destId="{BD1DC2FA-97F1-47D7-B64D-204FB692D739}" srcOrd="3" destOrd="0" presId="urn:microsoft.com/office/officeart/2008/layout/LinedList"/>
    <dgm:cxn modelId="{87F55CF8-828B-4CA1-937E-AF9CCE8E4897}" type="presParOf" srcId="{162AB6D4-F395-4B55-9519-21B610CC0382}" destId="{AA817BFD-CFD8-4863-BA21-FE68B817CC3C}" srcOrd="4" destOrd="0" presId="urn:microsoft.com/office/officeart/2008/layout/LinedList"/>
    <dgm:cxn modelId="{7F24B679-D868-4756-8D06-1E99891EC753}" type="presParOf" srcId="{AA817BFD-CFD8-4863-BA21-FE68B817CC3C}" destId="{BD57D683-A942-4221-A2F2-BB0CF711AC57}" srcOrd="0" destOrd="0" presId="urn:microsoft.com/office/officeart/2008/layout/LinedList"/>
    <dgm:cxn modelId="{8D6471EC-97EF-49D4-9985-2E7EABD340C7}" type="presParOf" srcId="{AA817BFD-CFD8-4863-BA21-FE68B817CC3C}" destId="{F1E3A902-B27E-4D1E-9D62-838DBF77570E}" srcOrd="1" destOrd="0" presId="urn:microsoft.com/office/officeart/2008/layout/LinedList"/>
    <dgm:cxn modelId="{CED72226-2699-40B0-99F6-52141F5C4A04}" type="presParOf" srcId="{AA817BFD-CFD8-4863-BA21-FE68B817CC3C}" destId="{4F138E20-5633-4DCC-BBC2-20DFBFC7868F}" srcOrd="2" destOrd="0" presId="urn:microsoft.com/office/officeart/2008/layout/LinedList"/>
    <dgm:cxn modelId="{EA5E20F1-BD39-4E1D-8F48-15034351CAA6}" type="presParOf" srcId="{162AB6D4-F395-4B55-9519-21B610CC0382}" destId="{2B79C5B5-7045-4C8A-A0D3-ED34D320DACE}" srcOrd="5" destOrd="0" presId="urn:microsoft.com/office/officeart/2008/layout/LinedList"/>
    <dgm:cxn modelId="{B7539C36-63FD-4D25-8C4F-BD05AF8C4201}" type="presParOf" srcId="{162AB6D4-F395-4B55-9519-21B610CC0382}" destId="{8C3B0260-807F-409D-975C-EBFF816514C3}" srcOrd="6" destOrd="0" presId="urn:microsoft.com/office/officeart/2008/layout/LinedList"/>
    <dgm:cxn modelId="{E043DD71-8D2E-45F7-A062-80D3699BB0D9}" type="presParOf" srcId="{162AB6D4-F395-4B55-9519-21B610CC0382}" destId="{DCC37064-A6D2-4A55-A252-3829429045E5}" srcOrd="7" destOrd="0" presId="urn:microsoft.com/office/officeart/2008/layout/LinedList"/>
    <dgm:cxn modelId="{840F338D-7162-4320-8479-C3B1D103DD39}" type="presParOf" srcId="{DCC37064-A6D2-4A55-A252-3829429045E5}" destId="{AF620EF4-9246-40B0-95DD-0F97FD557889}" srcOrd="0" destOrd="0" presId="urn:microsoft.com/office/officeart/2008/layout/LinedList"/>
    <dgm:cxn modelId="{C79DA130-C384-406B-9238-E2E345C0317C}" type="presParOf" srcId="{DCC37064-A6D2-4A55-A252-3829429045E5}" destId="{821592CB-BF1E-40A4-88FF-532C668728A8}" srcOrd="1" destOrd="0" presId="urn:microsoft.com/office/officeart/2008/layout/LinedList"/>
    <dgm:cxn modelId="{A8F22921-8671-4C7C-BF95-C1787B907D96}" type="presParOf" srcId="{DCC37064-A6D2-4A55-A252-3829429045E5}" destId="{4A2BC687-FFD6-4EBF-9A58-5F5A5936D128}" srcOrd="2" destOrd="0" presId="urn:microsoft.com/office/officeart/2008/layout/LinedList"/>
    <dgm:cxn modelId="{ABEFA481-3A65-4B49-9C44-C4F5F9953ECA}" type="presParOf" srcId="{162AB6D4-F395-4B55-9519-21B610CC0382}" destId="{AFB2C275-AEA0-46EA-8FAC-DEEB17253C42}" srcOrd="8" destOrd="0" presId="urn:microsoft.com/office/officeart/2008/layout/LinedList"/>
    <dgm:cxn modelId="{2A938EDC-1BCA-455C-9D51-7F225710BDF6}" type="presParOf" srcId="{162AB6D4-F395-4B55-9519-21B610CC0382}" destId="{B63F60B4-89E7-4E26-9559-C63693EDEACE}" srcOrd="9" destOrd="0" presId="urn:microsoft.com/office/officeart/2008/layout/LinedList"/>
    <dgm:cxn modelId="{681C4E8C-B3B3-4FA2-90AA-9A18B2B1DEA9}" type="presParOf" srcId="{162AB6D4-F395-4B55-9519-21B610CC0382}" destId="{D59C0278-DE41-4AAD-9EF9-7AEC556EDAE3}" srcOrd="10" destOrd="0" presId="urn:microsoft.com/office/officeart/2008/layout/LinedList"/>
    <dgm:cxn modelId="{076DA657-EC2C-46B6-9C1C-B90E8EC76048}" type="presParOf" srcId="{D59C0278-DE41-4AAD-9EF9-7AEC556EDAE3}" destId="{33B6C96C-9A76-4F78-AA5F-493F55717075}" srcOrd="0" destOrd="0" presId="urn:microsoft.com/office/officeart/2008/layout/LinedList"/>
    <dgm:cxn modelId="{BB843939-6AB2-4AA7-9151-A0BA803CEC4F}" type="presParOf" srcId="{D59C0278-DE41-4AAD-9EF9-7AEC556EDAE3}" destId="{4105AE7B-4FF7-483C-9AE1-8E3B50452022}" srcOrd="1" destOrd="0" presId="urn:microsoft.com/office/officeart/2008/layout/LinedList"/>
    <dgm:cxn modelId="{6619E3F4-9EF7-4F8A-966E-FD03500BFEAA}" type="presParOf" srcId="{D59C0278-DE41-4AAD-9EF9-7AEC556EDAE3}" destId="{0B900678-F3B9-400F-BF18-9132BF217E94}" srcOrd="2" destOrd="0" presId="urn:microsoft.com/office/officeart/2008/layout/LinedList"/>
    <dgm:cxn modelId="{2D55E408-0D99-4583-B49B-237917020309}" type="presParOf" srcId="{162AB6D4-F395-4B55-9519-21B610CC0382}" destId="{4F894A1B-29F8-434C-97EC-0B52CCF81AA7}" srcOrd="11" destOrd="0" presId="urn:microsoft.com/office/officeart/2008/layout/LinedList"/>
    <dgm:cxn modelId="{4BD6100A-B0DC-48FF-B17A-4B5E5C11D25D}" type="presParOf" srcId="{162AB6D4-F395-4B55-9519-21B610CC0382}" destId="{6BD722AD-71BD-4044-AA28-41182ED4FF74}" srcOrd="12" destOrd="0" presId="urn:microsoft.com/office/officeart/2008/layout/LinedList"/>
    <dgm:cxn modelId="{6310CD25-F7D2-4CDF-B5EE-30DB29DE0888}" type="presParOf" srcId="{162AB6D4-F395-4B55-9519-21B610CC0382}" destId="{5A515698-B144-48B8-8DBB-2A8CE6B57F3B}" srcOrd="13" destOrd="0" presId="urn:microsoft.com/office/officeart/2008/layout/LinedList"/>
    <dgm:cxn modelId="{2B5E8B26-1F8D-4582-BC51-144CB4CD3F99}" type="presParOf" srcId="{5A515698-B144-48B8-8DBB-2A8CE6B57F3B}" destId="{DE266492-F61D-413F-BD4A-74FEF6D2DF73}" srcOrd="0" destOrd="0" presId="urn:microsoft.com/office/officeart/2008/layout/LinedList"/>
    <dgm:cxn modelId="{058434C1-1E51-4EC5-AD8D-1565988D8026}" type="presParOf" srcId="{5A515698-B144-48B8-8DBB-2A8CE6B57F3B}" destId="{9308DB38-4970-4A20-9F61-C3A2638A2E36}" srcOrd="1" destOrd="0" presId="urn:microsoft.com/office/officeart/2008/layout/LinedList"/>
    <dgm:cxn modelId="{DC5940D2-50D9-4C64-A3D6-5FD14DE7A9C1}" type="presParOf" srcId="{5A515698-B144-48B8-8DBB-2A8CE6B57F3B}" destId="{73EDCD6C-635E-4CE8-B224-DBD43E9C4CD1}" srcOrd="2" destOrd="0" presId="urn:microsoft.com/office/officeart/2008/layout/LinedList"/>
    <dgm:cxn modelId="{931B1537-1CFB-4B0F-A2CE-BBF62E20169F}" type="presParOf" srcId="{162AB6D4-F395-4B55-9519-21B610CC0382}" destId="{C6956A27-261C-46A9-8674-2B56FE3C66F2}" srcOrd="14" destOrd="0" presId="urn:microsoft.com/office/officeart/2008/layout/LinedList"/>
    <dgm:cxn modelId="{FAEE1C05-51EB-4299-A1AB-F975998C62DC}" type="presParOf" srcId="{162AB6D4-F395-4B55-9519-21B610CC0382}" destId="{67C79E3C-8482-438A-BE11-675D37659145}" srcOrd="15" destOrd="0" presId="urn:microsoft.com/office/officeart/2008/layout/LinedList"/>
    <dgm:cxn modelId="{CE2C3D43-5508-408F-A728-AE13E74DFCF2}" type="presParOf" srcId="{A4615577-DB07-0E46-BAD9-752076C1E8EB}" destId="{B2F277F3-7CF1-994E-B28A-0B3155C31199}" srcOrd="2" destOrd="0" presId="urn:microsoft.com/office/officeart/2008/layout/LinedList"/>
    <dgm:cxn modelId="{71C4AB37-1D90-47F3-89EF-42A26A496558}" type="presParOf" srcId="{A4615577-DB07-0E46-BAD9-752076C1E8EB}" destId="{0C40495D-3188-9E48-A89E-F64BB2F461F5}" srcOrd="3" destOrd="0" presId="urn:microsoft.com/office/officeart/2008/layout/LinedList"/>
    <dgm:cxn modelId="{BEEFCDD1-2F79-4E22-A187-1C9C97EC26B4}" type="presParOf" srcId="{0C40495D-3188-9E48-A89E-F64BB2F461F5}" destId="{9891002C-403A-A043-B663-E6FEB51C2557}" srcOrd="0" destOrd="0" presId="urn:microsoft.com/office/officeart/2008/layout/LinedList"/>
    <dgm:cxn modelId="{4C6E5E38-CAEF-4E44-BBD4-BFB3FC4A07DF}" type="presParOf" srcId="{0C40495D-3188-9E48-A89E-F64BB2F461F5}" destId="{84783DB1-8E64-8549-92F0-B23833CEE8B0}" srcOrd="1" destOrd="0" presId="urn:microsoft.com/office/officeart/2008/layout/LinedList"/>
    <dgm:cxn modelId="{550B119E-D0E7-4D88-86AC-FC93880EFEDC}" type="presParOf" srcId="{84783DB1-8E64-8549-92F0-B23833CEE8B0}" destId="{7639A2F8-0310-4BED-B4BD-EAB6A5C40B77}" srcOrd="0" destOrd="0" presId="urn:microsoft.com/office/officeart/2008/layout/LinedList"/>
    <dgm:cxn modelId="{71AFDD09-A4E5-42CB-A0F1-61BF3AA9E34D}" type="presParOf" srcId="{84783DB1-8E64-8549-92F0-B23833CEE8B0}" destId="{6A69390F-9BF9-4ABA-8159-EAF93506C37D}" srcOrd="1" destOrd="0" presId="urn:microsoft.com/office/officeart/2008/layout/LinedList"/>
    <dgm:cxn modelId="{CF96AEB5-DDD1-4D05-9351-27F13F8FDBF4}" type="presParOf" srcId="{6A69390F-9BF9-4ABA-8159-EAF93506C37D}" destId="{80389192-84FD-488B-A175-87A5FB0572BA}" srcOrd="0" destOrd="0" presId="urn:microsoft.com/office/officeart/2008/layout/LinedList"/>
    <dgm:cxn modelId="{FBD2A59B-70E6-4D6C-9833-666D0B781FA8}" type="presParOf" srcId="{6A69390F-9BF9-4ABA-8159-EAF93506C37D}" destId="{CECABC1D-D0D2-4346-AB17-5BDF3AE0B320}" srcOrd="1" destOrd="0" presId="urn:microsoft.com/office/officeart/2008/layout/LinedList"/>
    <dgm:cxn modelId="{E9FAB03B-4100-4562-AA54-B24854B39E6D}" type="presParOf" srcId="{6A69390F-9BF9-4ABA-8159-EAF93506C37D}" destId="{C56FE37B-F98C-4D15-95CF-6DC56554B5B4}" srcOrd="2" destOrd="0" presId="urn:microsoft.com/office/officeart/2008/layout/LinedList"/>
    <dgm:cxn modelId="{86E4A391-5D2F-4392-9BB4-70FD4017C49B}" type="presParOf" srcId="{84783DB1-8E64-8549-92F0-B23833CEE8B0}" destId="{5D84D3DB-F553-4712-A813-E34BD39795E9}" srcOrd="2" destOrd="0" presId="urn:microsoft.com/office/officeart/2008/layout/LinedList"/>
    <dgm:cxn modelId="{62735D68-AE9E-411D-88A5-4303EC4A8462}" type="presParOf" srcId="{84783DB1-8E64-8549-92F0-B23833CEE8B0}" destId="{2128B8DA-3804-468D-B525-5F0093F85BA2}" srcOrd="3" destOrd="0" presId="urn:microsoft.com/office/officeart/2008/layout/LinedList"/>
    <dgm:cxn modelId="{931C3764-2885-49A2-84EB-5BD48C762B97}" type="presParOf" srcId="{84783DB1-8E64-8549-92F0-B23833CEE8B0}" destId="{4F42B568-F39A-4181-8658-EC1C2143BBA0}" srcOrd="4" destOrd="0" presId="urn:microsoft.com/office/officeart/2008/layout/LinedList"/>
    <dgm:cxn modelId="{23A4FE5D-171D-477A-88C0-54D034C88B1F}" type="presParOf" srcId="{4F42B568-F39A-4181-8658-EC1C2143BBA0}" destId="{4F8359BF-8C47-4A90-A343-AF5BDC5F9DE8}" srcOrd="0" destOrd="0" presId="urn:microsoft.com/office/officeart/2008/layout/LinedList"/>
    <dgm:cxn modelId="{E6CF9CE2-9113-4288-8FB9-56C8B9DB4954}" type="presParOf" srcId="{4F42B568-F39A-4181-8658-EC1C2143BBA0}" destId="{70B24025-E2C6-417F-99E1-3AE2064C772D}" srcOrd="1" destOrd="0" presId="urn:microsoft.com/office/officeart/2008/layout/LinedList"/>
    <dgm:cxn modelId="{D6C82FA5-CE22-4B18-82D0-F22699C27B8C}" type="presParOf" srcId="{4F42B568-F39A-4181-8658-EC1C2143BBA0}" destId="{7CEB9B09-60D8-4882-A2D8-38EF68D5C19F}" srcOrd="2" destOrd="0" presId="urn:microsoft.com/office/officeart/2008/layout/LinedList"/>
    <dgm:cxn modelId="{7181CA54-1B18-4014-90C4-82361BF5065D}" type="presParOf" srcId="{84783DB1-8E64-8549-92F0-B23833CEE8B0}" destId="{5E350EE4-2D6A-4A16-A0FE-9FACA9074727}" srcOrd="5" destOrd="0" presId="urn:microsoft.com/office/officeart/2008/layout/LinedList"/>
    <dgm:cxn modelId="{E35C4D17-D1BF-4E3D-9BA3-A5BC7D3357EB}" type="presParOf" srcId="{84783DB1-8E64-8549-92F0-B23833CEE8B0}" destId="{9BB5AFB5-07F7-4132-85A2-44E6D0516C88}" srcOrd="6" destOrd="0" presId="urn:microsoft.com/office/officeart/2008/layout/LinedList"/>
    <dgm:cxn modelId="{C4250D0A-95B8-43AD-8E77-023DB253C32B}" type="presParOf" srcId="{84783DB1-8E64-8549-92F0-B23833CEE8B0}" destId="{CFD8E1A3-90D3-46A8-AE85-EB36E0237BB5}" srcOrd="7" destOrd="0" presId="urn:microsoft.com/office/officeart/2008/layout/LinedList"/>
    <dgm:cxn modelId="{81BC2EED-A8CF-486D-B417-4B1F95F3F761}" type="presParOf" srcId="{CFD8E1A3-90D3-46A8-AE85-EB36E0237BB5}" destId="{274EF02C-7D1A-409B-A859-EE71E535A688}" srcOrd="0" destOrd="0" presId="urn:microsoft.com/office/officeart/2008/layout/LinedList"/>
    <dgm:cxn modelId="{2E633023-BF29-40D3-B79D-2DEC43F5C32E}" type="presParOf" srcId="{CFD8E1A3-90D3-46A8-AE85-EB36E0237BB5}" destId="{1AB85A7C-0FFD-4546-B83C-987E91EDF1C9}" srcOrd="1" destOrd="0" presId="urn:microsoft.com/office/officeart/2008/layout/LinedList"/>
    <dgm:cxn modelId="{117C8306-8779-49DC-A6B8-990F5F0CE31E}" type="presParOf" srcId="{CFD8E1A3-90D3-46A8-AE85-EB36E0237BB5}" destId="{6F7BAE7F-F22E-4343-8455-8D1D04AE6291}" srcOrd="2" destOrd="0" presId="urn:microsoft.com/office/officeart/2008/layout/LinedList"/>
    <dgm:cxn modelId="{3B353EF2-3932-47BF-B87C-D90E777AF95A}" type="presParOf" srcId="{84783DB1-8E64-8549-92F0-B23833CEE8B0}" destId="{DF72560F-E95F-423D-A8FF-AAE8DAA00A74}" srcOrd="8" destOrd="0" presId="urn:microsoft.com/office/officeart/2008/layout/LinedList"/>
    <dgm:cxn modelId="{80A6EE93-FBAF-4AF9-8176-EEFCA7FC631F}" type="presParOf" srcId="{84783DB1-8E64-8549-92F0-B23833CEE8B0}" destId="{D8D1CF1A-EF09-4022-8D03-FD002D4FE754}" srcOrd="9" destOrd="0" presId="urn:microsoft.com/office/officeart/2008/layout/LinedList"/>
    <dgm:cxn modelId="{7406CF5C-F123-45F3-9C56-3BBD05D9C196}" type="presParOf" srcId="{84783DB1-8E64-8549-92F0-B23833CEE8B0}" destId="{00451E5C-D19E-4AC4-8C6F-60950BA475F2}" srcOrd="10" destOrd="0" presId="urn:microsoft.com/office/officeart/2008/layout/LinedList"/>
    <dgm:cxn modelId="{72FEC80B-7690-4BD6-9201-A84590792434}" type="presParOf" srcId="{00451E5C-D19E-4AC4-8C6F-60950BA475F2}" destId="{3C367370-E70B-40CC-9DCF-3FC0C33EDE1B}" srcOrd="0" destOrd="0" presId="urn:microsoft.com/office/officeart/2008/layout/LinedList"/>
    <dgm:cxn modelId="{0D394D38-0CAE-497B-897C-0BC748C8605B}" type="presParOf" srcId="{00451E5C-D19E-4AC4-8C6F-60950BA475F2}" destId="{EDBBCE88-88E0-4C06-BA01-B4EFB6C685E1}" srcOrd="1" destOrd="0" presId="urn:microsoft.com/office/officeart/2008/layout/LinedList"/>
    <dgm:cxn modelId="{2B289BFA-F885-418D-A463-B240C6215DFD}" type="presParOf" srcId="{00451E5C-D19E-4AC4-8C6F-60950BA475F2}" destId="{5EA7847F-7A65-4DE6-AFB0-0784772E4EA1}" srcOrd="2" destOrd="0" presId="urn:microsoft.com/office/officeart/2008/layout/LinedList"/>
    <dgm:cxn modelId="{089E5255-28E1-4D97-84AC-8940D77D4163}" type="presParOf" srcId="{84783DB1-8E64-8549-92F0-B23833CEE8B0}" destId="{22FFB06E-FF71-449B-9AA1-BDA4A6D85DF8}" srcOrd="11" destOrd="0" presId="urn:microsoft.com/office/officeart/2008/layout/LinedList"/>
    <dgm:cxn modelId="{A73E78DC-67A0-4903-83EE-B21984E8F4F5}" type="presParOf" srcId="{84783DB1-8E64-8549-92F0-B23833CEE8B0}" destId="{D29BEB5B-2E19-4BA8-823B-ABEF6ECE6E88}" srcOrd="12" destOrd="0" presId="urn:microsoft.com/office/officeart/2008/layout/LinedList"/>
    <dgm:cxn modelId="{60E5C5A5-6C21-4FCC-A0BA-F3564526331C}" type="presParOf" srcId="{84783DB1-8E64-8549-92F0-B23833CEE8B0}" destId="{64D63656-2D6F-44B7-A17E-7A3CBEE7F6DA}" srcOrd="13" destOrd="0" presId="urn:microsoft.com/office/officeart/2008/layout/LinedList"/>
    <dgm:cxn modelId="{C4EC66D8-A9C8-4D9E-8BCB-2F58EB57725B}" type="presParOf" srcId="{64D63656-2D6F-44B7-A17E-7A3CBEE7F6DA}" destId="{BA27F77E-6FAA-4129-8F54-23B3AF730E67}" srcOrd="0" destOrd="0" presId="urn:microsoft.com/office/officeart/2008/layout/LinedList"/>
    <dgm:cxn modelId="{C44140A5-3A96-4642-85DF-DD630230A237}" type="presParOf" srcId="{64D63656-2D6F-44B7-A17E-7A3CBEE7F6DA}" destId="{BC711DF3-B847-410F-97A6-BD08272462FE}" srcOrd="1" destOrd="0" presId="urn:microsoft.com/office/officeart/2008/layout/LinedList"/>
    <dgm:cxn modelId="{F5372313-1B1A-4408-85D6-560CBBC6C18C}" type="presParOf" srcId="{64D63656-2D6F-44B7-A17E-7A3CBEE7F6DA}" destId="{23055440-F2E5-4E3C-ACF9-9BC6F7030A1B}" srcOrd="2" destOrd="0" presId="urn:microsoft.com/office/officeart/2008/layout/LinedList"/>
    <dgm:cxn modelId="{AF2C0B37-6A6F-48E8-A985-EDA89EB315E4}" type="presParOf" srcId="{84783DB1-8E64-8549-92F0-B23833CEE8B0}" destId="{69ED304A-CB44-4E6C-BBDB-3F29796AD7FA}" srcOrd="14" destOrd="0" presId="urn:microsoft.com/office/officeart/2008/layout/LinedList"/>
    <dgm:cxn modelId="{560E5B67-B93F-4EC0-B710-B906564C94E2}" type="presParOf" srcId="{84783DB1-8E64-8549-92F0-B23833CEE8B0}" destId="{5A8D5B76-4C61-4B02-978D-C6BD544986ED}" srcOrd="15" destOrd="0" presId="urn:microsoft.com/office/officeart/2008/layout/LinedList"/>
    <dgm:cxn modelId="{B3CEEDE0-9FF3-47FC-A5F9-B557A01206CF}" type="presParOf" srcId="{84783DB1-8E64-8549-92F0-B23833CEE8B0}" destId="{6DBEF5B6-D027-42C4-BFBA-E18EABF16E00}" srcOrd="16" destOrd="0" presId="urn:microsoft.com/office/officeart/2008/layout/LinedList"/>
    <dgm:cxn modelId="{0BE8AC82-1498-4167-AC66-D39F3F2FB8AA}" type="presParOf" srcId="{6DBEF5B6-D027-42C4-BFBA-E18EABF16E00}" destId="{CACDE376-02CE-4C5E-AAE0-7856032B94F0}" srcOrd="0" destOrd="0" presId="urn:microsoft.com/office/officeart/2008/layout/LinedList"/>
    <dgm:cxn modelId="{BBE6802E-4894-4F5F-BCFF-06E1E77FD000}" type="presParOf" srcId="{6DBEF5B6-D027-42C4-BFBA-E18EABF16E00}" destId="{B2A21B0A-2559-424B-B069-8CBAE5E51A87}" srcOrd="1" destOrd="0" presId="urn:microsoft.com/office/officeart/2008/layout/LinedList"/>
    <dgm:cxn modelId="{1FECE072-D137-4C69-A3B7-0756376DC8D7}" type="presParOf" srcId="{6DBEF5B6-D027-42C4-BFBA-E18EABF16E00}" destId="{F8CC7E2B-12FF-490E-BB23-9BD566F211B3}" srcOrd="2" destOrd="0" presId="urn:microsoft.com/office/officeart/2008/layout/LinedList"/>
    <dgm:cxn modelId="{761A6954-8276-4AE0-BE6B-E1B032A9E350}" type="presParOf" srcId="{84783DB1-8E64-8549-92F0-B23833CEE8B0}" destId="{68980BAC-3A92-485E-83D8-545E369921C1}" srcOrd="17" destOrd="0" presId="urn:microsoft.com/office/officeart/2008/layout/LinedList"/>
    <dgm:cxn modelId="{6B9EBE61-C650-4DD0-9CEC-FA91E19CE224}" type="presParOf" srcId="{84783DB1-8E64-8549-92F0-B23833CEE8B0}" destId="{772E65FD-BC39-4E10-AC3C-D165CE01488C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0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Costes</a:t>
          </a:r>
          <a:endParaRPr lang="es-ES" sz="1700" kern="1200" dirty="0"/>
        </a:p>
      </dsp:txBody>
      <dsp:txXfrm>
        <a:off x="0" y="0"/>
        <a:ext cx="1497367" cy="2282151"/>
      </dsp:txXfrm>
    </dsp:sp>
    <dsp:sp modelId="{520D1D2C-1114-41BF-8F7E-61F71B01A781}">
      <dsp:nvSpPr>
        <dsp:cNvPr id="0" name=""/>
        <dsp:cNvSpPr/>
      </dsp:nvSpPr>
      <dsp:spPr>
        <a:xfrm>
          <a:off x="1609669" y="215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Planificación de </a:t>
          </a:r>
          <a:r>
            <a:rPr lang="es-ES" sz="1600" kern="1200" dirty="0" smtClean="0"/>
            <a:t>costes</a:t>
          </a:r>
          <a:endParaRPr lang="es-ES" sz="1600" kern="1200" dirty="0"/>
        </a:p>
      </dsp:txBody>
      <dsp:txXfrm>
        <a:off x="1609669" y="21506"/>
        <a:ext cx="5877165" cy="430131"/>
      </dsp:txXfrm>
    </dsp:sp>
    <dsp:sp modelId="{0A0EB41C-54BD-4DBD-AE20-1F9966450DC3}">
      <dsp:nvSpPr>
        <dsp:cNvPr id="0" name=""/>
        <dsp:cNvSpPr/>
      </dsp:nvSpPr>
      <dsp:spPr>
        <a:xfrm>
          <a:off x="1497367" y="4516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473145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Estimación de costes</a:t>
          </a:r>
          <a:endParaRPr lang="es-ES" sz="1600" kern="1200" dirty="0"/>
        </a:p>
      </dsp:txBody>
      <dsp:txXfrm>
        <a:off x="1609669" y="473145"/>
        <a:ext cx="5877165" cy="430131"/>
      </dsp:txXfrm>
    </dsp:sp>
    <dsp:sp modelId="{2B79C5B5-7045-4C8A-A0D3-ED34D320DACE}">
      <dsp:nvSpPr>
        <dsp:cNvPr id="0" name=""/>
        <dsp:cNvSpPr/>
      </dsp:nvSpPr>
      <dsp:spPr>
        <a:xfrm>
          <a:off x="1497367" y="903277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924783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Determinación del presupuesto	</a:t>
          </a:r>
        </a:p>
      </dsp:txBody>
      <dsp:txXfrm>
        <a:off x="1609669" y="924783"/>
        <a:ext cx="5877165" cy="430131"/>
      </dsp:txXfrm>
    </dsp:sp>
    <dsp:sp modelId="{AFB2C275-AEA0-46EA-8FAC-DEEB17253C42}">
      <dsp:nvSpPr>
        <dsp:cNvPr id="0" name=""/>
        <dsp:cNvSpPr/>
      </dsp:nvSpPr>
      <dsp:spPr>
        <a:xfrm>
          <a:off x="1497367" y="13500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37642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Control de costes	</a:t>
          </a:r>
        </a:p>
      </dsp:txBody>
      <dsp:txXfrm>
        <a:off x="1609669" y="1376422"/>
        <a:ext cx="5877165" cy="430131"/>
      </dsp:txXfrm>
    </dsp:sp>
    <dsp:sp modelId="{4F894A1B-29F8-434C-97EC-0B52CCF81AA7}">
      <dsp:nvSpPr>
        <dsp:cNvPr id="0" name=""/>
        <dsp:cNvSpPr/>
      </dsp:nvSpPr>
      <dsp:spPr>
        <a:xfrm>
          <a:off x="1497367" y="18065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9308DB38-4970-4A20-9F61-C3A2638A2E36}">
      <dsp:nvSpPr>
        <dsp:cNvPr id="0" name=""/>
        <dsp:cNvSpPr/>
      </dsp:nvSpPr>
      <dsp:spPr>
        <a:xfrm>
          <a:off x="1609669" y="182806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1828060"/>
        <a:ext cx="5877165" cy="430131"/>
      </dsp:txXfrm>
    </dsp:sp>
    <dsp:sp modelId="{C6956A27-261C-46A9-8674-2B56FE3C66F2}">
      <dsp:nvSpPr>
        <dsp:cNvPr id="0" name=""/>
        <dsp:cNvSpPr/>
      </dsp:nvSpPr>
      <dsp:spPr>
        <a:xfrm>
          <a:off x="1497367" y="225819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958747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2151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Justificación técnica</a:t>
          </a:r>
          <a:endParaRPr lang="es-ES" sz="1700" kern="1200" dirty="0"/>
        </a:p>
      </dsp:txBody>
      <dsp:txXfrm>
        <a:off x="0" y="2282151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0119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empleado</a:t>
          </a:r>
          <a:endParaRPr lang="es-ES" sz="1600" kern="1200" dirty="0"/>
        </a:p>
      </dsp:txBody>
      <dsp:txXfrm>
        <a:off x="1609669" y="2300119"/>
        <a:ext cx="5877165" cy="359371"/>
      </dsp:txXfrm>
    </dsp:sp>
    <dsp:sp modelId="{5D84D3DB-F553-4712-A813-E34BD39795E9}">
      <dsp:nvSpPr>
        <dsp:cNvPr id="0" name=""/>
        <dsp:cNvSpPr/>
      </dsp:nvSpPr>
      <dsp:spPr>
        <a:xfrm>
          <a:off x="1497367" y="265949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67746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¿Recursos?</a:t>
          </a:r>
          <a:endParaRPr lang="es-ES" sz="1600" kern="1200" dirty="0"/>
        </a:p>
      </dsp:txBody>
      <dsp:txXfrm>
        <a:off x="1609669" y="2677460"/>
        <a:ext cx="5877165" cy="359371"/>
      </dsp:txXfrm>
    </dsp:sp>
    <dsp:sp modelId="{5E350EE4-2D6A-4A16-A0FE-9FACA9074727}">
      <dsp:nvSpPr>
        <dsp:cNvPr id="0" name=""/>
        <dsp:cNvSpPr/>
      </dsp:nvSpPr>
      <dsp:spPr>
        <a:xfrm>
          <a:off x="1497367" y="3036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05480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Estrategias seguidas</a:t>
          </a:r>
          <a:endParaRPr lang="es-ES" sz="1600" kern="1200" dirty="0"/>
        </a:p>
      </dsp:txBody>
      <dsp:txXfrm>
        <a:off x="1609669" y="3054800"/>
        <a:ext cx="5877165" cy="359371"/>
      </dsp:txXfrm>
    </dsp:sp>
    <dsp:sp modelId="{DF72560F-E95F-423D-A8FF-AAE8DAA00A74}">
      <dsp:nvSpPr>
        <dsp:cNvPr id="0" name=""/>
        <dsp:cNvSpPr/>
      </dsp:nvSpPr>
      <dsp:spPr>
        <a:xfrm>
          <a:off x="1497367" y="341417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43214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de pruebas</a:t>
          </a:r>
          <a:endParaRPr lang="es-ES" sz="1600" kern="1200" dirty="0"/>
        </a:p>
      </dsp:txBody>
      <dsp:txXfrm>
        <a:off x="1609669" y="3432141"/>
        <a:ext cx="5877165" cy="359371"/>
      </dsp:txXfrm>
    </dsp:sp>
    <dsp:sp modelId="{22FFB06E-FF71-449B-9AA1-BDA4A6D85DF8}">
      <dsp:nvSpPr>
        <dsp:cNvPr id="0" name=""/>
        <dsp:cNvSpPr/>
      </dsp:nvSpPr>
      <dsp:spPr>
        <a:xfrm>
          <a:off x="1497367" y="379151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380948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Integración en el entorno</a:t>
          </a:r>
          <a:endParaRPr lang="es-ES" sz="1600" kern="1200" dirty="0"/>
        </a:p>
      </dsp:txBody>
      <dsp:txXfrm>
        <a:off x="1609669" y="3809481"/>
        <a:ext cx="5877165" cy="359371"/>
      </dsp:txXfrm>
    </dsp:sp>
    <dsp:sp modelId="{69ED304A-CB44-4E6C-BBDB-3F29796AD7FA}">
      <dsp:nvSpPr>
        <dsp:cNvPr id="0" name=""/>
        <dsp:cNvSpPr/>
      </dsp:nvSpPr>
      <dsp:spPr>
        <a:xfrm>
          <a:off x="1497367" y="416885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A21B0A-2559-424B-B069-8CBAE5E51A87}">
      <dsp:nvSpPr>
        <dsp:cNvPr id="0" name=""/>
        <dsp:cNvSpPr/>
      </dsp:nvSpPr>
      <dsp:spPr>
        <a:xfrm>
          <a:off x="1609669" y="4186822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4186822"/>
        <a:ext cx="5877165" cy="359371"/>
      </dsp:txXfrm>
    </dsp:sp>
    <dsp:sp modelId="{68980BAC-3A92-485E-83D8-545E369921C1}">
      <dsp:nvSpPr>
        <dsp:cNvPr id="0" name=""/>
        <dsp:cNvSpPr/>
      </dsp:nvSpPr>
      <dsp:spPr>
        <a:xfrm>
          <a:off x="1497367" y="454619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0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Costes</a:t>
          </a:r>
          <a:endParaRPr lang="es-ES" sz="1700" kern="1200" dirty="0"/>
        </a:p>
      </dsp:txBody>
      <dsp:txXfrm>
        <a:off x="0" y="0"/>
        <a:ext cx="1497367" cy="2282151"/>
      </dsp:txXfrm>
    </dsp:sp>
    <dsp:sp modelId="{520D1D2C-1114-41BF-8F7E-61F71B01A781}">
      <dsp:nvSpPr>
        <dsp:cNvPr id="0" name=""/>
        <dsp:cNvSpPr/>
      </dsp:nvSpPr>
      <dsp:spPr>
        <a:xfrm>
          <a:off x="1609669" y="215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Planificación de </a:t>
          </a:r>
          <a:r>
            <a:rPr lang="es-ES" sz="1600" kern="1200" dirty="0" smtClean="0"/>
            <a:t>costes</a:t>
          </a:r>
          <a:endParaRPr lang="es-ES" sz="1600" kern="1200" dirty="0"/>
        </a:p>
      </dsp:txBody>
      <dsp:txXfrm>
        <a:off x="1609669" y="21506"/>
        <a:ext cx="5877165" cy="430131"/>
      </dsp:txXfrm>
    </dsp:sp>
    <dsp:sp modelId="{0A0EB41C-54BD-4DBD-AE20-1F9966450DC3}">
      <dsp:nvSpPr>
        <dsp:cNvPr id="0" name=""/>
        <dsp:cNvSpPr/>
      </dsp:nvSpPr>
      <dsp:spPr>
        <a:xfrm>
          <a:off x="1497367" y="4516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473145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Estimación de costes</a:t>
          </a:r>
          <a:endParaRPr lang="es-ES" sz="1600" kern="1200" dirty="0"/>
        </a:p>
      </dsp:txBody>
      <dsp:txXfrm>
        <a:off x="1609669" y="473145"/>
        <a:ext cx="5877165" cy="430131"/>
      </dsp:txXfrm>
    </dsp:sp>
    <dsp:sp modelId="{2B79C5B5-7045-4C8A-A0D3-ED34D320DACE}">
      <dsp:nvSpPr>
        <dsp:cNvPr id="0" name=""/>
        <dsp:cNvSpPr/>
      </dsp:nvSpPr>
      <dsp:spPr>
        <a:xfrm>
          <a:off x="1497367" y="903277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924783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Determinación del presupuesto	</a:t>
          </a:r>
        </a:p>
      </dsp:txBody>
      <dsp:txXfrm>
        <a:off x="1609669" y="924783"/>
        <a:ext cx="5877165" cy="430131"/>
      </dsp:txXfrm>
    </dsp:sp>
    <dsp:sp modelId="{AFB2C275-AEA0-46EA-8FAC-DEEB17253C42}">
      <dsp:nvSpPr>
        <dsp:cNvPr id="0" name=""/>
        <dsp:cNvSpPr/>
      </dsp:nvSpPr>
      <dsp:spPr>
        <a:xfrm>
          <a:off x="1497367" y="13500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37642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Control de costes	</a:t>
          </a:r>
        </a:p>
      </dsp:txBody>
      <dsp:txXfrm>
        <a:off x="1609669" y="1376422"/>
        <a:ext cx="5877165" cy="430131"/>
      </dsp:txXfrm>
    </dsp:sp>
    <dsp:sp modelId="{4F894A1B-29F8-434C-97EC-0B52CCF81AA7}">
      <dsp:nvSpPr>
        <dsp:cNvPr id="0" name=""/>
        <dsp:cNvSpPr/>
      </dsp:nvSpPr>
      <dsp:spPr>
        <a:xfrm>
          <a:off x="1497367" y="18065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9308DB38-4970-4A20-9F61-C3A2638A2E36}">
      <dsp:nvSpPr>
        <dsp:cNvPr id="0" name=""/>
        <dsp:cNvSpPr/>
      </dsp:nvSpPr>
      <dsp:spPr>
        <a:xfrm>
          <a:off x="1609669" y="182806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1828060"/>
        <a:ext cx="5877165" cy="430131"/>
      </dsp:txXfrm>
    </dsp:sp>
    <dsp:sp modelId="{C6956A27-261C-46A9-8674-2B56FE3C66F2}">
      <dsp:nvSpPr>
        <dsp:cNvPr id="0" name=""/>
        <dsp:cNvSpPr/>
      </dsp:nvSpPr>
      <dsp:spPr>
        <a:xfrm>
          <a:off x="1497367" y="225819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958747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2151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Justificación técnica</a:t>
          </a:r>
          <a:endParaRPr lang="es-ES" sz="1700" kern="1200" dirty="0"/>
        </a:p>
      </dsp:txBody>
      <dsp:txXfrm>
        <a:off x="0" y="2282151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0119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empleado</a:t>
          </a:r>
          <a:endParaRPr lang="es-ES" sz="1600" kern="1200" dirty="0"/>
        </a:p>
      </dsp:txBody>
      <dsp:txXfrm>
        <a:off x="1609669" y="2300119"/>
        <a:ext cx="5877165" cy="359371"/>
      </dsp:txXfrm>
    </dsp:sp>
    <dsp:sp modelId="{5D84D3DB-F553-4712-A813-E34BD39795E9}">
      <dsp:nvSpPr>
        <dsp:cNvPr id="0" name=""/>
        <dsp:cNvSpPr/>
      </dsp:nvSpPr>
      <dsp:spPr>
        <a:xfrm>
          <a:off x="1497367" y="265949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67746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¿Recursos?</a:t>
          </a:r>
          <a:endParaRPr lang="es-ES" sz="1600" kern="1200" dirty="0"/>
        </a:p>
      </dsp:txBody>
      <dsp:txXfrm>
        <a:off x="1609669" y="2677460"/>
        <a:ext cx="5877165" cy="359371"/>
      </dsp:txXfrm>
    </dsp:sp>
    <dsp:sp modelId="{5E350EE4-2D6A-4A16-A0FE-9FACA9074727}">
      <dsp:nvSpPr>
        <dsp:cNvPr id="0" name=""/>
        <dsp:cNvSpPr/>
      </dsp:nvSpPr>
      <dsp:spPr>
        <a:xfrm>
          <a:off x="1497367" y="3036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05480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Estrategias seguidas</a:t>
          </a:r>
          <a:endParaRPr lang="es-ES" sz="1600" kern="1200" dirty="0"/>
        </a:p>
      </dsp:txBody>
      <dsp:txXfrm>
        <a:off x="1609669" y="3054800"/>
        <a:ext cx="5877165" cy="359371"/>
      </dsp:txXfrm>
    </dsp:sp>
    <dsp:sp modelId="{DF72560F-E95F-423D-A8FF-AAE8DAA00A74}">
      <dsp:nvSpPr>
        <dsp:cNvPr id="0" name=""/>
        <dsp:cNvSpPr/>
      </dsp:nvSpPr>
      <dsp:spPr>
        <a:xfrm>
          <a:off x="1497367" y="341417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43214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de pruebas</a:t>
          </a:r>
          <a:endParaRPr lang="es-ES" sz="1600" kern="1200" dirty="0"/>
        </a:p>
      </dsp:txBody>
      <dsp:txXfrm>
        <a:off x="1609669" y="3432141"/>
        <a:ext cx="5877165" cy="359371"/>
      </dsp:txXfrm>
    </dsp:sp>
    <dsp:sp modelId="{22FFB06E-FF71-449B-9AA1-BDA4A6D85DF8}">
      <dsp:nvSpPr>
        <dsp:cNvPr id="0" name=""/>
        <dsp:cNvSpPr/>
      </dsp:nvSpPr>
      <dsp:spPr>
        <a:xfrm>
          <a:off x="1497367" y="379151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380948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Integración en el entorno</a:t>
          </a:r>
          <a:endParaRPr lang="es-ES" sz="1600" kern="1200" dirty="0"/>
        </a:p>
      </dsp:txBody>
      <dsp:txXfrm>
        <a:off x="1609669" y="3809481"/>
        <a:ext cx="5877165" cy="359371"/>
      </dsp:txXfrm>
    </dsp:sp>
    <dsp:sp modelId="{69ED304A-CB44-4E6C-BBDB-3F29796AD7FA}">
      <dsp:nvSpPr>
        <dsp:cNvPr id="0" name=""/>
        <dsp:cNvSpPr/>
      </dsp:nvSpPr>
      <dsp:spPr>
        <a:xfrm>
          <a:off x="1497367" y="416885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A21B0A-2559-424B-B069-8CBAE5E51A87}">
      <dsp:nvSpPr>
        <dsp:cNvPr id="0" name=""/>
        <dsp:cNvSpPr/>
      </dsp:nvSpPr>
      <dsp:spPr>
        <a:xfrm>
          <a:off x="1609669" y="4186822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4186822"/>
        <a:ext cx="5877165" cy="359371"/>
      </dsp:txXfrm>
    </dsp:sp>
    <dsp:sp modelId="{68980BAC-3A92-485E-83D8-545E369921C1}">
      <dsp:nvSpPr>
        <dsp:cNvPr id="0" name=""/>
        <dsp:cNvSpPr/>
      </dsp:nvSpPr>
      <dsp:spPr>
        <a:xfrm>
          <a:off x="1497367" y="454619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16/12/2018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16/12/2018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16/12/2018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16/12/2018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16/12/2018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16/12/2018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16/12/2018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16/12/2018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16/12/2018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16/12/2018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16/12/2018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16/12/2018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16/12/2018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16/12/2018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336538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 smtClean="0"/>
              <a:t>PLaNIFICACIÓN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Establecer políticas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Presupuesto cerrado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Hoja de ruta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3088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Aproximación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Estimaciones en: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Actividades seguras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materiales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RRHH 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Contingencias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98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 smtClean="0"/>
              <a:t>presupuesto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Presupuesto base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1640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 smtClean="0"/>
              <a:t>Financiación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Vías de financiación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Importancia temporización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130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err="1" smtClean="0"/>
              <a:t>CONtrol</a:t>
            </a:r>
            <a:r>
              <a:rPr lang="en-US" dirty="0" smtClean="0"/>
              <a:t> de </a:t>
            </a:r>
            <a:r>
              <a:rPr lang="en-US" dirty="0" err="1" smtClean="0"/>
              <a:t>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Herramientas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Contacto con el cliente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Umbrales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0449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8241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2737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Material físico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Material de oficina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función del departamento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Licencias de SW 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función del departamento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592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Diseño SW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Empresa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err="1" smtClean="0"/>
              <a:t>Call</a:t>
            </a:r>
            <a:r>
              <a:rPr lang="es-ES" sz="2000" dirty="0" smtClean="0"/>
              <a:t> Centers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Cantidad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Almacén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Ubicación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2903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HOSPITALES Y PACIENTES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Hospitales elegidos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Universitarios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Ubicaciones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Enfermedades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Crónicas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Poca gravedad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647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TEST FINAL 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Valoración de resultados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7408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IMPLEMENTACIÓN TOTAL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Valoración de resultados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1951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190</Words>
  <Application>Microsoft Office PowerPoint</Application>
  <PresentationFormat>Personalizado</PresentationFormat>
  <Paragraphs>89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Estela de condensación</vt:lpstr>
      <vt:lpstr>Proyecto MeCuida</vt:lpstr>
      <vt:lpstr>Índice</vt:lpstr>
      <vt:lpstr>PLaNIFICACIÓN DE COSTES</vt:lpstr>
      <vt:lpstr>Estimación DE COSTES</vt:lpstr>
      <vt:lpstr>presupuesto</vt:lpstr>
      <vt:lpstr>Financiación</vt:lpstr>
      <vt:lpstr>CONtrol de costes</vt:lpstr>
      <vt:lpstr>Índice</vt:lpstr>
      <vt:lpstr>EQUIPO EMPLEADO</vt:lpstr>
      <vt:lpstr>EQUIPO EMPLEADO</vt:lpstr>
      <vt:lpstr>HOSPITALES Y PACIENTES</vt:lpstr>
      <vt:lpstr>TEST FINAL </vt:lpstr>
      <vt:lpstr>IMPLEMENTACIÓN TOTAL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Arturo Paniagua</cp:lastModifiedBy>
  <cp:revision>73</cp:revision>
  <dcterms:created xsi:type="dcterms:W3CDTF">2018-11-10T15:50:50Z</dcterms:created>
  <dcterms:modified xsi:type="dcterms:W3CDTF">2018-12-16T16:52:33Z</dcterms:modified>
</cp:coreProperties>
</file>