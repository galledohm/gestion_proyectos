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7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9" r:id="rId4"/>
    <p:sldId id="275" r:id="rId5"/>
    <p:sldId id="260" r:id="rId6"/>
    <p:sldId id="270" r:id="rId7"/>
    <p:sldId id="274" r:id="rId8"/>
    <p:sldId id="272" r:id="rId9"/>
    <p:sldId id="273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6110" autoAdjust="0"/>
  </p:normalViewPr>
  <p:slideViewPr>
    <p:cSldViewPr snapToGrid="0" snapToObjects="1">
      <p:cViewPr varScale="1">
        <p:scale>
          <a:sx n="88" d="100"/>
          <a:sy n="88" d="100"/>
        </p:scale>
        <p:origin x="-654" y="-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 dirty="0"/>
            <a:t>Planificación de </a:t>
          </a:r>
          <a:r>
            <a:rPr lang="es-ES" dirty="0" smtClean="0"/>
            <a:t>costes</a:t>
          </a:r>
          <a:endParaRPr lang="es-ES" dirty="0"/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 dirty="0" smtClean="0"/>
            <a:t>Estimación de costes</a:t>
          </a:r>
          <a:endParaRPr lang="es-ES" dirty="0"/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 dirty="0" smtClean="0"/>
            <a:t>Determinación del presupuesto	</a:t>
          </a:r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 dirty="0" smtClean="0"/>
            <a:t>Justificación técnica</a:t>
          </a:r>
          <a:endParaRPr lang="es-ES" dirty="0"/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 dirty="0" smtClean="0"/>
            <a:t>Equipo empleado</a:t>
          </a:r>
          <a:endParaRPr lang="es-ES" dirty="0"/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1D10F65-8C36-4800-AD9D-4A75930380A4}">
      <dgm:prSet phldrT="[Texto]"/>
      <dgm:spPr/>
      <dgm:t>
        <a:bodyPr/>
        <a:lstStyle/>
        <a:p>
          <a:r>
            <a:rPr lang="es-ES" dirty="0" smtClean="0"/>
            <a:t>Costes</a:t>
          </a:r>
          <a:endParaRPr lang="es-ES" dirty="0"/>
        </a:p>
      </dgm:t>
    </dgm:pt>
    <dgm:pt modelId="{90F18EEC-639F-4363-B4CF-89223F0F6C38}" type="parTrans" cxnId="{7D1D3080-7900-4CC4-B4C0-BD39D5B7C3EE}">
      <dgm:prSet/>
      <dgm:spPr/>
      <dgm:t>
        <a:bodyPr/>
        <a:lstStyle/>
        <a:p>
          <a:endParaRPr lang="es-ES_tradnl"/>
        </a:p>
      </dgm:t>
    </dgm:pt>
    <dgm:pt modelId="{99324C82-0C51-4B8E-B7FB-AB0EDB6CDB40}" type="sibTrans" cxnId="{7D1D3080-7900-4CC4-B4C0-BD39D5B7C3EE}">
      <dgm:prSet/>
      <dgm:spPr/>
      <dgm:t>
        <a:bodyPr/>
        <a:lstStyle/>
        <a:p>
          <a:endParaRPr lang="es-ES_tradnl"/>
        </a:p>
      </dgm:t>
    </dgm:pt>
    <dgm:pt modelId="{3440283F-7B94-41E1-A678-109BA5967928}">
      <dgm:prSet phldrT="[Texto]"/>
      <dgm:spPr/>
      <dgm:t>
        <a:bodyPr/>
        <a:lstStyle/>
        <a:p>
          <a:r>
            <a:rPr lang="es-ES" dirty="0" smtClean="0"/>
            <a:t>Estrategias seguidas</a:t>
          </a:r>
          <a:endParaRPr lang="es-ES" dirty="0"/>
        </a:p>
      </dgm:t>
    </dgm:pt>
    <dgm:pt modelId="{620191C0-423A-4FE9-A4F1-5C5D36C0C76E}" type="parTrans" cxnId="{2B3AB939-F741-4B55-BCEC-AC60F4C0DC14}">
      <dgm:prSet/>
      <dgm:spPr/>
      <dgm:t>
        <a:bodyPr/>
        <a:lstStyle/>
        <a:p>
          <a:endParaRPr lang="es-ES_tradnl"/>
        </a:p>
      </dgm:t>
    </dgm:pt>
    <dgm:pt modelId="{23C99D01-59D4-4C59-997C-A7CC57B9FF58}" type="sibTrans" cxnId="{2B3AB939-F741-4B55-BCEC-AC60F4C0DC14}">
      <dgm:prSet/>
      <dgm:spPr/>
      <dgm:t>
        <a:bodyPr/>
        <a:lstStyle/>
        <a:p>
          <a:endParaRPr lang="es-ES_tradnl"/>
        </a:p>
      </dgm:t>
    </dgm:pt>
    <dgm:pt modelId="{100015F2-99E1-461E-9C5B-CB395F0D238B}">
      <dgm:prSet phldrT="[Texto]"/>
      <dgm:spPr/>
      <dgm:t>
        <a:bodyPr/>
        <a:lstStyle/>
        <a:p>
          <a:r>
            <a:rPr lang="es-ES" dirty="0" smtClean="0"/>
            <a:t>Control de costes	</a:t>
          </a:r>
        </a:p>
      </dgm:t>
    </dgm:pt>
    <dgm:pt modelId="{B7B94B0D-8994-48D9-B9F8-49D3F947064E}" type="parTrans" cxnId="{96515F35-79E4-4742-B686-B15FF8D6FF12}">
      <dgm:prSet/>
      <dgm:spPr/>
      <dgm:t>
        <a:bodyPr/>
        <a:lstStyle/>
        <a:p>
          <a:endParaRPr lang="es-ES"/>
        </a:p>
      </dgm:t>
    </dgm:pt>
    <dgm:pt modelId="{58AF296F-5371-4071-B910-CBDC32C559E3}" type="sibTrans" cxnId="{96515F35-79E4-4742-B686-B15FF8D6FF12}">
      <dgm:prSet/>
      <dgm:spPr/>
      <dgm:t>
        <a:bodyPr/>
        <a:lstStyle/>
        <a:p>
          <a:endParaRPr lang="es-ES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 dirty="0" smtClean="0"/>
            <a:t>¿Recursos?</a:t>
          </a:r>
          <a:endParaRPr lang="es-ES" dirty="0"/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5B536FDF-F2F3-4D05-AF9A-89E79C92380B}">
      <dgm:prSet phldrT="[Texto]"/>
      <dgm:spPr/>
      <dgm:t>
        <a:bodyPr/>
        <a:lstStyle/>
        <a:p>
          <a:r>
            <a:rPr lang="es-ES" dirty="0" smtClean="0"/>
            <a:t>Equipo de pruebas</a:t>
          </a:r>
          <a:endParaRPr lang="es-ES" dirty="0"/>
        </a:p>
      </dgm:t>
    </dgm:pt>
    <dgm:pt modelId="{3DAEA229-1474-4E45-A55F-BA78088D2142}" type="sibTrans" cxnId="{366F432C-1A26-4011-8836-F1CB5F23632D}">
      <dgm:prSet/>
      <dgm:spPr/>
      <dgm:t>
        <a:bodyPr/>
        <a:lstStyle/>
        <a:p>
          <a:endParaRPr lang="es-ES_tradnl"/>
        </a:p>
      </dgm:t>
    </dgm:pt>
    <dgm:pt modelId="{56E7C592-F553-41EA-A0F8-EBF440BF702D}" type="parTrans" cxnId="{366F432C-1A26-4011-8836-F1CB5F23632D}">
      <dgm:prSet/>
      <dgm:spPr/>
      <dgm:t>
        <a:bodyPr/>
        <a:lstStyle/>
        <a:p>
          <a:endParaRPr lang="es-ES_tradnl"/>
        </a:p>
      </dgm:t>
    </dgm:pt>
    <dgm:pt modelId="{C408151F-FF08-4352-8C80-D40A883F9969}">
      <dgm:prSet phldrT="[Texto]"/>
      <dgm:spPr/>
      <dgm:t>
        <a:bodyPr/>
        <a:lstStyle/>
        <a:p>
          <a:r>
            <a:rPr lang="es-ES" dirty="0" smtClean="0"/>
            <a:t>Integración en el entorno</a:t>
          </a:r>
          <a:endParaRPr lang="es-ES" dirty="0"/>
        </a:p>
      </dgm:t>
    </dgm:pt>
    <dgm:pt modelId="{43789CE0-BE29-4D5A-ACA6-E54EA30CE156}" type="parTrans" cxnId="{21CF3CCE-16FA-432E-B01C-0B2A4EA706EF}">
      <dgm:prSet/>
      <dgm:spPr/>
      <dgm:t>
        <a:bodyPr/>
        <a:lstStyle/>
        <a:p>
          <a:endParaRPr lang="es-ES"/>
        </a:p>
      </dgm:t>
    </dgm:pt>
    <dgm:pt modelId="{3FA3431C-998F-4A11-80A9-BD41A6A6A3B3}" type="sibTrans" cxnId="{21CF3CCE-16FA-432E-B01C-0B2A4EA706EF}">
      <dgm:prSet/>
      <dgm:spPr/>
      <dgm:t>
        <a:bodyPr/>
        <a:lstStyle/>
        <a:p>
          <a:endParaRPr lang="es-ES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4324E71C-51E4-4FFA-9638-472734009553}" type="pres">
      <dgm:prSet presAssocID="{D1D10F65-8C36-4800-AD9D-4A75930380A4}" presName="thickLine" presStyleLbl="alignNode1" presStyleIdx="0" presStyleCnt="2" custLinFactNeighborY="-59234"/>
      <dgm:spPr/>
    </dgm:pt>
    <dgm:pt modelId="{35D4AF3C-4879-491B-8004-F3B88F6D9FB5}" type="pres">
      <dgm:prSet presAssocID="{D1D10F65-8C36-4800-AD9D-4A75930380A4}" presName="horz1" presStyleCnt="0"/>
      <dgm:spPr/>
    </dgm:pt>
    <dgm:pt modelId="{792A15AE-68CB-4B5E-A488-D8B2430819E0}" type="pres">
      <dgm:prSet presAssocID="{D1D10F65-8C36-4800-AD9D-4A75930380A4}" presName="tx1" presStyleLbl="revTx" presStyleIdx="0" presStyleCnt="11" custScaleY="81135"/>
      <dgm:spPr/>
      <dgm:t>
        <a:bodyPr/>
        <a:lstStyle/>
        <a:p>
          <a:endParaRPr lang="es-ES"/>
        </a:p>
      </dgm:t>
    </dgm:pt>
    <dgm:pt modelId="{162AB6D4-F395-4B55-9519-21B610CC0382}" type="pres">
      <dgm:prSet presAssocID="{D1D10F65-8C36-4800-AD9D-4A75930380A4}" presName="vert1" presStyleCnt="0"/>
      <dgm:spPr/>
    </dgm:pt>
    <dgm:pt modelId="{412C8F4B-57E8-4EE2-95F4-7EAB16DF68B6}" type="pres">
      <dgm:prSet presAssocID="{9C0C5B6B-88B0-0644-95CC-DA013289C236}" presName="vertSpace2a" presStyleCnt="0"/>
      <dgm:spPr/>
    </dgm:pt>
    <dgm:pt modelId="{706ACAA7-2B5D-4D39-81AB-5DAABC04EC1D}" type="pres">
      <dgm:prSet presAssocID="{9C0C5B6B-88B0-0644-95CC-DA013289C236}" presName="horz2" presStyleCnt="0"/>
      <dgm:spPr/>
    </dgm:pt>
    <dgm:pt modelId="{3456CDB8-701B-42F1-87C2-C295CD1E48EE}" type="pres">
      <dgm:prSet presAssocID="{9C0C5B6B-88B0-0644-95CC-DA013289C236}" presName="horzSpace2" presStyleCnt="0"/>
      <dgm:spPr/>
    </dgm:pt>
    <dgm:pt modelId="{520D1D2C-1114-41BF-8F7E-61F71B01A781}" type="pres">
      <dgm:prSet presAssocID="{9C0C5B6B-88B0-0644-95CC-DA013289C236}" presName="tx2" presStyleLbl="revTx" presStyleIdx="1" presStyleCnt="11"/>
      <dgm:spPr/>
      <dgm:t>
        <a:bodyPr/>
        <a:lstStyle/>
        <a:p>
          <a:endParaRPr lang="es-ES"/>
        </a:p>
      </dgm:t>
    </dgm:pt>
    <dgm:pt modelId="{D6DDDC7E-F1A5-4153-9143-0972F5C1698F}" type="pres">
      <dgm:prSet presAssocID="{9C0C5B6B-88B0-0644-95CC-DA013289C236}" presName="vert2" presStyleCnt="0"/>
      <dgm:spPr/>
    </dgm:pt>
    <dgm:pt modelId="{0A0EB41C-54BD-4DBD-AE20-1F9966450DC3}" type="pres">
      <dgm:prSet presAssocID="{9C0C5B6B-88B0-0644-95CC-DA013289C236}" presName="thinLine2b" presStyleLbl="callout" presStyleIdx="0" presStyleCnt="9"/>
      <dgm:spPr/>
    </dgm:pt>
    <dgm:pt modelId="{BD1DC2FA-97F1-47D7-B64D-204FB692D739}" type="pres">
      <dgm:prSet presAssocID="{9C0C5B6B-88B0-0644-95CC-DA013289C236}" presName="vertSpace2b" presStyleCnt="0"/>
      <dgm:spPr/>
    </dgm:pt>
    <dgm:pt modelId="{AA817BFD-CFD8-4863-BA21-FE68B817CC3C}" type="pres">
      <dgm:prSet presAssocID="{4D7DCE72-F1C7-3648-B096-B3BF2FA1BA56}" presName="horz2" presStyleCnt="0"/>
      <dgm:spPr/>
    </dgm:pt>
    <dgm:pt modelId="{BD57D683-A942-4221-A2F2-BB0CF711AC57}" type="pres">
      <dgm:prSet presAssocID="{4D7DCE72-F1C7-3648-B096-B3BF2FA1BA56}" presName="horzSpace2" presStyleCnt="0"/>
      <dgm:spPr/>
    </dgm:pt>
    <dgm:pt modelId="{F1E3A902-B27E-4D1E-9D62-838DBF77570E}" type="pres">
      <dgm:prSet presAssocID="{4D7DCE72-F1C7-3648-B096-B3BF2FA1BA56}" presName="tx2" presStyleLbl="revTx" presStyleIdx="2" presStyleCnt="11"/>
      <dgm:spPr/>
      <dgm:t>
        <a:bodyPr/>
        <a:lstStyle/>
        <a:p>
          <a:endParaRPr lang="es-ES"/>
        </a:p>
      </dgm:t>
    </dgm:pt>
    <dgm:pt modelId="{4F138E20-5633-4DCC-BBC2-20DFBFC7868F}" type="pres">
      <dgm:prSet presAssocID="{4D7DCE72-F1C7-3648-B096-B3BF2FA1BA56}" presName="vert2" presStyleCnt="0"/>
      <dgm:spPr/>
    </dgm:pt>
    <dgm:pt modelId="{2B79C5B5-7045-4C8A-A0D3-ED34D320DACE}" type="pres">
      <dgm:prSet presAssocID="{4D7DCE72-F1C7-3648-B096-B3BF2FA1BA56}" presName="thinLine2b" presStyleLbl="callout" presStyleIdx="1" presStyleCnt="9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s-ES"/>
        </a:p>
      </dgm:t>
    </dgm:pt>
    <dgm:pt modelId="{8C3B0260-807F-409D-975C-EBFF816514C3}" type="pres">
      <dgm:prSet presAssocID="{4D7DCE72-F1C7-3648-B096-B3BF2FA1BA56}" presName="vertSpace2b" presStyleCnt="0"/>
      <dgm:spPr/>
    </dgm:pt>
    <dgm:pt modelId="{DCC37064-A6D2-4A55-A252-3829429045E5}" type="pres">
      <dgm:prSet presAssocID="{EA05A323-1CD6-E844-BD1C-19A2225C0340}" presName="horz2" presStyleCnt="0"/>
      <dgm:spPr/>
    </dgm:pt>
    <dgm:pt modelId="{AF620EF4-9246-40B0-95DD-0F97FD557889}" type="pres">
      <dgm:prSet presAssocID="{EA05A323-1CD6-E844-BD1C-19A2225C0340}" presName="horzSpace2" presStyleCnt="0"/>
      <dgm:spPr/>
    </dgm:pt>
    <dgm:pt modelId="{821592CB-BF1E-40A4-88FF-532C668728A8}" type="pres">
      <dgm:prSet presAssocID="{EA05A323-1CD6-E844-BD1C-19A2225C0340}" presName="tx2" presStyleLbl="revTx" presStyleIdx="3" presStyleCnt="11"/>
      <dgm:spPr/>
      <dgm:t>
        <a:bodyPr/>
        <a:lstStyle/>
        <a:p>
          <a:endParaRPr lang="es-ES"/>
        </a:p>
      </dgm:t>
    </dgm:pt>
    <dgm:pt modelId="{4A2BC687-FFD6-4EBF-9A58-5F5A5936D128}" type="pres">
      <dgm:prSet presAssocID="{EA05A323-1CD6-E844-BD1C-19A2225C0340}" presName="vert2" presStyleCnt="0"/>
      <dgm:spPr/>
    </dgm:pt>
    <dgm:pt modelId="{AFB2C275-AEA0-46EA-8FAC-DEEB17253C42}" type="pres">
      <dgm:prSet presAssocID="{EA05A323-1CD6-E844-BD1C-19A2225C0340}" presName="thinLine2b" presStyleLbl="callout" presStyleIdx="2" presStyleCnt="9" custLinFactNeighborY="-22571"/>
      <dgm:spPr/>
    </dgm:pt>
    <dgm:pt modelId="{B63F60B4-89E7-4E26-9559-C63693EDEACE}" type="pres">
      <dgm:prSet presAssocID="{EA05A323-1CD6-E844-BD1C-19A2225C0340}" presName="vertSpace2b" presStyleCnt="0"/>
      <dgm:spPr/>
    </dgm:pt>
    <dgm:pt modelId="{D59C0278-DE41-4AAD-9EF9-7AEC556EDAE3}" type="pres">
      <dgm:prSet presAssocID="{100015F2-99E1-461E-9C5B-CB395F0D238B}" presName="horz2" presStyleCnt="0"/>
      <dgm:spPr/>
    </dgm:pt>
    <dgm:pt modelId="{33B6C96C-9A76-4F78-AA5F-493F55717075}" type="pres">
      <dgm:prSet presAssocID="{100015F2-99E1-461E-9C5B-CB395F0D238B}" presName="horzSpace2" presStyleCnt="0"/>
      <dgm:spPr/>
    </dgm:pt>
    <dgm:pt modelId="{4105AE7B-4FF7-483C-9AE1-8E3B50452022}" type="pres">
      <dgm:prSet presAssocID="{100015F2-99E1-461E-9C5B-CB395F0D238B}" presName="tx2" presStyleLbl="revTx" presStyleIdx="4" presStyleCnt="11"/>
      <dgm:spPr/>
      <dgm:t>
        <a:bodyPr/>
        <a:lstStyle/>
        <a:p>
          <a:endParaRPr lang="es-ES"/>
        </a:p>
      </dgm:t>
    </dgm:pt>
    <dgm:pt modelId="{0B900678-F3B9-400F-BF18-9132BF217E94}" type="pres">
      <dgm:prSet presAssocID="{100015F2-99E1-461E-9C5B-CB395F0D238B}" presName="vert2" presStyleCnt="0"/>
      <dgm:spPr/>
    </dgm:pt>
    <dgm:pt modelId="{4F894A1B-29F8-434C-97EC-0B52CCF81AA7}" type="pres">
      <dgm:prSet presAssocID="{100015F2-99E1-461E-9C5B-CB395F0D238B}" presName="thinLine2b" presStyleLbl="callout" presStyleIdx="3" presStyleCnt="9"/>
      <dgm:spPr/>
    </dgm:pt>
    <dgm:pt modelId="{6BD722AD-71BD-4044-AA28-41182ED4FF74}" type="pres">
      <dgm:prSet presAssocID="{100015F2-99E1-461E-9C5B-CB395F0D238B}" presName="vertSpace2b" presStyleCnt="0"/>
      <dgm:spPr/>
    </dgm:pt>
    <dgm:pt modelId="{B2F277F3-7CF1-994E-B28A-0B3155C31199}" type="pres">
      <dgm:prSet presAssocID="{A00DC1EC-B999-A640-8654-4E50ABDDE020}" presName="thickLine" presStyleLbl="alignNode1" presStyleIdx="1" presStyleCnt="2" custLinFactNeighborY="-4989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5" presStyleCnt="11"/>
      <dgm:spPr/>
      <dgm:t>
        <a:bodyPr/>
        <a:lstStyle/>
        <a:p>
          <a:endParaRPr lang="es-ES"/>
        </a:p>
      </dgm:t>
    </dgm:pt>
    <dgm:pt modelId="{84783DB1-8E64-8549-92F0-B23833CEE8B0}" type="pres">
      <dgm:prSet presAssocID="{A00DC1EC-B999-A640-8654-4E50ABDDE020}" presName="vert1" presStyleCnt="0"/>
      <dgm:spPr/>
    </dgm:pt>
    <dgm:pt modelId="{7639A2F8-0310-4BED-B4BD-EAB6A5C40B77}" type="pres">
      <dgm:prSet presAssocID="{C067AB59-C7C5-C74B-8B60-2FA743781E39}" presName="vertSpace2a" presStyleCnt="0"/>
      <dgm:spPr/>
    </dgm:pt>
    <dgm:pt modelId="{6A69390F-9BF9-4ABA-8159-EAF93506C37D}" type="pres">
      <dgm:prSet presAssocID="{C067AB59-C7C5-C74B-8B60-2FA743781E39}" presName="horz2" presStyleCnt="0"/>
      <dgm:spPr/>
    </dgm:pt>
    <dgm:pt modelId="{80389192-84FD-488B-A175-87A5FB0572BA}" type="pres">
      <dgm:prSet presAssocID="{C067AB59-C7C5-C74B-8B60-2FA743781E39}" presName="horzSpace2" presStyleCnt="0"/>
      <dgm:spPr/>
    </dgm:pt>
    <dgm:pt modelId="{CECABC1D-D0D2-4346-AB17-5BDF3AE0B320}" type="pres">
      <dgm:prSet presAssocID="{C067AB59-C7C5-C74B-8B60-2FA743781E39}" presName="tx2" presStyleLbl="revTx" presStyleIdx="6" presStyleCnt="11"/>
      <dgm:spPr/>
      <dgm:t>
        <a:bodyPr/>
        <a:lstStyle/>
        <a:p>
          <a:endParaRPr lang="es-ES"/>
        </a:p>
      </dgm:t>
    </dgm:pt>
    <dgm:pt modelId="{C56FE37B-F98C-4D15-95CF-6DC56554B5B4}" type="pres">
      <dgm:prSet presAssocID="{C067AB59-C7C5-C74B-8B60-2FA743781E39}" presName="vert2" presStyleCnt="0"/>
      <dgm:spPr/>
    </dgm:pt>
    <dgm:pt modelId="{5D84D3DB-F553-4712-A813-E34BD39795E9}" type="pres">
      <dgm:prSet presAssocID="{C067AB59-C7C5-C74B-8B60-2FA743781E39}" presName="thinLine2b" presStyleLbl="callout" presStyleIdx="4" presStyleCnt="9"/>
      <dgm:spPr/>
    </dgm:pt>
    <dgm:pt modelId="{2128B8DA-3804-468D-B525-5F0093F85BA2}" type="pres">
      <dgm:prSet presAssocID="{C067AB59-C7C5-C74B-8B60-2FA743781E39}" presName="vertSpace2b" presStyleCnt="0"/>
      <dgm:spPr/>
    </dgm:pt>
    <dgm:pt modelId="{4F42B568-F39A-4181-8658-EC1C2143BBA0}" type="pres">
      <dgm:prSet presAssocID="{D206AD7D-6FCF-BA4A-A881-D49C0A782FC3}" presName="horz2" presStyleCnt="0"/>
      <dgm:spPr/>
    </dgm:pt>
    <dgm:pt modelId="{4F8359BF-8C47-4A90-A343-AF5BDC5F9DE8}" type="pres">
      <dgm:prSet presAssocID="{D206AD7D-6FCF-BA4A-A881-D49C0A782FC3}" presName="horzSpace2" presStyleCnt="0"/>
      <dgm:spPr/>
    </dgm:pt>
    <dgm:pt modelId="{70B24025-E2C6-417F-99E1-3AE2064C772D}" type="pres">
      <dgm:prSet presAssocID="{D206AD7D-6FCF-BA4A-A881-D49C0A782FC3}" presName="tx2" presStyleLbl="revTx" presStyleIdx="7" presStyleCnt="11"/>
      <dgm:spPr/>
      <dgm:t>
        <a:bodyPr/>
        <a:lstStyle/>
        <a:p>
          <a:endParaRPr lang="es-ES"/>
        </a:p>
      </dgm:t>
    </dgm:pt>
    <dgm:pt modelId="{7CEB9B09-60D8-4882-A2D8-38EF68D5C19F}" type="pres">
      <dgm:prSet presAssocID="{D206AD7D-6FCF-BA4A-A881-D49C0A782FC3}" presName="vert2" presStyleCnt="0"/>
      <dgm:spPr/>
    </dgm:pt>
    <dgm:pt modelId="{5E350EE4-2D6A-4A16-A0FE-9FACA9074727}" type="pres">
      <dgm:prSet presAssocID="{D206AD7D-6FCF-BA4A-A881-D49C0A782FC3}" presName="thinLine2b" presStyleLbl="callout" presStyleIdx="5" presStyleCnt="9"/>
      <dgm:spPr/>
    </dgm:pt>
    <dgm:pt modelId="{9BB5AFB5-07F7-4132-85A2-44E6D0516C88}" type="pres">
      <dgm:prSet presAssocID="{D206AD7D-6FCF-BA4A-A881-D49C0A782FC3}" presName="vertSpace2b" presStyleCnt="0"/>
      <dgm:spPr/>
    </dgm:pt>
    <dgm:pt modelId="{CFD8E1A3-90D3-46A8-AE85-EB36E0237BB5}" type="pres">
      <dgm:prSet presAssocID="{3440283F-7B94-41E1-A678-109BA5967928}" presName="horz2" presStyleCnt="0"/>
      <dgm:spPr/>
    </dgm:pt>
    <dgm:pt modelId="{274EF02C-7D1A-409B-A859-EE71E535A688}" type="pres">
      <dgm:prSet presAssocID="{3440283F-7B94-41E1-A678-109BA5967928}" presName="horzSpace2" presStyleCnt="0"/>
      <dgm:spPr/>
    </dgm:pt>
    <dgm:pt modelId="{1AB85A7C-0FFD-4546-B83C-987E91EDF1C9}" type="pres">
      <dgm:prSet presAssocID="{3440283F-7B94-41E1-A678-109BA5967928}" presName="tx2" presStyleLbl="revTx" presStyleIdx="8" presStyleCnt="11"/>
      <dgm:spPr/>
      <dgm:t>
        <a:bodyPr/>
        <a:lstStyle/>
        <a:p>
          <a:endParaRPr lang="es-ES"/>
        </a:p>
      </dgm:t>
    </dgm:pt>
    <dgm:pt modelId="{6F7BAE7F-F22E-4343-8455-8D1D04AE6291}" type="pres">
      <dgm:prSet presAssocID="{3440283F-7B94-41E1-A678-109BA5967928}" presName="vert2" presStyleCnt="0"/>
      <dgm:spPr/>
    </dgm:pt>
    <dgm:pt modelId="{DF72560F-E95F-423D-A8FF-AAE8DAA00A74}" type="pres">
      <dgm:prSet presAssocID="{3440283F-7B94-41E1-A678-109BA5967928}" presName="thinLine2b" presStyleLbl="callout" presStyleIdx="6" presStyleCnt="9"/>
      <dgm:spPr/>
    </dgm:pt>
    <dgm:pt modelId="{D8D1CF1A-EF09-4022-8D03-FD002D4FE754}" type="pres">
      <dgm:prSet presAssocID="{3440283F-7B94-41E1-A678-109BA5967928}" presName="vertSpace2b" presStyleCnt="0"/>
      <dgm:spPr/>
    </dgm:pt>
    <dgm:pt modelId="{00451E5C-D19E-4AC4-8C6F-60950BA475F2}" type="pres">
      <dgm:prSet presAssocID="{5B536FDF-F2F3-4D05-AF9A-89E79C92380B}" presName="horz2" presStyleCnt="0"/>
      <dgm:spPr/>
    </dgm:pt>
    <dgm:pt modelId="{3C367370-E70B-40CC-9DCF-3FC0C33EDE1B}" type="pres">
      <dgm:prSet presAssocID="{5B536FDF-F2F3-4D05-AF9A-89E79C92380B}" presName="horzSpace2" presStyleCnt="0"/>
      <dgm:spPr/>
    </dgm:pt>
    <dgm:pt modelId="{EDBBCE88-88E0-4C06-BA01-B4EFB6C685E1}" type="pres">
      <dgm:prSet presAssocID="{5B536FDF-F2F3-4D05-AF9A-89E79C92380B}" presName="tx2" presStyleLbl="revTx" presStyleIdx="9" presStyleCnt="11"/>
      <dgm:spPr/>
      <dgm:t>
        <a:bodyPr/>
        <a:lstStyle/>
        <a:p>
          <a:endParaRPr lang="es-ES"/>
        </a:p>
      </dgm:t>
    </dgm:pt>
    <dgm:pt modelId="{5EA7847F-7A65-4DE6-AFB0-0784772E4EA1}" type="pres">
      <dgm:prSet presAssocID="{5B536FDF-F2F3-4D05-AF9A-89E79C92380B}" presName="vert2" presStyleCnt="0"/>
      <dgm:spPr/>
    </dgm:pt>
    <dgm:pt modelId="{22FFB06E-FF71-449B-9AA1-BDA4A6D85DF8}" type="pres">
      <dgm:prSet presAssocID="{5B536FDF-F2F3-4D05-AF9A-89E79C92380B}" presName="thinLine2b" presStyleLbl="callout" presStyleIdx="7" presStyleCnt="9"/>
      <dgm:spPr/>
    </dgm:pt>
    <dgm:pt modelId="{D29BEB5B-2E19-4BA8-823B-ABEF6ECE6E88}" type="pres">
      <dgm:prSet presAssocID="{5B536FDF-F2F3-4D05-AF9A-89E79C92380B}" presName="vertSpace2b" presStyleCnt="0"/>
      <dgm:spPr/>
    </dgm:pt>
    <dgm:pt modelId="{64D63656-2D6F-44B7-A17E-7A3CBEE7F6DA}" type="pres">
      <dgm:prSet presAssocID="{C408151F-FF08-4352-8C80-D40A883F9969}" presName="horz2" presStyleCnt="0"/>
      <dgm:spPr/>
    </dgm:pt>
    <dgm:pt modelId="{BA27F77E-6FAA-4129-8F54-23B3AF730E67}" type="pres">
      <dgm:prSet presAssocID="{C408151F-FF08-4352-8C80-D40A883F9969}" presName="horzSpace2" presStyleCnt="0"/>
      <dgm:spPr/>
    </dgm:pt>
    <dgm:pt modelId="{BC711DF3-B847-410F-97A6-BD08272462FE}" type="pres">
      <dgm:prSet presAssocID="{C408151F-FF08-4352-8C80-D40A883F9969}" presName="tx2" presStyleLbl="revTx" presStyleIdx="10" presStyleCnt="11"/>
      <dgm:spPr/>
      <dgm:t>
        <a:bodyPr/>
        <a:lstStyle/>
        <a:p>
          <a:endParaRPr lang="es-ES"/>
        </a:p>
      </dgm:t>
    </dgm:pt>
    <dgm:pt modelId="{23055440-F2E5-4E3C-ACF9-9BC6F7030A1B}" type="pres">
      <dgm:prSet presAssocID="{C408151F-FF08-4352-8C80-D40A883F9969}" presName="vert2" presStyleCnt="0"/>
      <dgm:spPr/>
    </dgm:pt>
    <dgm:pt modelId="{69ED304A-CB44-4E6C-BBDB-3F29796AD7FA}" type="pres">
      <dgm:prSet presAssocID="{C408151F-FF08-4352-8C80-D40A883F9969}" presName="thinLine2b" presStyleLbl="callout" presStyleIdx="8" presStyleCnt="9"/>
      <dgm:spPr/>
    </dgm:pt>
    <dgm:pt modelId="{5A8D5B76-4C61-4B02-978D-C6BD544986ED}" type="pres">
      <dgm:prSet presAssocID="{C408151F-FF08-4352-8C80-D40A883F9969}" presName="vertSpace2b" presStyleCnt="0"/>
      <dgm:spPr/>
    </dgm:pt>
  </dgm:ptLst>
  <dgm:cxnLst>
    <dgm:cxn modelId="{2B3AB939-F741-4B55-BCEC-AC60F4C0DC14}" srcId="{A00DC1EC-B999-A640-8654-4E50ABDDE020}" destId="{3440283F-7B94-41E1-A678-109BA5967928}" srcOrd="2" destOrd="0" parTransId="{620191C0-423A-4FE9-A4F1-5C5D36C0C76E}" sibTransId="{23C99D01-59D4-4C59-997C-A7CC57B9FF58}"/>
    <dgm:cxn modelId="{A8D8B6B8-B1A7-4FEE-99A4-06E0BA6E894A}" type="presOf" srcId="{C408151F-FF08-4352-8C80-D40A883F9969}" destId="{BC711DF3-B847-410F-97A6-BD08272462FE}" srcOrd="0" destOrd="0" presId="urn:microsoft.com/office/officeart/2008/layout/LinedList"/>
    <dgm:cxn modelId="{DBA51B96-2BDF-C04D-8EE9-74101BC05F2E}" srcId="{A00DC1EC-B999-A640-8654-4E50ABDDE020}" destId="{D206AD7D-6FCF-BA4A-A881-D49C0A782FC3}" srcOrd="1" destOrd="0" parTransId="{2FAF4929-896A-4142-A9D4-FCF51F2A7AA6}" sibTransId="{948F4234-2DCD-C24A-ABA8-79BDA4601848}"/>
    <dgm:cxn modelId="{B913582A-C51A-7948-8CD7-0EAADAC6E1E7}" srcId="{D1D10F65-8C36-4800-AD9D-4A75930380A4}" destId="{9C0C5B6B-88B0-0644-95CC-DA013289C236}" srcOrd="0" destOrd="0" parTransId="{B8FBE750-BA08-3745-BDB2-8DE244854305}" sibTransId="{7720ED4A-2659-4441-8B8A-B12AAECACA03}"/>
    <dgm:cxn modelId="{9F261941-24ED-402A-AAD4-7E453770E726}" type="presOf" srcId="{EA05A323-1CD6-E844-BD1C-19A2225C0340}" destId="{821592CB-BF1E-40A4-88FF-532C668728A8}" srcOrd="0" destOrd="0" presId="urn:microsoft.com/office/officeart/2008/layout/LinedList"/>
    <dgm:cxn modelId="{BE140C54-7845-4FA6-BD16-779C89E4A191}" type="presOf" srcId="{C067AB59-C7C5-C74B-8B60-2FA743781E39}" destId="{CECABC1D-D0D2-4346-AB17-5BDF3AE0B320}" srcOrd="0" destOrd="0" presId="urn:microsoft.com/office/officeart/2008/layout/LinedList"/>
    <dgm:cxn modelId="{88CAD25B-4863-724E-A8BB-5EA65B911430}" type="presOf" srcId="{C3CE8D9A-2F5F-E04C-AF81-B61DA3187B58}" destId="{A4615577-DB07-0E46-BAD9-752076C1E8EB}" srcOrd="0" destOrd="0" presId="urn:microsoft.com/office/officeart/2008/layout/LinedList"/>
    <dgm:cxn modelId="{170E0A80-D936-D547-94C5-570AC1082D21}" srcId="{D1D10F65-8C36-4800-AD9D-4A75930380A4}" destId="{EA05A323-1CD6-E844-BD1C-19A2225C0340}" srcOrd="2" destOrd="0" parTransId="{30E5782B-3D30-E84E-8B09-5F18CE4DBC15}" sibTransId="{A735D71C-2096-F344-B726-857D36F14FEB}"/>
    <dgm:cxn modelId="{6FCFE956-A4B8-4040-A710-4C204E8AB087}" type="presOf" srcId="{5B536FDF-F2F3-4D05-AF9A-89E79C92380B}" destId="{EDBBCE88-88E0-4C06-BA01-B4EFB6C685E1}" srcOrd="0" destOrd="0" presId="urn:microsoft.com/office/officeart/2008/layout/LinedList"/>
    <dgm:cxn modelId="{7D1D3080-7900-4CC4-B4C0-BD39D5B7C3EE}" srcId="{C3CE8D9A-2F5F-E04C-AF81-B61DA3187B58}" destId="{D1D10F65-8C36-4800-AD9D-4A75930380A4}" srcOrd="0" destOrd="0" parTransId="{90F18EEC-639F-4363-B4CF-89223F0F6C38}" sibTransId="{99324C82-0C51-4B8E-B7FB-AB0EDB6CDB40}"/>
    <dgm:cxn modelId="{BD37AD1D-2447-4BBF-AECA-05276A4AB4C4}" type="presOf" srcId="{100015F2-99E1-461E-9C5B-CB395F0D238B}" destId="{4105AE7B-4FF7-483C-9AE1-8E3B50452022}" srcOrd="0" destOrd="0" presId="urn:microsoft.com/office/officeart/2008/layout/LinedList"/>
    <dgm:cxn modelId="{AFE1BFFD-BCE2-4B07-8778-349DF1D2A1BC}" type="presOf" srcId="{D206AD7D-6FCF-BA4A-A881-D49C0A782FC3}" destId="{70B24025-E2C6-417F-99E1-3AE2064C772D}" srcOrd="0" destOrd="0" presId="urn:microsoft.com/office/officeart/2008/layout/LinedList"/>
    <dgm:cxn modelId="{21CF3CCE-16FA-432E-B01C-0B2A4EA706EF}" srcId="{A00DC1EC-B999-A640-8654-4E50ABDDE020}" destId="{C408151F-FF08-4352-8C80-D40A883F9969}" srcOrd="4" destOrd="0" parTransId="{43789CE0-BE29-4D5A-ACA6-E54EA30CE156}" sibTransId="{3FA3431C-998F-4A11-80A9-BD41A6A6A3B3}"/>
    <dgm:cxn modelId="{2FE6312A-8E9C-42E4-A35F-065C47954353}" type="presOf" srcId="{D1D10F65-8C36-4800-AD9D-4A75930380A4}" destId="{792A15AE-68CB-4B5E-A488-D8B2430819E0}" srcOrd="0" destOrd="0" presId="urn:microsoft.com/office/officeart/2008/layout/LinedList"/>
    <dgm:cxn modelId="{FA015F84-3A27-6341-B5E5-5AAABF15FCA7}" srcId="{A00DC1EC-B999-A640-8654-4E50ABDDE020}" destId="{C067AB59-C7C5-C74B-8B60-2FA743781E39}" srcOrd="0" destOrd="0" parTransId="{E4F708B6-A4DC-E54B-965A-6A91932F4F21}" sibTransId="{07AED4AD-A571-FA4C-8F60-2811AAEB8399}"/>
    <dgm:cxn modelId="{3E29948C-DFFC-AB42-9C68-F162D26487F0}" type="presOf" srcId="{A00DC1EC-B999-A640-8654-4E50ABDDE020}" destId="{9891002C-403A-A043-B663-E6FEB51C2557}" srcOrd="0" destOrd="0" presId="urn:microsoft.com/office/officeart/2008/layout/LinedList"/>
    <dgm:cxn modelId="{96515F35-79E4-4742-B686-B15FF8D6FF12}" srcId="{D1D10F65-8C36-4800-AD9D-4A75930380A4}" destId="{100015F2-99E1-461E-9C5B-CB395F0D238B}" srcOrd="3" destOrd="0" parTransId="{B7B94B0D-8994-48D9-B9F8-49D3F947064E}" sibTransId="{58AF296F-5371-4071-B910-CBDC32C559E3}"/>
    <dgm:cxn modelId="{3BDFFADE-29A9-481E-B58F-434B0C851ADE}" type="presOf" srcId="{4D7DCE72-F1C7-3648-B096-B3BF2FA1BA56}" destId="{F1E3A902-B27E-4D1E-9D62-838DBF77570E}" srcOrd="0" destOrd="0" presId="urn:microsoft.com/office/officeart/2008/layout/LinedList"/>
    <dgm:cxn modelId="{366F432C-1A26-4011-8836-F1CB5F23632D}" srcId="{A00DC1EC-B999-A640-8654-4E50ABDDE020}" destId="{5B536FDF-F2F3-4D05-AF9A-89E79C92380B}" srcOrd="3" destOrd="0" parTransId="{56E7C592-F553-41EA-A0F8-EBF440BF702D}" sibTransId="{3DAEA229-1474-4E45-A55F-BA78088D2142}"/>
    <dgm:cxn modelId="{85AEC94C-8398-42E2-BCFF-BE328E528E4F}" type="presOf" srcId="{9C0C5B6B-88B0-0644-95CC-DA013289C236}" destId="{520D1D2C-1114-41BF-8F7E-61F71B01A781}" srcOrd="0" destOrd="0" presId="urn:microsoft.com/office/officeart/2008/layout/LinedList"/>
    <dgm:cxn modelId="{57DCF56E-A877-4D98-80BC-07F249D9A3FF}" type="presOf" srcId="{3440283F-7B94-41E1-A678-109BA5967928}" destId="{1AB85A7C-0FFD-4546-B83C-987E91EDF1C9}" srcOrd="0" destOrd="0" presId="urn:microsoft.com/office/officeart/2008/layout/LinedList"/>
    <dgm:cxn modelId="{C36FE991-C046-254D-B645-ED7CD9E49D91}" srcId="{C3CE8D9A-2F5F-E04C-AF81-B61DA3187B58}" destId="{A00DC1EC-B999-A640-8654-4E50ABDDE020}" srcOrd="1" destOrd="0" parTransId="{C1FC985A-8FE8-944A-89F3-975B9C62D138}" sibTransId="{48BA50DD-A1B0-B142-8134-1733EC7E096A}"/>
    <dgm:cxn modelId="{CEF75630-A106-2C4A-813E-06273EBC269D}" srcId="{D1D10F65-8C36-4800-AD9D-4A75930380A4}" destId="{4D7DCE72-F1C7-3648-B096-B3BF2FA1BA56}" srcOrd="1" destOrd="0" parTransId="{4130B51B-54F0-CE46-A291-A4358F1F6F5A}" sibTransId="{44AA0FEF-23B0-9044-91B0-9D01CCB0457B}"/>
    <dgm:cxn modelId="{4DB7B23E-B30F-4C81-8ACC-F20339733989}" type="presParOf" srcId="{A4615577-DB07-0E46-BAD9-752076C1E8EB}" destId="{4324E71C-51E4-4FFA-9638-472734009553}" srcOrd="0" destOrd="0" presId="urn:microsoft.com/office/officeart/2008/layout/LinedList"/>
    <dgm:cxn modelId="{5F89DA01-B92A-4DC0-9CEE-1F6FA1D40ECE}" type="presParOf" srcId="{A4615577-DB07-0E46-BAD9-752076C1E8EB}" destId="{35D4AF3C-4879-491B-8004-F3B88F6D9FB5}" srcOrd="1" destOrd="0" presId="urn:microsoft.com/office/officeart/2008/layout/LinedList"/>
    <dgm:cxn modelId="{F3D6BEA2-B2D9-4B81-A154-A2B392387994}" type="presParOf" srcId="{35D4AF3C-4879-491B-8004-F3B88F6D9FB5}" destId="{792A15AE-68CB-4B5E-A488-D8B2430819E0}" srcOrd="0" destOrd="0" presId="urn:microsoft.com/office/officeart/2008/layout/LinedList"/>
    <dgm:cxn modelId="{F7785119-16D5-4918-A11C-76CAE3186FCE}" type="presParOf" srcId="{35D4AF3C-4879-491B-8004-F3B88F6D9FB5}" destId="{162AB6D4-F395-4B55-9519-21B610CC0382}" srcOrd="1" destOrd="0" presId="urn:microsoft.com/office/officeart/2008/layout/LinedList"/>
    <dgm:cxn modelId="{B8EBD6DE-7A50-4C60-B506-ECD05FE59218}" type="presParOf" srcId="{162AB6D4-F395-4B55-9519-21B610CC0382}" destId="{412C8F4B-57E8-4EE2-95F4-7EAB16DF68B6}" srcOrd="0" destOrd="0" presId="urn:microsoft.com/office/officeart/2008/layout/LinedList"/>
    <dgm:cxn modelId="{956FD370-326D-4EB3-801A-A29C8A2FA36A}" type="presParOf" srcId="{162AB6D4-F395-4B55-9519-21B610CC0382}" destId="{706ACAA7-2B5D-4D39-81AB-5DAABC04EC1D}" srcOrd="1" destOrd="0" presId="urn:microsoft.com/office/officeart/2008/layout/LinedList"/>
    <dgm:cxn modelId="{A39098EB-962C-4166-8037-F95585B9F478}" type="presParOf" srcId="{706ACAA7-2B5D-4D39-81AB-5DAABC04EC1D}" destId="{3456CDB8-701B-42F1-87C2-C295CD1E48EE}" srcOrd="0" destOrd="0" presId="urn:microsoft.com/office/officeart/2008/layout/LinedList"/>
    <dgm:cxn modelId="{342403CE-B025-4D29-8793-EA37F41E586D}" type="presParOf" srcId="{706ACAA7-2B5D-4D39-81AB-5DAABC04EC1D}" destId="{520D1D2C-1114-41BF-8F7E-61F71B01A781}" srcOrd="1" destOrd="0" presId="urn:microsoft.com/office/officeart/2008/layout/LinedList"/>
    <dgm:cxn modelId="{25A3F28B-6CD7-4F31-890F-F8CF5F90629E}" type="presParOf" srcId="{706ACAA7-2B5D-4D39-81AB-5DAABC04EC1D}" destId="{D6DDDC7E-F1A5-4153-9143-0972F5C1698F}" srcOrd="2" destOrd="0" presId="urn:microsoft.com/office/officeart/2008/layout/LinedList"/>
    <dgm:cxn modelId="{4E8BB94C-449C-4BAA-89E5-7B4012CC296E}" type="presParOf" srcId="{162AB6D4-F395-4B55-9519-21B610CC0382}" destId="{0A0EB41C-54BD-4DBD-AE20-1F9966450DC3}" srcOrd="2" destOrd="0" presId="urn:microsoft.com/office/officeart/2008/layout/LinedList"/>
    <dgm:cxn modelId="{AB79C922-1D85-4408-9FB6-F8CFB8C36573}" type="presParOf" srcId="{162AB6D4-F395-4B55-9519-21B610CC0382}" destId="{BD1DC2FA-97F1-47D7-B64D-204FB692D739}" srcOrd="3" destOrd="0" presId="urn:microsoft.com/office/officeart/2008/layout/LinedList"/>
    <dgm:cxn modelId="{6F9AF466-E2B6-4D13-8F7D-DC885CC31B1D}" type="presParOf" srcId="{162AB6D4-F395-4B55-9519-21B610CC0382}" destId="{AA817BFD-CFD8-4863-BA21-FE68B817CC3C}" srcOrd="4" destOrd="0" presId="urn:microsoft.com/office/officeart/2008/layout/LinedList"/>
    <dgm:cxn modelId="{A4CC1812-D46A-48BC-9422-20B9EC6ECAAB}" type="presParOf" srcId="{AA817BFD-CFD8-4863-BA21-FE68B817CC3C}" destId="{BD57D683-A942-4221-A2F2-BB0CF711AC57}" srcOrd="0" destOrd="0" presId="urn:microsoft.com/office/officeart/2008/layout/LinedList"/>
    <dgm:cxn modelId="{5AA14EA0-0813-473C-8163-DCE2FD80C8FD}" type="presParOf" srcId="{AA817BFD-CFD8-4863-BA21-FE68B817CC3C}" destId="{F1E3A902-B27E-4D1E-9D62-838DBF77570E}" srcOrd="1" destOrd="0" presId="urn:microsoft.com/office/officeart/2008/layout/LinedList"/>
    <dgm:cxn modelId="{F341795B-4F8D-40FC-BB87-DB28B4CBE845}" type="presParOf" srcId="{AA817BFD-CFD8-4863-BA21-FE68B817CC3C}" destId="{4F138E20-5633-4DCC-BBC2-20DFBFC7868F}" srcOrd="2" destOrd="0" presId="urn:microsoft.com/office/officeart/2008/layout/LinedList"/>
    <dgm:cxn modelId="{60B4EA34-669B-44B0-849E-7820221DB9C4}" type="presParOf" srcId="{162AB6D4-F395-4B55-9519-21B610CC0382}" destId="{2B79C5B5-7045-4C8A-A0D3-ED34D320DACE}" srcOrd="5" destOrd="0" presId="urn:microsoft.com/office/officeart/2008/layout/LinedList"/>
    <dgm:cxn modelId="{7E569D0C-3428-435B-AF6F-5E8C383648C2}" type="presParOf" srcId="{162AB6D4-F395-4B55-9519-21B610CC0382}" destId="{8C3B0260-807F-409D-975C-EBFF816514C3}" srcOrd="6" destOrd="0" presId="urn:microsoft.com/office/officeart/2008/layout/LinedList"/>
    <dgm:cxn modelId="{8F968DE2-01A0-490A-A10A-5EF138830341}" type="presParOf" srcId="{162AB6D4-F395-4B55-9519-21B610CC0382}" destId="{DCC37064-A6D2-4A55-A252-3829429045E5}" srcOrd="7" destOrd="0" presId="urn:microsoft.com/office/officeart/2008/layout/LinedList"/>
    <dgm:cxn modelId="{F7599D3A-2E6E-4C65-9E0D-25F128761943}" type="presParOf" srcId="{DCC37064-A6D2-4A55-A252-3829429045E5}" destId="{AF620EF4-9246-40B0-95DD-0F97FD557889}" srcOrd="0" destOrd="0" presId="urn:microsoft.com/office/officeart/2008/layout/LinedList"/>
    <dgm:cxn modelId="{BCF95899-7917-4EDB-8FD2-FCB40A438ECB}" type="presParOf" srcId="{DCC37064-A6D2-4A55-A252-3829429045E5}" destId="{821592CB-BF1E-40A4-88FF-532C668728A8}" srcOrd="1" destOrd="0" presId="urn:microsoft.com/office/officeart/2008/layout/LinedList"/>
    <dgm:cxn modelId="{51DE40F6-3A87-480E-99D8-89C0632D8E40}" type="presParOf" srcId="{DCC37064-A6D2-4A55-A252-3829429045E5}" destId="{4A2BC687-FFD6-4EBF-9A58-5F5A5936D128}" srcOrd="2" destOrd="0" presId="urn:microsoft.com/office/officeart/2008/layout/LinedList"/>
    <dgm:cxn modelId="{ACEB100A-F77A-4DDF-BF04-639FA07CDC79}" type="presParOf" srcId="{162AB6D4-F395-4B55-9519-21B610CC0382}" destId="{AFB2C275-AEA0-46EA-8FAC-DEEB17253C42}" srcOrd="8" destOrd="0" presId="urn:microsoft.com/office/officeart/2008/layout/LinedList"/>
    <dgm:cxn modelId="{48D32097-7681-4FF5-B71E-2581D6375AB7}" type="presParOf" srcId="{162AB6D4-F395-4B55-9519-21B610CC0382}" destId="{B63F60B4-89E7-4E26-9559-C63693EDEACE}" srcOrd="9" destOrd="0" presId="urn:microsoft.com/office/officeart/2008/layout/LinedList"/>
    <dgm:cxn modelId="{AE6D67E2-FA0E-4B5F-8635-2EF73B431210}" type="presParOf" srcId="{162AB6D4-F395-4B55-9519-21B610CC0382}" destId="{D59C0278-DE41-4AAD-9EF9-7AEC556EDAE3}" srcOrd="10" destOrd="0" presId="urn:microsoft.com/office/officeart/2008/layout/LinedList"/>
    <dgm:cxn modelId="{CD846359-CFF8-4F36-A317-19BFFD377322}" type="presParOf" srcId="{D59C0278-DE41-4AAD-9EF9-7AEC556EDAE3}" destId="{33B6C96C-9A76-4F78-AA5F-493F55717075}" srcOrd="0" destOrd="0" presId="urn:microsoft.com/office/officeart/2008/layout/LinedList"/>
    <dgm:cxn modelId="{26E1BB60-C5D7-4D96-9037-4B02688F05A2}" type="presParOf" srcId="{D59C0278-DE41-4AAD-9EF9-7AEC556EDAE3}" destId="{4105AE7B-4FF7-483C-9AE1-8E3B50452022}" srcOrd="1" destOrd="0" presId="urn:microsoft.com/office/officeart/2008/layout/LinedList"/>
    <dgm:cxn modelId="{E7B9A4D6-49B1-44D6-85FA-1BBC928F1876}" type="presParOf" srcId="{D59C0278-DE41-4AAD-9EF9-7AEC556EDAE3}" destId="{0B900678-F3B9-400F-BF18-9132BF217E94}" srcOrd="2" destOrd="0" presId="urn:microsoft.com/office/officeart/2008/layout/LinedList"/>
    <dgm:cxn modelId="{55163ADD-C591-4201-B455-4E91F6F48649}" type="presParOf" srcId="{162AB6D4-F395-4B55-9519-21B610CC0382}" destId="{4F894A1B-29F8-434C-97EC-0B52CCF81AA7}" srcOrd="11" destOrd="0" presId="urn:microsoft.com/office/officeart/2008/layout/LinedList"/>
    <dgm:cxn modelId="{72EE852C-04FB-4618-B6F3-4B00A8EC3CF3}" type="presParOf" srcId="{162AB6D4-F395-4B55-9519-21B610CC0382}" destId="{6BD722AD-71BD-4044-AA28-41182ED4FF74}" srcOrd="12" destOrd="0" presId="urn:microsoft.com/office/officeart/2008/layout/LinedList"/>
    <dgm:cxn modelId="{35AF335E-5A39-7049-B788-36F0EF331E73}" type="presParOf" srcId="{A4615577-DB07-0E46-BAD9-752076C1E8EB}" destId="{B2F277F3-7CF1-994E-B28A-0B3155C31199}" srcOrd="2" destOrd="0" presId="urn:microsoft.com/office/officeart/2008/layout/LinedList"/>
    <dgm:cxn modelId="{5F47EFD6-2CBD-894E-8B6E-5A8B8B366D05}" type="presParOf" srcId="{A4615577-DB07-0E46-BAD9-752076C1E8EB}" destId="{0C40495D-3188-9E48-A89E-F64BB2F461F5}" srcOrd="3" destOrd="0" presId="urn:microsoft.com/office/officeart/2008/layout/LinedList"/>
    <dgm:cxn modelId="{E3857465-52FE-4043-A3F9-DA9E495DC241}" type="presParOf" srcId="{0C40495D-3188-9E48-A89E-F64BB2F461F5}" destId="{9891002C-403A-A043-B663-E6FEB51C2557}" srcOrd="0" destOrd="0" presId="urn:microsoft.com/office/officeart/2008/layout/LinedList"/>
    <dgm:cxn modelId="{A92C2B0F-4EC0-EE40-994C-464482B0D0DE}" type="presParOf" srcId="{0C40495D-3188-9E48-A89E-F64BB2F461F5}" destId="{84783DB1-8E64-8549-92F0-B23833CEE8B0}" srcOrd="1" destOrd="0" presId="urn:microsoft.com/office/officeart/2008/layout/LinedList"/>
    <dgm:cxn modelId="{EA0B3910-EB80-4029-B60B-20F24CE2843C}" type="presParOf" srcId="{84783DB1-8E64-8549-92F0-B23833CEE8B0}" destId="{7639A2F8-0310-4BED-B4BD-EAB6A5C40B77}" srcOrd="0" destOrd="0" presId="urn:microsoft.com/office/officeart/2008/layout/LinedList"/>
    <dgm:cxn modelId="{99DBFB21-0FC2-4CBA-BB47-36270808838D}" type="presParOf" srcId="{84783DB1-8E64-8549-92F0-B23833CEE8B0}" destId="{6A69390F-9BF9-4ABA-8159-EAF93506C37D}" srcOrd="1" destOrd="0" presId="urn:microsoft.com/office/officeart/2008/layout/LinedList"/>
    <dgm:cxn modelId="{E87F3EA4-77CE-4F0C-A375-D165481E49A8}" type="presParOf" srcId="{6A69390F-9BF9-4ABA-8159-EAF93506C37D}" destId="{80389192-84FD-488B-A175-87A5FB0572BA}" srcOrd="0" destOrd="0" presId="urn:microsoft.com/office/officeart/2008/layout/LinedList"/>
    <dgm:cxn modelId="{98F27296-CAFF-422A-B24C-47C3377364FE}" type="presParOf" srcId="{6A69390F-9BF9-4ABA-8159-EAF93506C37D}" destId="{CECABC1D-D0D2-4346-AB17-5BDF3AE0B320}" srcOrd="1" destOrd="0" presId="urn:microsoft.com/office/officeart/2008/layout/LinedList"/>
    <dgm:cxn modelId="{052522D8-E186-4A8F-8FE7-EA5F2E68B10F}" type="presParOf" srcId="{6A69390F-9BF9-4ABA-8159-EAF93506C37D}" destId="{C56FE37B-F98C-4D15-95CF-6DC56554B5B4}" srcOrd="2" destOrd="0" presId="urn:microsoft.com/office/officeart/2008/layout/LinedList"/>
    <dgm:cxn modelId="{7C9E3284-09F1-4CA9-82F8-E7DCFD250D0D}" type="presParOf" srcId="{84783DB1-8E64-8549-92F0-B23833CEE8B0}" destId="{5D84D3DB-F553-4712-A813-E34BD39795E9}" srcOrd="2" destOrd="0" presId="urn:microsoft.com/office/officeart/2008/layout/LinedList"/>
    <dgm:cxn modelId="{ECC376FD-6EF2-45B9-BD59-10867BC46682}" type="presParOf" srcId="{84783DB1-8E64-8549-92F0-B23833CEE8B0}" destId="{2128B8DA-3804-468D-B525-5F0093F85BA2}" srcOrd="3" destOrd="0" presId="urn:microsoft.com/office/officeart/2008/layout/LinedList"/>
    <dgm:cxn modelId="{48D72E68-5752-4B2B-9C23-189D22095748}" type="presParOf" srcId="{84783DB1-8E64-8549-92F0-B23833CEE8B0}" destId="{4F42B568-F39A-4181-8658-EC1C2143BBA0}" srcOrd="4" destOrd="0" presId="urn:microsoft.com/office/officeart/2008/layout/LinedList"/>
    <dgm:cxn modelId="{7B8AE250-CE81-48B4-9208-19C32DF7C56A}" type="presParOf" srcId="{4F42B568-F39A-4181-8658-EC1C2143BBA0}" destId="{4F8359BF-8C47-4A90-A343-AF5BDC5F9DE8}" srcOrd="0" destOrd="0" presId="urn:microsoft.com/office/officeart/2008/layout/LinedList"/>
    <dgm:cxn modelId="{0C28ACEF-4949-4BC4-8F57-81F3A45D35D3}" type="presParOf" srcId="{4F42B568-F39A-4181-8658-EC1C2143BBA0}" destId="{70B24025-E2C6-417F-99E1-3AE2064C772D}" srcOrd="1" destOrd="0" presId="urn:microsoft.com/office/officeart/2008/layout/LinedList"/>
    <dgm:cxn modelId="{E92263C1-B8F6-4C1D-9693-B108FE254198}" type="presParOf" srcId="{4F42B568-F39A-4181-8658-EC1C2143BBA0}" destId="{7CEB9B09-60D8-4882-A2D8-38EF68D5C19F}" srcOrd="2" destOrd="0" presId="urn:microsoft.com/office/officeart/2008/layout/LinedList"/>
    <dgm:cxn modelId="{21102A85-9357-401E-A673-0BF1CA8FA349}" type="presParOf" srcId="{84783DB1-8E64-8549-92F0-B23833CEE8B0}" destId="{5E350EE4-2D6A-4A16-A0FE-9FACA9074727}" srcOrd="5" destOrd="0" presId="urn:microsoft.com/office/officeart/2008/layout/LinedList"/>
    <dgm:cxn modelId="{9B609360-89AD-4D2E-BC1F-E6E995D442B6}" type="presParOf" srcId="{84783DB1-8E64-8549-92F0-B23833CEE8B0}" destId="{9BB5AFB5-07F7-4132-85A2-44E6D0516C88}" srcOrd="6" destOrd="0" presId="urn:microsoft.com/office/officeart/2008/layout/LinedList"/>
    <dgm:cxn modelId="{B47D9EEA-531A-408A-B090-E475DC65E74E}" type="presParOf" srcId="{84783DB1-8E64-8549-92F0-B23833CEE8B0}" destId="{CFD8E1A3-90D3-46A8-AE85-EB36E0237BB5}" srcOrd="7" destOrd="0" presId="urn:microsoft.com/office/officeart/2008/layout/LinedList"/>
    <dgm:cxn modelId="{1CBE25E4-EADF-4AAE-87EC-0BCA7409E3B2}" type="presParOf" srcId="{CFD8E1A3-90D3-46A8-AE85-EB36E0237BB5}" destId="{274EF02C-7D1A-409B-A859-EE71E535A688}" srcOrd="0" destOrd="0" presId="urn:microsoft.com/office/officeart/2008/layout/LinedList"/>
    <dgm:cxn modelId="{54B6A375-8841-450A-97F1-0DBCCB36C37E}" type="presParOf" srcId="{CFD8E1A3-90D3-46A8-AE85-EB36E0237BB5}" destId="{1AB85A7C-0FFD-4546-B83C-987E91EDF1C9}" srcOrd="1" destOrd="0" presId="urn:microsoft.com/office/officeart/2008/layout/LinedList"/>
    <dgm:cxn modelId="{7F9619CE-2F45-4ACE-ADA7-09AC737613F7}" type="presParOf" srcId="{CFD8E1A3-90D3-46A8-AE85-EB36E0237BB5}" destId="{6F7BAE7F-F22E-4343-8455-8D1D04AE6291}" srcOrd="2" destOrd="0" presId="urn:microsoft.com/office/officeart/2008/layout/LinedList"/>
    <dgm:cxn modelId="{FB008851-06D7-4855-A24F-22E0D73AB55F}" type="presParOf" srcId="{84783DB1-8E64-8549-92F0-B23833CEE8B0}" destId="{DF72560F-E95F-423D-A8FF-AAE8DAA00A74}" srcOrd="8" destOrd="0" presId="urn:microsoft.com/office/officeart/2008/layout/LinedList"/>
    <dgm:cxn modelId="{F864CF38-EDB0-4C21-B8CD-8F6468AED3AB}" type="presParOf" srcId="{84783DB1-8E64-8549-92F0-B23833CEE8B0}" destId="{D8D1CF1A-EF09-4022-8D03-FD002D4FE754}" srcOrd="9" destOrd="0" presId="urn:microsoft.com/office/officeart/2008/layout/LinedList"/>
    <dgm:cxn modelId="{FA6E8390-3117-4B0E-A8CD-C8525D3476EE}" type="presParOf" srcId="{84783DB1-8E64-8549-92F0-B23833CEE8B0}" destId="{00451E5C-D19E-4AC4-8C6F-60950BA475F2}" srcOrd="10" destOrd="0" presId="urn:microsoft.com/office/officeart/2008/layout/LinedList"/>
    <dgm:cxn modelId="{A1DC1013-3554-4925-8C05-0BA40D7B62CE}" type="presParOf" srcId="{00451E5C-D19E-4AC4-8C6F-60950BA475F2}" destId="{3C367370-E70B-40CC-9DCF-3FC0C33EDE1B}" srcOrd="0" destOrd="0" presId="urn:microsoft.com/office/officeart/2008/layout/LinedList"/>
    <dgm:cxn modelId="{5DEED33B-11D0-4E73-B9C5-AC7FE88CE993}" type="presParOf" srcId="{00451E5C-D19E-4AC4-8C6F-60950BA475F2}" destId="{EDBBCE88-88E0-4C06-BA01-B4EFB6C685E1}" srcOrd="1" destOrd="0" presId="urn:microsoft.com/office/officeart/2008/layout/LinedList"/>
    <dgm:cxn modelId="{13C1FCD6-38EA-422D-AE65-723CF6BA7FF9}" type="presParOf" srcId="{00451E5C-D19E-4AC4-8C6F-60950BA475F2}" destId="{5EA7847F-7A65-4DE6-AFB0-0784772E4EA1}" srcOrd="2" destOrd="0" presId="urn:microsoft.com/office/officeart/2008/layout/LinedList"/>
    <dgm:cxn modelId="{36F58C88-C89C-4347-A57A-4CC7FDCF4B52}" type="presParOf" srcId="{84783DB1-8E64-8549-92F0-B23833CEE8B0}" destId="{22FFB06E-FF71-449B-9AA1-BDA4A6D85DF8}" srcOrd="11" destOrd="0" presId="urn:microsoft.com/office/officeart/2008/layout/LinedList"/>
    <dgm:cxn modelId="{8343C662-277E-438C-9E8E-2477EFCDC4EE}" type="presParOf" srcId="{84783DB1-8E64-8549-92F0-B23833CEE8B0}" destId="{D29BEB5B-2E19-4BA8-823B-ABEF6ECE6E88}" srcOrd="12" destOrd="0" presId="urn:microsoft.com/office/officeart/2008/layout/LinedList"/>
    <dgm:cxn modelId="{9B34ADC6-671C-481A-96D2-2635AE307A96}" type="presParOf" srcId="{84783DB1-8E64-8549-92F0-B23833CEE8B0}" destId="{64D63656-2D6F-44B7-A17E-7A3CBEE7F6DA}" srcOrd="13" destOrd="0" presId="urn:microsoft.com/office/officeart/2008/layout/LinedList"/>
    <dgm:cxn modelId="{602066A2-2392-48B6-933C-0ABE5B8321E5}" type="presParOf" srcId="{64D63656-2D6F-44B7-A17E-7A3CBEE7F6DA}" destId="{BA27F77E-6FAA-4129-8F54-23B3AF730E67}" srcOrd="0" destOrd="0" presId="urn:microsoft.com/office/officeart/2008/layout/LinedList"/>
    <dgm:cxn modelId="{3EE9CA9F-4C88-4DF2-8DB1-7D539B142876}" type="presParOf" srcId="{64D63656-2D6F-44B7-A17E-7A3CBEE7F6DA}" destId="{BC711DF3-B847-410F-97A6-BD08272462FE}" srcOrd="1" destOrd="0" presId="urn:microsoft.com/office/officeart/2008/layout/LinedList"/>
    <dgm:cxn modelId="{AB16F205-4DE1-4175-A908-449C62CD094D}" type="presParOf" srcId="{64D63656-2D6F-44B7-A17E-7A3CBEE7F6DA}" destId="{23055440-F2E5-4E3C-ACF9-9BC6F7030A1B}" srcOrd="2" destOrd="0" presId="urn:microsoft.com/office/officeart/2008/layout/LinedList"/>
    <dgm:cxn modelId="{60DB5956-3297-4C55-BB1A-F4A7EA513F17}" type="presParOf" srcId="{84783DB1-8E64-8549-92F0-B23833CEE8B0}" destId="{69ED304A-CB44-4E6C-BBDB-3F29796AD7FA}" srcOrd="14" destOrd="0" presId="urn:microsoft.com/office/officeart/2008/layout/LinedList"/>
    <dgm:cxn modelId="{3B46E811-703E-4326-8389-5CA957395A55}" type="presParOf" srcId="{84783DB1-8E64-8549-92F0-B23833CEE8B0}" destId="{5A8D5B76-4C61-4B02-978D-C6BD544986ED}" srcOrd="15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 dirty="0"/>
            <a:t>Planificación de </a:t>
          </a:r>
          <a:r>
            <a:rPr lang="es-ES" dirty="0" smtClean="0"/>
            <a:t>costes</a:t>
          </a:r>
          <a:endParaRPr lang="es-ES" dirty="0"/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 dirty="0" smtClean="0"/>
            <a:t>Estimación de costes</a:t>
          </a:r>
          <a:endParaRPr lang="es-ES" dirty="0"/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 dirty="0" smtClean="0"/>
            <a:t>Determinación del presupuesto	</a:t>
          </a:r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 dirty="0" smtClean="0"/>
            <a:t>Justificación técnica</a:t>
          </a:r>
          <a:endParaRPr lang="es-ES" dirty="0"/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 dirty="0" smtClean="0"/>
            <a:t>Equipo empleado</a:t>
          </a:r>
          <a:endParaRPr lang="es-ES" dirty="0"/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1D10F65-8C36-4800-AD9D-4A75930380A4}">
      <dgm:prSet phldrT="[Texto]"/>
      <dgm:spPr/>
      <dgm:t>
        <a:bodyPr/>
        <a:lstStyle/>
        <a:p>
          <a:r>
            <a:rPr lang="es-ES" dirty="0" smtClean="0"/>
            <a:t>Costes</a:t>
          </a:r>
          <a:endParaRPr lang="es-ES" dirty="0"/>
        </a:p>
      </dgm:t>
    </dgm:pt>
    <dgm:pt modelId="{90F18EEC-639F-4363-B4CF-89223F0F6C38}" type="parTrans" cxnId="{7D1D3080-7900-4CC4-B4C0-BD39D5B7C3EE}">
      <dgm:prSet/>
      <dgm:spPr/>
      <dgm:t>
        <a:bodyPr/>
        <a:lstStyle/>
        <a:p>
          <a:endParaRPr lang="es-ES_tradnl"/>
        </a:p>
      </dgm:t>
    </dgm:pt>
    <dgm:pt modelId="{99324C82-0C51-4B8E-B7FB-AB0EDB6CDB40}" type="sibTrans" cxnId="{7D1D3080-7900-4CC4-B4C0-BD39D5B7C3EE}">
      <dgm:prSet/>
      <dgm:spPr/>
      <dgm:t>
        <a:bodyPr/>
        <a:lstStyle/>
        <a:p>
          <a:endParaRPr lang="es-ES_tradnl"/>
        </a:p>
      </dgm:t>
    </dgm:pt>
    <dgm:pt modelId="{3440283F-7B94-41E1-A678-109BA5967928}">
      <dgm:prSet phldrT="[Texto]"/>
      <dgm:spPr/>
      <dgm:t>
        <a:bodyPr/>
        <a:lstStyle/>
        <a:p>
          <a:r>
            <a:rPr lang="es-ES" dirty="0" smtClean="0"/>
            <a:t>Estrategias seguidas</a:t>
          </a:r>
          <a:endParaRPr lang="es-ES" dirty="0"/>
        </a:p>
      </dgm:t>
    </dgm:pt>
    <dgm:pt modelId="{620191C0-423A-4FE9-A4F1-5C5D36C0C76E}" type="parTrans" cxnId="{2B3AB939-F741-4B55-BCEC-AC60F4C0DC14}">
      <dgm:prSet/>
      <dgm:spPr/>
      <dgm:t>
        <a:bodyPr/>
        <a:lstStyle/>
        <a:p>
          <a:endParaRPr lang="es-ES_tradnl"/>
        </a:p>
      </dgm:t>
    </dgm:pt>
    <dgm:pt modelId="{23C99D01-59D4-4C59-997C-A7CC57B9FF58}" type="sibTrans" cxnId="{2B3AB939-F741-4B55-BCEC-AC60F4C0DC14}">
      <dgm:prSet/>
      <dgm:spPr/>
      <dgm:t>
        <a:bodyPr/>
        <a:lstStyle/>
        <a:p>
          <a:endParaRPr lang="es-ES_tradnl"/>
        </a:p>
      </dgm:t>
    </dgm:pt>
    <dgm:pt modelId="{1FD8A382-EEF4-4079-9569-4DF00CDC88CB}">
      <dgm:prSet/>
      <dgm:spPr/>
      <dgm:t>
        <a:bodyPr/>
        <a:lstStyle/>
        <a:p>
          <a:endParaRPr lang="es-ES"/>
        </a:p>
      </dgm:t>
    </dgm:pt>
    <dgm:pt modelId="{9BC0FED0-9B37-4E3E-8ABB-9DBE5DCE2DB8}" type="parTrans" cxnId="{50FBFD31-91C6-428D-8C4A-5D7F5320371E}">
      <dgm:prSet/>
      <dgm:spPr/>
      <dgm:t>
        <a:bodyPr/>
        <a:lstStyle/>
        <a:p>
          <a:endParaRPr lang="es-ES"/>
        </a:p>
      </dgm:t>
    </dgm:pt>
    <dgm:pt modelId="{A95B7FC9-C527-4756-8334-CC3DC6A19CB0}" type="sibTrans" cxnId="{50FBFD31-91C6-428D-8C4A-5D7F5320371E}">
      <dgm:prSet/>
      <dgm:spPr/>
      <dgm:t>
        <a:bodyPr/>
        <a:lstStyle/>
        <a:p>
          <a:endParaRPr lang="es-ES"/>
        </a:p>
      </dgm:t>
    </dgm:pt>
    <dgm:pt modelId="{100015F2-99E1-461E-9C5B-CB395F0D238B}">
      <dgm:prSet phldrT="[Texto]"/>
      <dgm:spPr/>
      <dgm:t>
        <a:bodyPr/>
        <a:lstStyle/>
        <a:p>
          <a:r>
            <a:rPr lang="es-ES" dirty="0" smtClean="0"/>
            <a:t>Control de costes	</a:t>
          </a:r>
        </a:p>
      </dgm:t>
    </dgm:pt>
    <dgm:pt modelId="{B7B94B0D-8994-48D9-B9F8-49D3F947064E}" type="parTrans" cxnId="{96515F35-79E4-4742-B686-B15FF8D6FF12}">
      <dgm:prSet/>
      <dgm:spPr/>
      <dgm:t>
        <a:bodyPr/>
        <a:lstStyle/>
        <a:p>
          <a:endParaRPr lang="es-ES"/>
        </a:p>
      </dgm:t>
    </dgm:pt>
    <dgm:pt modelId="{58AF296F-5371-4071-B910-CBDC32C559E3}" type="sibTrans" cxnId="{96515F35-79E4-4742-B686-B15FF8D6FF12}">
      <dgm:prSet/>
      <dgm:spPr/>
      <dgm:t>
        <a:bodyPr/>
        <a:lstStyle/>
        <a:p>
          <a:endParaRPr lang="es-ES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 dirty="0" smtClean="0"/>
            <a:t>¿Recursos?</a:t>
          </a:r>
          <a:endParaRPr lang="es-ES" dirty="0"/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5B536FDF-F2F3-4D05-AF9A-89E79C92380B}">
      <dgm:prSet phldrT="[Texto]"/>
      <dgm:spPr/>
      <dgm:t>
        <a:bodyPr/>
        <a:lstStyle/>
        <a:p>
          <a:r>
            <a:rPr lang="es-ES" dirty="0" smtClean="0"/>
            <a:t>Equipo de pruebas</a:t>
          </a:r>
          <a:endParaRPr lang="es-ES" dirty="0"/>
        </a:p>
      </dgm:t>
    </dgm:pt>
    <dgm:pt modelId="{3DAEA229-1474-4E45-A55F-BA78088D2142}" type="sibTrans" cxnId="{366F432C-1A26-4011-8836-F1CB5F23632D}">
      <dgm:prSet/>
      <dgm:spPr/>
      <dgm:t>
        <a:bodyPr/>
        <a:lstStyle/>
        <a:p>
          <a:endParaRPr lang="es-ES_tradnl"/>
        </a:p>
      </dgm:t>
    </dgm:pt>
    <dgm:pt modelId="{56E7C592-F553-41EA-A0F8-EBF440BF702D}" type="parTrans" cxnId="{366F432C-1A26-4011-8836-F1CB5F23632D}">
      <dgm:prSet/>
      <dgm:spPr/>
      <dgm:t>
        <a:bodyPr/>
        <a:lstStyle/>
        <a:p>
          <a:endParaRPr lang="es-ES_tradnl"/>
        </a:p>
      </dgm:t>
    </dgm:pt>
    <dgm:pt modelId="{620C11D2-E776-424C-A0E7-2D5D207CD68A}">
      <dgm:prSet/>
      <dgm:spPr/>
      <dgm:t>
        <a:bodyPr/>
        <a:lstStyle/>
        <a:p>
          <a:endParaRPr lang="es-ES"/>
        </a:p>
      </dgm:t>
    </dgm:pt>
    <dgm:pt modelId="{2EA1011A-D8C2-4AC6-80C1-15F7A5C42BC5}" type="parTrans" cxnId="{C1270F3C-6A06-4D77-ADFF-C6533793639F}">
      <dgm:prSet/>
      <dgm:spPr/>
      <dgm:t>
        <a:bodyPr/>
        <a:lstStyle/>
        <a:p>
          <a:endParaRPr lang="es-ES"/>
        </a:p>
      </dgm:t>
    </dgm:pt>
    <dgm:pt modelId="{886E0B34-87C7-4833-B3E0-0DFCD62A7046}" type="sibTrans" cxnId="{C1270F3C-6A06-4D77-ADFF-C6533793639F}">
      <dgm:prSet/>
      <dgm:spPr/>
      <dgm:t>
        <a:bodyPr/>
        <a:lstStyle/>
        <a:p>
          <a:endParaRPr lang="es-ES"/>
        </a:p>
      </dgm:t>
    </dgm:pt>
    <dgm:pt modelId="{C408151F-FF08-4352-8C80-D40A883F9969}">
      <dgm:prSet phldrT="[Texto]"/>
      <dgm:spPr/>
      <dgm:t>
        <a:bodyPr/>
        <a:lstStyle/>
        <a:p>
          <a:r>
            <a:rPr lang="es-ES" dirty="0" smtClean="0"/>
            <a:t>Integración en el entorno</a:t>
          </a:r>
          <a:endParaRPr lang="es-ES" dirty="0"/>
        </a:p>
      </dgm:t>
    </dgm:pt>
    <dgm:pt modelId="{43789CE0-BE29-4D5A-ACA6-E54EA30CE156}" type="parTrans" cxnId="{21CF3CCE-16FA-432E-B01C-0B2A4EA706EF}">
      <dgm:prSet/>
      <dgm:spPr/>
      <dgm:t>
        <a:bodyPr/>
        <a:lstStyle/>
        <a:p>
          <a:endParaRPr lang="es-ES"/>
        </a:p>
      </dgm:t>
    </dgm:pt>
    <dgm:pt modelId="{3FA3431C-998F-4A11-80A9-BD41A6A6A3B3}" type="sibTrans" cxnId="{21CF3CCE-16FA-432E-B01C-0B2A4EA706EF}">
      <dgm:prSet/>
      <dgm:spPr/>
      <dgm:t>
        <a:bodyPr/>
        <a:lstStyle/>
        <a:p>
          <a:endParaRPr lang="es-ES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4324E71C-51E4-4FFA-9638-472734009553}" type="pres">
      <dgm:prSet presAssocID="{D1D10F65-8C36-4800-AD9D-4A75930380A4}" presName="thickLine" presStyleLbl="alignNode1" presStyleIdx="0" presStyleCnt="2" custLinFactNeighborY="-59234"/>
      <dgm:spPr/>
    </dgm:pt>
    <dgm:pt modelId="{35D4AF3C-4879-491B-8004-F3B88F6D9FB5}" type="pres">
      <dgm:prSet presAssocID="{D1D10F65-8C36-4800-AD9D-4A75930380A4}" presName="horz1" presStyleCnt="0"/>
      <dgm:spPr/>
    </dgm:pt>
    <dgm:pt modelId="{792A15AE-68CB-4B5E-A488-D8B2430819E0}" type="pres">
      <dgm:prSet presAssocID="{D1D10F65-8C36-4800-AD9D-4A75930380A4}" presName="tx1" presStyleLbl="revTx" presStyleIdx="0" presStyleCnt="13"/>
      <dgm:spPr/>
      <dgm:t>
        <a:bodyPr/>
        <a:lstStyle/>
        <a:p>
          <a:endParaRPr lang="es-ES"/>
        </a:p>
      </dgm:t>
    </dgm:pt>
    <dgm:pt modelId="{162AB6D4-F395-4B55-9519-21B610CC0382}" type="pres">
      <dgm:prSet presAssocID="{D1D10F65-8C36-4800-AD9D-4A75930380A4}" presName="vert1" presStyleCnt="0"/>
      <dgm:spPr/>
    </dgm:pt>
    <dgm:pt modelId="{412C8F4B-57E8-4EE2-95F4-7EAB16DF68B6}" type="pres">
      <dgm:prSet presAssocID="{9C0C5B6B-88B0-0644-95CC-DA013289C236}" presName="vertSpace2a" presStyleCnt="0"/>
      <dgm:spPr/>
    </dgm:pt>
    <dgm:pt modelId="{706ACAA7-2B5D-4D39-81AB-5DAABC04EC1D}" type="pres">
      <dgm:prSet presAssocID="{9C0C5B6B-88B0-0644-95CC-DA013289C236}" presName="horz2" presStyleCnt="0"/>
      <dgm:spPr/>
    </dgm:pt>
    <dgm:pt modelId="{3456CDB8-701B-42F1-87C2-C295CD1E48EE}" type="pres">
      <dgm:prSet presAssocID="{9C0C5B6B-88B0-0644-95CC-DA013289C236}" presName="horzSpace2" presStyleCnt="0"/>
      <dgm:spPr/>
    </dgm:pt>
    <dgm:pt modelId="{520D1D2C-1114-41BF-8F7E-61F71B01A781}" type="pres">
      <dgm:prSet presAssocID="{9C0C5B6B-88B0-0644-95CC-DA013289C236}" presName="tx2" presStyleLbl="revTx" presStyleIdx="1" presStyleCnt="13"/>
      <dgm:spPr/>
      <dgm:t>
        <a:bodyPr/>
        <a:lstStyle/>
        <a:p>
          <a:endParaRPr lang="es-ES"/>
        </a:p>
      </dgm:t>
    </dgm:pt>
    <dgm:pt modelId="{D6DDDC7E-F1A5-4153-9143-0972F5C1698F}" type="pres">
      <dgm:prSet presAssocID="{9C0C5B6B-88B0-0644-95CC-DA013289C236}" presName="vert2" presStyleCnt="0"/>
      <dgm:spPr/>
    </dgm:pt>
    <dgm:pt modelId="{0A0EB41C-54BD-4DBD-AE20-1F9966450DC3}" type="pres">
      <dgm:prSet presAssocID="{9C0C5B6B-88B0-0644-95CC-DA013289C236}" presName="thinLine2b" presStyleLbl="callout" presStyleIdx="0" presStyleCnt="11"/>
      <dgm:spPr/>
    </dgm:pt>
    <dgm:pt modelId="{BD1DC2FA-97F1-47D7-B64D-204FB692D739}" type="pres">
      <dgm:prSet presAssocID="{9C0C5B6B-88B0-0644-95CC-DA013289C236}" presName="vertSpace2b" presStyleCnt="0"/>
      <dgm:spPr/>
    </dgm:pt>
    <dgm:pt modelId="{AA817BFD-CFD8-4863-BA21-FE68B817CC3C}" type="pres">
      <dgm:prSet presAssocID="{4D7DCE72-F1C7-3648-B096-B3BF2FA1BA56}" presName="horz2" presStyleCnt="0"/>
      <dgm:spPr/>
    </dgm:pt>
    <dgm:pt modelId="{BD57D683-A942-4221-A2F2-BB0CF711AC57}" type="pres">
      <dgm:prSet presAssocID="{4D7DCE72-F1C7-3648-B096-B3BF2FA1BA56}" presName="horzSpace2" presStyleCnt="0"/>
      <dgm:spPr/>
    </dgm:pt>
    <dgm:pt modelId="{F1E3A902-B27E-4D1E-9D62-838DBF77570E}" type="pres">
      <dgm:prSet presAssocID="{4D7DCE72-F1C7-3648-B096-B3BF2FA1BA56}" presName="tx2" presStyleLbl="revTx" presStyleIdx="2" presStyleCnt="13"/>
      <dgm:spPr/>
      <dgm:t>
        <a:bodyPr/>
        <a:lstStyle/>
        <a:p>
          <a:endParaRPr lang="es-ES"/>
        </a:p>
      </dgm:t>
    </dgm:pt>
    <dgm:pt modelId="{4F138E20-5633-4DCC-BBC2-20DFBFC7868F}" type="pres">
      <dgm:prSet presAssocID="{4D7DCE72-F1C7-3648-B096-B3BF2FA1BA56}" presName="vert2" presStyleCnt="0"/>
      <dgm:spPr/>
    </dgm:pt>
    <dgm:pt modelId="{2B79C5B5-7045-4C8A-A0D3-ED34D320DACE}" type="pres">
      <dgm:prSet presAssocID="{4D7DCE72-F1C7-3648-B096-B3BF2FA1BA56}" presName="thinLine2b" presStyleLbl="callout" presStyleIdx="1" presStyleCnt="1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s-ES"/>
        </a:p>
      </dgm:t>
    </dgm:pt>
    <dgm:pt modelId="{8C3B0260-807F-409D-975C-EBFF816514C3}" type="pres">
      <dgm:prSet presAssocID="{4D7DCE72-F1C7-3648-B096-B3BF2FA1BA56}" presName="vertSpace2b" presStyleCnt="0"/>
      <dgm:spPr/>
    </dgm:pt>
    <dgm:pt modelId="{DCC37064-A6D2-4A55-A252-3829429045E5}" type="pres">
      <dgm:prSet presAssocID="{EA05A323-1CD6-E844-BD1C-19A2225C0340}" presName="horz2" presStyleCnt="0"/>
      <dgm:spPr/>
    </dgm:pt>
    <dgm:pt modelId="{AF620EF4-9246-40B0-95DD-0F97FD557889}" type="pres">
      <dgm:prSet presAssocID="{EA05A323-1CD6-E844-BD1C-19A2225C0340}" presName="horzSpace2" presStyleCnt="0"/>
      <dgm:spPr/>
    </dgm:pt>
    <dgm:pt modelId="{821592CB-BF1E-40A4-88FF-532C668728A8}" type="pres">
      <dgm:prSet presAssocID="{EA05A323-1CD6-E844-BD1C-19A2225C0340}" presName="tx2" presStyleLbl="revTx" presStyleIdx="3" presStyleCnt="13"/>
      <dgm:spPr/>
      <dgm:t>
        <a:bodyPr/>
        <a:lstStyle/>
        <a:p>
          <a:endParaRPr lang="es-ES"/>
        </a:p>
      </dgm:t>
    </dgm:pt>
    <dgm:pt modelId="{4A2BC687-FFD6-4EBF-9A58-5F5A5936D128}" type="pres">
      <dgm:prSet presAssocID="{EA05A323-1CD6-E844-BD1C-19A2225C0340}" presName="vert2" presStyleCnt="0"/>
      <dgm:spPr/>
    </dgm:pt>
    <dgm:pt modelId="{AFB2C275-AEA0-46EA-8FAC-DEEB17253C42}" type="pres">
      <dgm:prSet presAssocID="{EA05A323-1CD6-E844-BD1C-19A2225C0340}" presName="thinLine2b" presStyleLbl="callout" presStyleIdx="2" presStyleCnt="11" custLinFactNeighborY="-22571"/>
      <dgm:spPr/>
    </dgm:pt>
    <dgm:pt modelId="{B63F60B4-89E7-4E26-9559-C63693EDEACE}" type="pres">
      <dgm:prSet presAssocID="{EA05A323-1CD6-E844-BD1C-19A2225C0340}" presName="vertSpace2b" presStyleCnt="0"/>
      <dgm:spPr/>
    </dgm:pt>
    <dgm:pt modelId="{D59C0278-DE41-4AAD-9EF9-7AEC556EDAE3}" type="pres">
      <dgm:prSet presAssocID="{100015F2-99E1-461E-9C5B-CB395F0D238B}" presName="horz2" presStyleCnt="0"/>
      <dgm:spPr/>
    </dgm:pt>
    <dgm:pt modelId="{33B6C96C-9A76-4F78-AA5F-493F55717075}" type="pres">
      <dgm:prSet presAssocID="{100015F2-99E1-461E-9C5B-CB395F0D238B}" presName="horzSpace2" presStyleCnt="0"/>
      <dgm:spPr/>
    </dgm:pt>
    <dgm:pt modelId="{4105AE7B-4FF7-483C-9AE1-8E3B50452022}" type="pres">
      <dgm:prSet presAssocID="{100015F2-99E1-461E-9C5B-CB395F0D238B}" presName="tx2" presStyleLbl="revTx" presStyleIdx="4" presStyleCnt="13"/>
      <dgm:spPr/>
      <dgm:t>
        <a:bodyPr/>
        <a:lstStyle/>
        <a:p>
          <a:endParaRPr lang="es-ES"/>
        </a:p>
      </dgm:t>
    </dgm:pt>
    <dgm:pt modelId="{0B900678-F3B9-400F-BF18-9132BF217E94}" type="pres">
      <dgm:prSet presAssocID="{100015F2-99E1-461E-9C5B-CB395F0D238B}" presName="vert2" presStyleCnt="0"/>
      <dgm:spPr/>
    </dgm:pt>
    <dgm:pt modelId="{4F894A1B-29F8-434C-97EC-0B52CCF81AA7}" type="pres">
      <dgm:prSet presAssocID="{100015F2-99E1-461E-9C5B-CB395F0D238B}" presName="thinLine2b" presStyleLbl="callout" presStyleIdx="3" presStyleCnt="11"/>
      <dgm:spPr/>
    </dgm:pt>
    <dgm:pt modelId="{6BD722AD-71BD-4044-AA28-41182ED4FF74}" type="pres">
      <dgm:prSet presAssocID="{100015F2-99E1-461E-9C5B-CB395F0D238B}" presName="vertSpace2b" presStyleCnt="0"/>
      <dgm:spPr/>
    </dgm:pt>
    <dgm:pt modelId="{5A515698-B144-48B8-8DBB-2A8CE6B57F3B}" type="pres">
      <dgm:prSet presAssocID="{1FD8A382-EEF4-4079-9569-4DF00CDC88CB}" presName="horz2" presStyleCnt="0"/>
      <dgm:spPr/>
    </dgm:pt>
    <dgm:pt modelId="{DE266492-F61D-413F-BD4A-74FEF6D2DF73}" type="pres">
      <dgm:prSet presAssocID="{1FD8A382-EEF4-4079-9569-4DF00CDC88CB}" presName="horzSpace2" presStyleCnt="0"/>
      <dgm:spPr/>
    </dgm:pt>
    <dgm:pt modelId="{9308DB38-4970-4A20-9F61-C3A2638A2E36}" type="pres">
      <dgm:prSet presAssocID="{1FD8A382-EEF4-4079-9569-4DF00CDC88CB}" presName="tx2" presStyleLbl="revTx" presStyleIdx="5" presStyleCnt="13"/>
      <dgm:spPr/>
      <dgm:t>
        <a:bodyPr/>
        <a:lstStyle/>
        <a:p>
          <a:endParaRPr lang="es-ES"/>
        </a:p>
      </dgm:t>
    </dgm:pt>
    <dgm:pt modelId="{73EDCD6C-635E-4CE8-B224-DBD43E9C4CD1}" type="pres">
      <dgm:prSet presAssocID="{1FD8A382-EEF4-4079-9569-4DF00CDC88CB}" presName="vert2" presStyleCnt="0"/>
      <dgm:spPr/>
    </dgm:pt>
    <dgm:pt modelId="{C6956A27-261C-46A9-8674-2B56FE3C66F2}" type="pres">
      <dgm:prSet presAssocID="{1FD8A382-EEF4-4079-9569-4DF00CDC88CB}" presName="thinLine2b" presStyleLbl="callout" presStyleIdx="4" presStyleCnt="11"/>
      <dgm:spPr/>
    </dgm:pt>
    <dgm:pt modelId="{67C79E3C-8482-438A-BE11-675D37659145}" type="pres">
      <dgm:prSet presAssocID="{1FD8A382-EEF4-4079-9569-4DF00CDC88CB}" presName="vertSpace2b" presStyleCnt="0"/>
      <dgm:spPr/>
    </dgm:pt>
    <dgm:pt modelId="{B2F277F3-7CF1-994E-B28A-0B3155C31199}" type="pres">
      <dgm:prSet presAssocID="{A00DC1EC-B999-A640-8654-4E50ABDDE020}" presName="thickLine" presStyleLbl="alignNode1" presStyleIdx="1" presStyleCnt="2" custLinFactNeighborX="-891" custLinFactNeighborY="-14171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6" presStyleCnt="13"/>
      <dgm:spPr/>
      <dgm:t>
        <a:bodyPr/>
        <a:lstStyle/>
        <a:p>
          <a:endParaRPr lang="es-ES"/>
        </a:p>
      </dgm:t>
    </dgm:pt>
    <dgm:pt modelId="{84783DB1-8E64-8549-92F0-B23833CEE8B0}" type="pres">
      <dgm:prSet presAssocID="{A00DC1EC-B999-A640-8654-4E50ABDDE020}" presName="vert1" presStyleCnt="0"/>
      <dgm:spPr/>
    </dgm:pt>
    <dgm:pt modelId="{7639A2F8-0310-4BED-B4BD-EAB6A5C40B77}" type="pres">
      <dgm:prSet presAssocID="{C067AB59-C7C5-C74B-8B60-2FA743781E39}" presName="vertSpace2a" presStyleCnt="0"/>
      <dgm:spPr/>
    </dgm:pt>
    <dgm:pt modelId="{6A69390F-9BF9-4ABA-8159-EAF93506C37D}" type="pres">
      <dgm:prSet presAssocID="{C067AB59-C7C5-C74B-8B60-2FA743781E39}" presName="horz2" presStyleCnt="0"/>
      <dgm:spPr/>
    </dgm:pt>
    <dgm:pt modelId="{80389192-84FD-488B-A175-87A5FB0572BA}" type="pres">
      <dgm:prSet presAssocID="{C067AB59-C7C5-C74B-8B60-2FA743781E39}" presName="horzSpace2" presStyleCnt="0"/>
      <dgm:spPr/>
    </dgm:pt>
    <dgm:pt modelId="{CECABC1D-D0D2-4346-AB17-5BDF3AE0B320}" type="pres">
      <dgm:prSet presAssocID="{C067AB59-C7C5-C74B-8B60-2FA743781E39}" presName="tx2" presStyleLbl="revTx" presStyleIdx="7" presStyleCnt="13"/>
      <dgm:spPr/>
      <dgm:t>
        <a:bodyPr/>
        <a:lstStyle/>
        <a:p>
          <a:endParaRPr lang="es-ES"/>
        </a:p>
      </dgm:t>
    </dgm:pt>
    <dgm:pt modelId="{C56FE37B-F98C-4D15-95CF-6DC56554B5B4}" type="pres">
      <dgm:prSet presAssocID="{C067AB59-C7C5-C74B-8B60-2FA743781E39}" presName="vert2" presStyleCnt="0"/>
      <dgm:spPr/>
    </dgm:pt>
    <dgm:pt modelId="{5D84D3DB-F553-4712-A813-E34BD39795E9}" type="pres">
      <dgm:prSet presAssocID="{C067AB59-C7C5-C74B-8B60-2FA743781E39}" presName="thinLine2b" presStyleLbl="callout" presStyleIdx="5" presStyleCnt="11"/>
      <dgm:spPr/>
    </dgm:pt>
    <dgm:pt modelId="{2128B8DA-3804-468D-B525-5F0093F85BA2}" type="pres">
      <dgm:prSet presAssocID="{C067AB59-C7C5-C74B-8B60-2FA743781E39}" presName="vertSpace2b" presStyleCnt="0"/>
      <dgm:spPr/>
    </dgm:pt>
    <dgm:pt modelId="{4F42B568-F39A-4181-8658-EC1C2143BBA0}" type="pres">
      <dgm:prSet presAssocID="{D206AD7D-6FCF-BA4A-A881-D49C0A782FC3}" presName="horz2" presStyleCnt="0"/>
      <dgm:spPr/>
    </dgm:pt>
    <dgm:pt modelId="{4F8359BF-8C47-4A90-A343-AF5BDC5F9DE8}" type="pres">
      <dgm:prSet presAssocID="{D206AD7D-6FCF-BA4A-A881-D49C0A782FC3}" presName="horzSpace2" presStyleCnt="0"/>
      <dgm:spPr/>
    </dgm:pt>
    <dgm:pt modelId="{70B24025-E2C6-417F-99E1-3AE2064C772D}" type="pres">
      <dgm:prSet presAssocID="{D206AD7D-6FCF-BA4A-A881-D49C0A782FC3}" presName="tx2" presStyleLbl="revTx" presStyleIdx="8" presStyleCnt="13"/>
      <dgm:spPr/>
      <dgm:t>
        <a:bodyPr/>
        <a:lstStyle/>
        <a:p>
          <a:endParaRPr lang="es-ES"/>
        </a:p>
      </dgm:t>
    </dgm:pt>
    <dgm:pt modelId="{7CEB9B09-60D8-4882-A2D8-38EF68D5C19F}" type="pres">
      <dgm:prSet presAssocID="{D206AD7D-6FCF-BA4A-A881-D49C0A782FC3}" presName="vert2" presStyleCnt="0"/>
      <dgm:spPr/>
    </dgm:pt>
    <dgm:pt modelId="{5E350EE4-2D6A-4A16-A0FE-9FACA9074727}" type="pres">
      <dgm:prSet presAssocID="{D206AD7D-6FCF-BA4A-A881-D49C0A782FC3}" presName="thinLine2b" presStyleLbl="callout" presStyleIdx="6" presStyleCnt="11"/>
      <dgm:spPr/>
    </dgm:pt>
    <dgm:pt modelId="{9BB5AFB5-07F7-4132-85A2-44E6D0516C88}" type="pres">
      <dgm:prSet presAssocID="{D206AD7D-6FCF-BA4A-A881-D49C0A782FC3}" presName="vertSpace2b" presStyleCnt="0"/>
      <dgm:spPr/>
    </dgm:pt>
    <dgm:pt modelId="{CFD8E1A3-90D3-46A8-AE85-EB36E0237BB5}" type="pres">
      <dgm:prSet presAssocID="{3440283F-7B94-41E1-A678-109BA5967928}" presName="horz2" presStyleCnt="0"/>
      <dgm:spPr/>
    </dgm:pt>
    <dgm:pt modelId="{274EF02C-7D1A-409B-A859-EE71E535A688}" type="pres">
      <dgm:prSet presAssocID="{3440283F-7B94-41E1-A678-109BA5967928}" presName="horzSpace2" presStyleCnt="0"/>
      <dgm:spPr/>
    </dgm:pt>
    <dgm:pt modelId="{1AB85A7C-0FFD-4546-B83C-987E91EDF1C9}" type="pres">
      <dgm:prSet presAssocID="{3440283F-7B94-41E1-A678-109BA5967928}" presName="tx2" presStyleLbl="revTx" presStyleIdx="9" presStyleCnt="13"/>
      <dgm:spPr/>
      <dgm:t>
        <a:bodyPr/>
        <a:lstStyle/>
        <a:p>
          <a:endParaRPr lang="es-ES"/>
        </a:p>
      </dgm:t>
    </dgm:pt>
    <dgm:pt modelId="{6F7BAE7F-F22E-4343-8455-8D1D04AE6291}" type="pres">
      <dgm:prSet presAssocID="{3440283F-7B94-41E1-A678-109BA5967928}" presName="vert2" presStyleCnt="0"/>
      <dgm:spPr/>
    </dgm:pt>
    <dgm:pt modelId="{DF72560F-E95F-423D-A8FF-AAE8DAA00A74}" type="pres">
      <dgm:prSet presAssocID="{3440283F-7B94-41E1-A678-109BA5967928}" presName="thinLine2b" presStyleLbl="callout" presStyleIdx="7" presStyleCnt="11"/>
      <dgm:spPr/>
    </dgm:pt>
    <dgm:pt modelId="{D8D1CF1A-EF09-4022-8D03-FD002D4FE754}" type="pres">
      <dgm:prSet presAssocID="{3440283F-7B94-41E1-A678-109BA5967928}" presName="vertSpace2b" presStyleCnt="0"/>
      <dgm:spPr/>
    </dgm:pt>
    <dgm:pt modelId="{00451E5C-D19E-4AC4-8C6F-60950BA475F2}" type="pres">
      <dgm:prSet presAssocID="{5B536FDF-F2F3-4D05-AF9A-89E79C92380B}" presName="horz2" presStyleCnt="0"/>
      <dgm:spPr/>
    </dgm:pt>
    <dgm:pt modelId="{3C367370-E70B-40CC-9DCF-3FC0C33EDE1B}" type="pres">
      <dgm:prSet presAssocID="{5B536FDF-F2F3-4D05-AF9A-89E79C92380B}" presName="horzSpace2" presStyleCnt="0"/>
      <dgm:spPr/>
    </dgm:pt>
    <dgm:pt modelId="{EDBBCE88-88E0-4C06-BA01-B4EFB6C685E1}" type="pres">
      <dgm:prSet presAssocID="{5B536FDF-F2F3-4D05-AF9A-89E79C92380B}" presName="tx2" presStyleLbl="revTx" presStyleIdx="10" presStyleCnt="13"/>
      <dgm:spPr/>
      <dgm:t>
        <a:bodyPr/>
        <a:lstStyle/>
        <a:p>
          <a:endParaRPr lang="es-ES"/>
        </a:p>
      </dgm:t>
    </dgm:pt>
    <dgm:pt modelId="{5EA7847F-7A65-4DE6-AFB0-0784772E4EA1}" type="pres">
      <dgm:prSet presAssocID="{5B536FDF-F2F3-4D05-AF9A-89E79C92380B}" presName="vert2" presStyleCnt="0"/>
      <dgm:spPr/>
    </dgm:pt>
    <dgm:pt modelId="{22FFB06E-FF71-449B-9AA1-BDA4A6D85DF8}" type="pres">
      <dgm:prSet presAssocID="{5B536FDF-F2F3-4D05-AF9A-89E79C92380B}" presName="thinLine2b" presStyleLbl="callout" presStyleIdx="8" presStyleCnt="11"/>
      <dgm:spPr/>
    </dgm:pt>
    <dgm:pt modelId="{D29BEB5B-2E19-4BA8-823B-ABEF6ECE6E88}" type="pres">
      <dgm:prSet presAssocID="{5B536FDF-F2F3-4D05-AF9A-89E79C92380B}" presName="vertSpace2b" presStyleCnt="0"/>
      <dgm:spPr/>
    </dgm:pt>
    <dgm:pt modelId="{64D63656-2D6F-44B7-A17E-7A3CBEE7F6DA}" type="pres">
      <dgm:prSet presAssocID="{C408151F-FF08-4352-8C80-D40A883F9969}" presName="horz2" presStyleCnt="0"/>
      <dgm:spPr/>
    </dgm:pt>
    <dgm:pt modelId="{BA27F77E-6FAA-4129-8F54-23B3AF730E67}" type="pres">
      <dgm:prSet presAssocID="{C408151F-FF08-4352-8C80-D40A883F9969}" presName="horzSpace2" presStyleCnt="0"/>
      <dgm:spPr/>
    </dgm:pt>
    <dgm:pt modelId="{BC711DF3-B847-410F-97A6-BD08272462FE}" type="pres">
      <dgm:prSet presAssocID="{C408151F-FF08-4352-8C80-D40A883F9969}" presName="tx2" presStyleLbl="revTx" presStyleIdx="11" presStyleCnt="13"/>
      <dgm:spPr/>
      <dgm:t>
        <a:bodyPr/>
        <a:lstStyle/>
        <a:p>
          <a:endParaRPr lang="es-ES"/>
        </a:p>
      </dgm:t>
    </dgm:pt>
    <dgm:pt modelId="{23055440-F2E5-4E3C-ACF9-9BC6F7030A1B}" type="pres">
      <dgm:prSet presAssocID="{C408151F-FF08-4352-8C80-D40A883F9969}" presName="vert2" presStyleCnt="0"/>
      <dgm:spPr/>
    </dgm:pt>
    <dgm:pt modelId="{69ED304A-CB44-4E6C-BBDB-3F29796AD7FA}" type="pres">
      <dgm:prSet presAssocID="{C408151F-FF08-4352-8C80-D40A883F9969}" presName="thinLine2b" presStyleLbl="callout" presStyleIdx="9" presStyleCnt="11"/>
      <dgm:spPr/>
    </dgm:pt>
    <dgm:pt modelId="{5A8D5B76-4C61-4B02-978D-C6BD544986ED}" type="pres">
      <dgm:prSet presAssocID="{C408151F-FF08-4352-8C80-D40A883F9969}" presName="vertSpace2b" presStyleCnt="0"/>
      <dgm:spPr/>
    </dgm:pt>
    <dgm:pt modelId="{6DBEF5B6-D027-42C4-BFBA-E18EABF16E00}" type="pres">
      <dgm:prSet presAssocID="{620C11D2-E776-424C-A0E7-2D5D207CD68A}" presName="horz2" presStyleCnt="0"/>
      <dgm:spPr/>
    </dgm:pt>
    <dgm:pt modelId="{CACDE376-02CE-4C5E-AAE0-7856032B94F0}" type="pres">
      <dgm:prSet presAssocID="{620C11D2-E776-424C-A0E7-2D5D207CD68A}" presName="horzSpace2" presStyleCnt="0"/>
      <dgm:spPr/>
    </dgm:pt>
    <dgm:pt modelId="{B2A21B0A-2559-424B-B069-8CBAE5E51A87}" type="pres">
      <dgm:prSet presAssocID="{620C11D2-E776-424C-A0E7-2D5D207CD68A}" presName="tx2" presStyleLbl="revTx" presStyleIdx="12" presStyleCnt="13"/>
      <dgm:spPr/>
      <dgm:t>
        <a:bodyPr/>
        <a:lstStyle/>
        <a:p>
          <a:endParaRPr lang="es-ES"/>
        </a:p>
      </dgm:t>
    </dgm:pt>
    <dgm:pt modelId="{F8CC7E2B-12FF-490E-BB23-9BD566F211B3}" type="pres">
      <dgm:prSet presAssocID="{620C11D2-E776-424C-A0E7-2D5D207CD68A}" presName="vert2" presStyleCnt="0"/>
      <dgm:spPr/>
    </dgm:pt>
    <dgm:pt modelId="{68980BAC-3A92-485E-83D8-545E369921C1}" type="pres">
      <dgm:prSet presAssocID="{620C11D2-E776-424C-A0E7-2D5D207CD68A}" presName="thinLine2b" presStyleLbl="callout" presStyleIdx="10" presStyleCnt="11"/>
      <dgm:spPr/>
    </dgm:pt>
    <dgm:pt modelId="{772E65FD-BC39-4E10-AC3C-D165CE01488C}" type="pres">
      <dgm:prSet presAssocID="{620C11D2-E776-424C-A0E7-2D5D207CD68A}" presName="vertSpace2b" presStyleCnt="0"/>
      <dgm:spPr/>
    </dgm:pt>
  </dgm:ptLst>
  <dgm:cxnLst>
    <dgm:cxn modelId="{B913582A-C51A-7948-8CD7-0EAADAC6E1E7}" srcId="{D1D10F65-8C36-4800-AD9D-4A75930380A4}" destId="{9C0C5B6B-88B0-0644-95CC-DA013289C236}" srcOrd="0" destOrd="0" parTransId="{B8FBE750-BA08-3745-BDB2-8DE244854305}" sibTransId="{7720ED4A-2659-4441-8B8A-B12AAECACA03}"/>
    <dgm:cxn modelId="{09E972B8-90E1-4CAB-8307-DCFD1715906E}" type="presOf" srcId="{4D7DCE72-F1C7-3648-B096-B3BF2FA1BA56}" destId="{F1E3A902-B27E-4D1E-9D62-838DBF77570E}" srcOrd="0" destOrd="0" presId="urn:microsoft.com/office/officeart/2008/layout/LinedList"/>
    <dgm:cxn modelId="{96515F35-79E4-4742-B686-B15FF8D6FF12}" srcId="{D1D10F65-8C36-4800-AD9D-4A75930380A4}" destId="{100015F2-99E1-461E-9C5B-CB395F0D238B}" srcOrd="3" destOrd="0" parTransId="{B7B94B0D-8994-48D9-B9F8-49D3F947064E}" sibTransId="{58AF296F-5371-4071-B910-CBDC32C559E3}"/>
    <dgm:cxn modelId="{60D561CD-346A-440C-BA6D-18A9D1E602F5}" type="presOf" srcId="{5B536FDF-F2F3-4D05-AF9A-89E79C92380B}" destId="{EDBBCE88-88E0-4C06-BA01-B4EFB6C685E1}" srcOrd="0" destOrd="0" presId="urn:microsoft.com/office/officeart/2008/layout/LinedList"/>
    <dgm:cxn modelId="{499DD387-599A-457A-82B2-D5F8B61FE3BC}" type="presOf" srcId="{9C0C5B6B-88B0-0644-95CC-DA013289C236}" destId="{520D1D2C-1114-41BF-8F7E-61F71B01A781}" srcOrd="0" destOrd="0" presId="urn:microsoft.com/office/officeart/2008/layout/LinedList"/>
    <dgm:cxn modelId="{06246E8E-70C6-4214-8CE7-50ACCE17C9B2}" type="presOf" srcId="{1FD8A382-EEF4-4079-9569-4DF00CDC88CB}" destId="{9308DB38-4970-4A20-9F61-C3A2638A2E36}" srcOrd="0" destOrd="0" presId="urn:microsoft.com/office/officeart/2008/layout/LinedList"/>
    <dgm:cxn modelId="{A79500A2-A681-4F08-87C9-2EB791E5DA1E}" type="presOf" srcId="{100015F2-99E1-461E-9C5B-CB395F0D238B}" destId="{4105AE7B-4FF7-483C-9AE1-8E3B50452022}" srcOrd="0" destOrd="0" presId="urn:microsoft.com/office/officeart/2008/layout/LinedList"/>
    <dgm:cxn modelId="{823D9188-958F-467D-B538-54322C2DEEE7}" type="presOf" srcId="{3440283F-7B94-41E1-A678-109BA5967928}" destId="{1AB85A7C-0FFD-4546-B83C-987E91EDF1C9}" srcOrd="0" destOrd="0" presId="urn:microsoft.com/office/officeart/2008/layout/LinedList"/>
    <dgm:cxn modelId="{12C78064-7BB2-4D12-B0E8-BABF2751BABD}" type="presOf" srcId="{D1D10F65-8C36-4800-AD9D-4A75930380A4}" destId="{792A15AE-68CB-4B5E-A488-D8B2430819E0}" srcOrd="0" destOrd="0" presId="urn:microsoft.com/office/officeart/2008/layout/LinedList"/>
    <dgm:cxn modelId="{7D1D3080-7900-4CC4-B4C0-BD39D5B7C3EE}" srcId="{C3CE8D9A-2F5F-E04C-AF81-B61DA3187B58}" destId="{D1D10F65-8C36-4800-AD9D-4A75930380A4}" srcOrd="0" destOrd="0" parTransId="{90F18EEC-639F-4363-B4CF-89223F0F6C38}" sibTransId="{99324C82-0C51-4B8E-B7FB-AB0EDB6CDB40}"/>
    <dgm:cxn modelId="{366F432C-1A26-4011-8836-F1CB5F23632D}" srcId="{A00DC1EC-B999-A640-8654-4E50ABDDE020}" destId="{5B536FDF-F2F3-4D05-AF9A-89E79C92380B}" srcOrd="3" destOrd="0" parTransId="{56E7C592-F553-41EA-A0F8-EBF440BF702D}" sibTransId="{3DAEA229-1474-4E45-A55F-BA78088D2142}"/>
    <dgm:cxn modelId="{DBA51B96-2BDF-C04D-8EE9-74101BC05F2E}" srcId="{A00DC1EC-B999-A640-8654-4E50ABDDE020}" destId="{D206AD7D-6FCF-BA4A-A881-D49C0A782FC3}" srcOrd="1" destOrd="0" parTransId="{2FAF4929-896A-4142-A9D4-FCF51F2A7AA6}" sibTransId="{948F4234-2DCD-C24A-ABA8-79BDA4601848}"/>
    <dgm:cxn modelId="{D3DFBF32-AC45-4AEC-9271-192E939DA6CC}" type="presOf" srcId="{C408151F-FF08-4352-8C80-D40A883F9969}" destId="{BC711DF3-B847-410F-97A6-BD08272462FE}" srcOrd="0" destOrd="0" presId="urn:microsoft.com/office/officeart/2008/layout/LinedList"/>
    <dgm:cxn modelId="{2B3AB939-F741-4B55-BCEC-AC60F4C0DC14}" srcId="{A00DC1EC-B999-A640-8654-4E50ABDDE020}" destId="{3440283F-7B94-41E1-A678-109BA5967928}" srcOrd="2" destOrd="0" parTransId="{620191C0-423A-4FE9-A4F1-5C5D36C0C76E}" sibTransId="{23C99D01-59D4-4C59-997C-A7CC57B9FF58}"/>
    <dgm:cxn modelId="{FA015F84-3A27-6341-B5E5-5AAABF15FCA7}" srcId="{A00DC1EC-B999-A640-8654-4E50ABDDE020}" destId="{C067AB59-C7C5-C74B-8B60-2FA743781E39}" srcOrd="0" destOrd="0" parTransId="{E4F708B6-A4DC-E54B-965A-6A91932F4F21}" sibTransId="{07AED4AD-A571-FA4C-8F60-2811AAEB8399}"/>
    <dgm:cxn modelId="{C36FE991-C046-254D-B645-ED7CD9E49D91}" srcId="{C3CE8D9A-2F5F-E04C-AF81-B61DA3187B58}" destId="{A00DC1EC-B999-A640-8654-4E50ABDDE020}" srcOrd="1" destOrd="0" parTransId="{C1FC985A-8FE8-944A-89F3-975B9C62D138}" sibTransId="{48BA50DD-A1B0-B142-8134-1733EC7E096A}"/>
    <dgm:cxn modelId="{063A7FBB-F028-4CE9-93D2-FFA59580D9E2}" type="presOf" srcId="{D206AD7D-6FCF-BA4A-A881-D49C0A782FC3}" destId="{70B24025-E2C6-417F-99E1-3AE2064C772D}" srcOrd="0" destOrd="0" presId="urn:microsoft.com/office/officeart/2008/layout/LinedList"/>
    <dgm:cxn modelId="{D26D08F2-519C-4B40-91A4-26CEA9A44B35}" type="presOf" srcId="{C067AB59-C7C5-C74B-8B60-2FA743781E39}" destId="{CECABC1D-D0D2-4346-AB17-5BDF3AE0B320}" srcOrd="0" destOrd="0" presId="urn:microsoft.com/office/officeart/2008/layout/LinedList"/>
    <dgm:cxn modelId="{4442E0DD-B0C5-463B-85FC-DD4C86497FE6}" type="presOf" srcId="{C3CE8D9A-2F5F-E04C-AF81-B61DA3187B58}" destId="{A4615577-DB07-0E46-BAD9-752076C1E8EB}" srcOrd="0" destOrd="0" presId="urn:microsoft.com/office/officeart/2008/layout/LinedList"/>
    <dgm:cxn modelId="{DB1333D2-3967-4FFA-8FBA-2F80FE1CD1F8}" type="presOf" srcId="{620C11D2-E776-424C-A0E7-2D5D207CD68A}" destId="{B2A21B0A-2559-424B-B069-8CBAE5E51A87}" srcOrd="0" destOrd="0" presId="urn:microsoft.com/office/officeart/2008/layout/LinedList"/>
    <dgm:cxn modelId="{21CF3CCE-16FA-432E-B01C-0B2A4EA706EF}" srcId="{A00DC1EC-B999-A640-8654-4E50ABDDE020}" destId="{C408151F-FF08-4352-8C80-D40A883F9969}" srcOrd="4" destOrd="0" parTransId="{43789CE0-BE29-4D5A-ACA6-E54EA30CE156}" sibTransId="{3FA3431C-998F-4A11-80A9-BD41A6A6A3B3}"/>
    <dgm:cxn modelId="{C1270F3C-6A06-4D77-ADFF-C6533793639F}" srcId="{A00DC1EC-B999-A640-8654-4E50ABDDE020}" destId="{620C11D2-E776-424C-A0E7-2D5D207CD68A}" srcOrd="5" destOrd="0" parTransId="{2EA1011A-D8C2-4AC6-80C1-15F7A5C42BC5}" sibTransId="{886E0B34-87C7-4833-B3E0-0DFCD62A7046}"/>
    <dgm:cxn modelId="{A447AB7F-39DA-4DC3-A3FB-A9E51521FD52}" type="presOf" srcId="{A00DC1EC-B999-A640-8654-4E50ABDDE020}" destId="{9891002C-403A-A043-B663-E6FEB51C2557}" srcOrd="0" destOrd="0" presId="urn:microsoft.com/office/officeart/2008/layout/LinedList"/>
    <dgm:cxn modelId="{50FBFD31-91C6-428D-8C4A-5D7F5320371E}" srcId="{D1D10F65-8C36-4800-AD9D-4A75930380A4}" destId="{1FD8A382-EEF4-4079-9569-4DF00CDC88CB}" srcOrd="4" destOrd="0" parTransId="{9BC0FED0-9B37-4E3E-8ABB-9DBE5DCE2DB8}" sibTransId="{A95B7FC9-C527-4756-8334-CC3DC6A19CB0}"/>
    <dgm:cxn modelId="{5A8D58F9-DBC1-4363-BF74-203E8EC87F07}" type="presOf" srcId="{EA05A323-1CD6-E844-BD1C-19A2225C0340}" destId="{821592CB-BF1E-40A4-88FF-532C668728A8}" srcOrd="0" destOrd="0" presId="urn:microsoft.com/office/officeart/2008/layout/LinedList"/>
    <dgm:cxn modelId="{CEF75630-A106-2C4A-813E-06273EBC269D}" srcId="{D1D10F65-8C36-4800-AD9D-4A75930380A4}" destId="{4D7DCE72-F1C7-3648-B096-B3BF2FA1BA56}" srcOrd="1" destOrd="0" parTransId="{4130B51B-54F0-CE46-A291-A4358F1F6F5A}" sibTransId="{44AA0FEF-23B0-9044-91B0-9D01CCB0457B}"/>
    <dgm:cxn modelId="{170E0A80-D936-D547-94C5-570AC1082D21}" srcId="{D1D10F65-8C36-4800-AD9D-4A75930380A4}" destId="{EA05A323-1CD6-E844-BD1C-19A2225C0340}" srcOrd="2" destOrd="0" parTransId="{30E5782B-3D30-E84E-8B09-5F18CE4DBC15}" sibTransId="{A735D71C-2096-F344-B726-857D36F14FEB}"/>
    <dgm:cxn modelId="{A20E5B85-308A-4E30-9CA3-8215DA1BE973}" type="presParOf" srcId="{A4615577-DB07-0E46-BAD9-752076C1E8EB}" destId="{4324E71C-51E4-4FFA-9638-472734009553}" srcOrd="0" destOrd="0" presId="urn:microsoft.com/office/officeart/2008/layout/LinedList"/>
    <dgm:cxn modelId="{E8DD52F4-AA63-45BB-A9AD-47249DE30241}" type="presParOf" srcId="{A4615577-DB07-0E46-BAD9-752076C1E8EB}" destId="{35D4AF3C-4879-491B-8004-F3B88F6D9FB5}" srcOrd="1" destOrd="0" presId="urn:microsoft.com/office/officeart/2008/layout/LinedList"/>
    <dgm:cxn modelId="{E14FEE3A-B035-468A-B180-900E681BD2E3}" type="presParOf" srcId="{35D4AF3C-4879-491B-8004-F3B88F6D9FB5}" destId="{792A15AE-68CB-4B5E-A488-D8B2430819E0}" srcOrd="0" destOrd="0" presId="urn:microsoft.com/office/officeart/2008/layout/LinedList"/>
    <dgm:cxn modelId="{C260D792-9935-4F89-86F8-0F5ABF876CCE}" type="presParOf" srcId="{35D4AF3C-4879-491B-8004-F3B88F6D9FB5}" destId="{162AB6D4-F395-4B55-9519-21B610CC0382}" srcOrd="1" destOrd="0" presId="urn:microsoft.com/office/officeart/2008/layout/LinedList"/>
    <dgm:cxn modelId="{29015758-44A8-41F4-8473-56D2A51A1AF5}" type="presParOf" srcId="{162AB6D4-F395-4B55-9519-21B610CC0382}" destId="{412C8F4B-57E8-4EE2-95F4-7EAB16DF68B6}" srcOrd="0" destOrd="0" presId="urn:microsoft.com/office/officeart/2008/layout/LinedList"/>
    <dgm:cxn modelId="{2003989B-39AC-41C8-B002-BC0A59112772}" type="presParOf" srcId="{162AB6D4-F395-4B55-9519-21B610CC0382}" destId="{706ACAA7-2B5D-4D39-81AB-5DAABC04EC1D}" srcOrd="1" destOrd="0" presId="urn:microsoft.com/office/officeart/2008/layout/LinedList"/>
    <dgm:cxn modelId="{6DF293F6-EFF7-46DF-A916-DD9DD8BC4AA7}" type="presParOf" srcId="{706ACAA7-2B5D-4D39-81AB-5DAABC04EC1D}" destId="{3456CDB8-701B-42F1-87C2-C295CD1E48EE}" srcOrd="0" destOrd="0" presId="urn:microsoft.com/office/officeart/2008/layout/LinedList"/>
    <dgm:cxn modelId="{0913C020-796C-4EFD-A3AC-B57F9BB1C9EE}" type="presParOf" srcId="{706ACAA7-2B5D-4D39-81AB-5DAABC04EC1D}" destId="{520D1D2C-1114-41BF-8F7E-61F71B01A781}" srcOrd="1" destOrd="0" presId="urn:microsoft.com/office/officeart/2008/layout/LinedList"/>
    <dgm:cxn modelId="{8E23AF4C-AB88-489B-8D24-170FFE12F1C0}" type="presParOf" srcId="{706ACAA7-2B5D-4D39-81AB-5DAABC04EC1D}" destId="{D6DDDC7E-F1A5-4153-9143-0972F5C1698F}" srcOrd="2" destOrd="0" presId="urn:microsoft.com/office/officeart/2008/layout/LinedList"/>
    <dgm:cxn modelId="{A68E194F-7BC4-4551-AE47-C55D5D18111B}" type="presParOf" srcId="{162AB6D4-F395-4B55-9519-21B610CC0382}" destId="{0A0EB41C-54BD-4DBD-AE20-1F9966450DC3}" srcOrd="2" destOrd="0" presId="urn:microsoft.com/office/officeart/2008/layout/LinedList"/>
    <dgm:cxn modelId="{21E3169A-DD8A-4E63-934A-9D663706EC91}" type="presParOf" srcId="{162AB6D4-F395-4B55-9519-21B610CC0382}" destId="{BD1DC2FA-97F1-47D7-B64D-204FB692D739}" srcOrd="3" destOrd="0" presId="urn:microsoft.com/office/officeart/2008/layout/LinedList"/>
    <dgm:cxn modelId="{87F55CF8-828B-4CA1-937E-AF9CCE8E4897}" type="presParOf" srcId="{162AB6D4-F395-4B55-9519-21B610CC0382}" destId="{AA817BFD-CFD8-4863-BA21-FE68B817CC3C}" srcOrd="4" destOrd="0" presId="urn:microsoft.com/office/officeart/2008/layout/LinedList"/>
    <dgm:cxn modelId="{7F24B679-D868-4756-8D06-1E99891EC753}" type="presParOf" srcId="{AA817BFD-CFD8-4863-BA21-FE68B817CC3C}" destId="{BD57D683-A942-4221-A2F2-BB0CF711AC57}" srcOrd="0" destOrd="0" presId="urn:microsoft.com/office/officeart/2008/layout/LinedList"/>
    <dgm:cxn modelId="{8D6471EC-97EF-49D4-9985-2E7EABD340C7}" type="presParOf" srcId="{AA817BFD-CFD8-4863-BA21-FE68B817CC3C}" destId="{F1E3A902-B27E-4D1E-9D62-838DBF77570E}" srcOrd="1" destOrd="0" presId="urn:microsoft.com/office/officeart/2008/layout/LinedList"/>
    <dgm:cxn modelId="{CED72226-2699-40B0-99F6-52141F5C4A04}" type="presParOf" srcId="{AA817BFD-CFD8-4863-BA21-FE68B817CC3C}" destId="{4F138E20-5633-4DCC-BBC2-20DFBFC7868F}" srcOrd="2" destOrd="0" presId="urn:microsoft.com/office/officeart/2008/layout/LinedList"/>
    <dgm:cxn modelId="{EA5E20F1-BD39-4E1D-8F48-15034351CAA6}" type="presParOf" srcId="{162AB6D4-F395-4B55-9519-21B610CC0382}" destId="{2B79C5B5-7045-4C8A-A0D3-ED34D320DACE}" srcOrd="5" destOrd="0" presId="urn:microsoft.com/office/officeart/2008/layout/LinedList"/>
    <dgm:cxn modelId="{B7539C36-63FD-4D25-8C4F-BD05AF8C4201}" type="presParOf" srcId="{162AB6D4-F395-4B55-9519-21B610CC0382}" destId="{8C3B0260-807F-409D-975C-EBFF816514C3}" srcOrd="6" destOrd="0" presId="urn:microsoft.com/office/officeart/2008/layout/LinedList"/>
    <dgm:cxn modelId="{E043DD71-8D2E-45F7-A062-80D3699BB0D9}" type="presParOf" srcId="{162AB6D4-F395-4B55-9519-21B610CC0382}" destId="{DCC37064-A6D2-4A55-A252-3829429045E5}" srcOrd="7" destOrd="0" presId="urn:microsoft.com/office/officeart/2008/layout/LinedList"/>
    <dgm:cxn modelId="{840F338D-7162-4320-8479-C3B1D103DD39}" type="presParOf" srcId="{DCC37064-A6D2-4A55-A252-3829429045E5}" destId="{AF620EF4-9246-40B0-95DD-0F97FD557889}" srcOrd="0" destOrd="0" presId="urn:microsoft.com/office/officeart/2008/layout/LinedList"/>
    <dgm:cxn modelId="{C79DA130-C384-406B-9238-E2E345C0317C}" type="presParOf" srcId="{DCC37064-A6D2-4A55-A252-3829429045E5}" destId="{821592CB-BF1E-40A4-88FF-532C668728A8}" srcOrd="1" destOrd="0" presId="urn:microsoft.com/office/officeart/2008/layout/LinedList"/>
    <dgm:cxn modelId="{A8F22921-8671-4C7C-BF95-C1787B907D96}" type="presParOf" srcId="{DCC37064-A6D2-4A55-A252-3829429045E5}" destId="{4A2BC687-FFD6-4EBF-9A58-5F5A5936D128}" srcOrd="2" destOrd="0" presId="urn:microsoft.com/office/officeart/2008/layout/LinedList"/>
    <dgm:cxn modelId="{ABEFA481-3A65-4B49-9C44-C4F5F9953ECA}" type="presParOf" srcId="{162AB6D4-F395-4B55-9519-21B610CC0382}" destId="{AFB2C275-AEA0-46EA-8FAC-DEEB17253C42}" srcOrd="8" destOrd="0" presId="urn:microsoft.com/office/officeart/2008/layout/LinedList"/>
    <dgm:cxn modelId="{2A938EDC-1BCA-455C-9D51-7F225710BDF6}" type="presParOf" srcId="{162AB6D4-F395-4B55-9519-21B610CC0382}" destId="{B63F60B4-89E7-4E26-9559-C63693EDEACE}" srcOrd="9" destOrd="0" presId="urn:microsoft.com/office/officeart/2008/layout/LinedList"/>
    <dgm:cxn modelId="{681C4E8C-B3B3-4FA2-90AA-9A18B2B1DEA9}" type="presParOf" srcId="{162AB6D4-F395-4B55-9519-21B610CC0382}" destId="{D59C0278-DE41-4AAD-9EF9-7AEC556EDAE3}" srcOrd="10" destOrd="0" presId="urn:microsoft.com/office/officeart/2008/layout/LinedList"/>
    <dgm:cxn modelId="{076DA657-EC2C-46B6-9C1C-B90E8EC76048}" type="presParOf" srcId="{D59C0278-DE41-4AAD-9EF9-7AEC556EDAE3}" destId="{33B6C96C-9A76-4F78-AA5F-493F55717075}" srcOrd="0" destOrd="0" presId="urn:microsoft.com/office/officeart/2008/layout/LinedList"/>
    <dgm:cxn modelId="{BB843939-6AB2-4AA7-9151-A0BA803CEC4F}" type="presParOf" srcId="{D59C0278-DE41-4AAD-9EF9-7AEC556EDAE3}" destId="{4105AE7B-4FF7-483C-9AE1-8E3B50452022}" srcOrd="1" destOrd="0" presId="urn:microsoft.com/office/officeart/2008/layout/LinedList"/>
    <dgm:cxn modelId="{6619E3F4-9EF7-4F8A-966E-FD03500BFEAA}" type="presParOf" srcId="{D59C0278-DE41-4AAD-9EF9-7AEC556EDAE3}" destId="{0B900678-F3B9-400F-BF18-9132BF217E94}" srcOrd="2" destOrd="0" presId="urn:microsoft.com/office/officeart/2008/layout/LinedList"/>
    <dgm:cxn modelId="{2D55E408-0D99-4583-B49B-237917020309}" type="presParOf" srcId="{162AB6D4-F395-4B55-9519-21B610CC0382}" destId="{4F894A1B-29F8-434C-97EC-0B52CCF81AA7}" srcOrd="11" destOrd="0" presId="urn:microsoft.com/office/officeart/2008/layout/LinedList"/>
    <dgm:cxn modelId="{4BD6100A-B0DC-48FF-B17A-4B5E5C11D25D}" type="presParOf" srcId="{162AB6D4-F395-4B55-9519-21B610CC0382}" destId="{6BD722AD-71BD-4044-AA28-41182ED4FF74}" srcOrd="12" destOrd="0" presId="urn:microsoft.com/office/officeart/2008/layout/LinedList"/>
    <dgm:cxn modelId="{6310CD25-F7D2-4CDF-B5EE-30DB29DE0888}" type="presParOf" srcId="{162AB6D4-F395-4B55-9519-21B610CC0382}" destId="{5A515698-B144-48B8-8DBB-2A8CE6B57F3B}" srcOrd="13" destOrd="0" presId="urn:microsoft.com/office/officeart/2008/layout/LinedList"/>
    <dgm:cxn modelId="{2B5E8B26-1F8D-4582-BC51-144CB4CD3F99}" type="presParOf" srcId="{5A515698-B144-48B8-8DBB-2A8CE6B57F3B}" destId="{DE266492-F61D-413F-BD4A-74FEF6D2DF73}" srcOrd="0" destOrd="0" presId="urn:microsoft.com/office/officeart/2008/layout/LinedList"/>
    <dgm:cxn modelId="{058434C1-1E51-4EC5-AD8D-1565988D8026}" type="presParOf" srcId="{5A515698-B144-48B8-8DBB-2A8CE6B57F3B}" destId="{9308DB38-4970-4A20-9F61-C3A2638A2E36}" srcOrd="1" destOrd="0" presId="urn:microsoft.com/office/officeart/2008/layout/LinedList"/>
    <dgm:cxn modelId="{DC5940D2-50D9-4C64-A3D6-5FD14DE7A9C1}" type="presParOf" srcId="{5A515698-B144-48B8-8DBB-2A8CE6B57F3B}" destId="{73EDCD6C-635E-4CE8-B224-DBD43E9C4CD1}" srcOrd="2" destOrd="0" presId="urn:microsoft.com/office/officeart/2008/layout/LinedList"/>
    <dgm:cxn modelId="{931B1537-1CFB-4B0F-A2CE-BBF62E20169F}" type="presParOf" srcId="{162AB6D4-F395-4B55-9519-21B610CC0382}" destId="{C6956A27-261C-46A9-8674-2B56FE3C66F2}" srcOrd="14" destOrd="0" presId="urn:microsoft.com/office/officeart/2008/layout/LinedList"/>
    <dgm:cxn modelId="{FAEE1C05-51EB-4299-A1AB-F975998C62DC}" type="presParOf" srcId="{162AB6D4-F395-4B55-9519-21B610CC0382}" destId="{67C79E3C-8482-438A-BE11-675D37659145}" srcOrd="15" destOrd="0" presId="urn:microsoft.com/office/officeart/2008/layout/LinedList"/>
    <dgm:cxn modelId="{CE2C3D43-5508-408F-A728-AE13E74DFCF2}" type="presParOf" srcId="{A4615577-DB07-0E46-BAD9-752076C1E8EB}" destId="{B2F277F3-7CF1-994E-B28A-0B3155C31199}" srcOrd="2" destOrd="0" presId="urn:microsoft.com/office/officeart/2008/layout/LinedList"/>
    <dgm:cxn modelId="{71C4AB37-1D90-47F3-89EF-42A26A496558}" type="presParOf" srcId="{A4615577-DB07-0E46-BAD9-752076C1E8EB}" destId="{0C40495D-3188-9E48-A89E-F64BB2F461F5}" srcOrd="3" destOrd="0" presId="urn:microsoft.com/office/officeart/2008/layout/LinedList"/>
    <dgm:cxn modelId="{BEEFCDD1-2F79-4E22-A187-1C9C97EC26B4}" type="presParOf" srcId="{0C40495D-3188-9E48-A89E-F64BB2F461F5}" destId="{9891002C-403A-A043-B663-E6FEB51C2557}" srcOrd="0" destOrd="0" presId="urn:microsoft.com/office/officeart/2008/layout/LinedList"/>
    <dgm:cxn modelId="{4C6E5E38-CAEF-4E44-BBD4-BFB3FC4A07DF}" type="presParOf" srcId="{0C40495D-3188-9E48-A89E-F64BB2F461F5}" destId="{84783DB1-8E64-8549-92F0-B23833CEE8B0}" srcOrd="1" destOrd="0" presId="urn:microsoft.com/office/officeart/2008/layout/LinedList"/>
    <dgm:cxn modelId="{550B119E-D0E7-4D88-86AC-FC93880EFEDC}" type="presParOf" srcId="{84783DB1-8E64-8549-92F0-B23833CEE8B0}" destId="{7639A2F8-0310-4BED-B4BD-EAB6A5C40B77}" srcOrd="0" destOrd="0" presId="urn:microsoft.com/office/officeart/2008/layout/LinedList"/>
    <dgm:cxn modelId="{71AFDD09-A4E5-42CB-A0F1-61BF3AA9E34D}" type="presParOf" srcId="{84783DB1-8E64-8549-92F0-B23833CEE8B0}" destId="{6A69390F-9BF9-4ABA-8159-EAF93506C37D}" srcOrd="1" destOrd="0" presId="urn:microsoft.com/office/officeart/2008/layout/LinedList"/>
    <dgm:cxn modelId="{CF96AEB5-DDD1-4D05-9351-27F13F8FDBF4}" type="presParOf" srcId="{6A69390F-9BF9-4ABA-8159-EAF93506C37D}" destId="{80389192-84FD-488B-A175-87A5FB0572BA}" srcOrd="0" destOrd="0" presId="urn:microsoft.com/office/officeart/2008/layout/LinedList"/>
    <dgm:cxn modelId="{FBD2A59B-70E6-4D6C-9833-666D0B781FA8}" type="presParOf" srcId="{6A69390F-9BF9-4ABA-8159-EAF93506C37D}" destId="{CECABC1D-D0D2-4346-AB17-5BDF3AE0B320}" srcOrd="1" destOrd="0" presId="urn:microsoft.com/office/officeart/2008/layout/LinedList"/>
    <dgm:cxn modelId="{E9FAB03B-4100-4562-AA54-B24854B39E6D}" type="presParOf" srcId="{6A69390F-9BF9-4ABA-8159-EAF93506C37D}" destId="{C56FE37B-F98C-4D15-95CF-6DC56554B5B4}" srcOrd="2" destOrd="0" presId="urn:microsoft.com/office/officeart/2008/layout/LinedList"/>
    <dgm:cxn modelId="{86E4A391-5D2F-4392-9BB4-70FD4017C49B}" type="presParOf" srcId="{84783DB1-8E64-8549-92F0-B23833CEE8B0}" destId="{5D84D3DB-F553-4712-A813-E34BD39795E9}" srcOrd="2" destOrd="0" presId="urn:microsoft.com/office/officeart/2008/layout/LinedList"/>
    <dgm:cxn modelId="{62735D68-AE9E-411D-88A5-4303EC4A8462}" type="presParOf" srcId="{84783DB1-8E64-8549-92F0-B23833CEE8B0}" destId="{2128B8DA-3804-468D-B525-5F0093F85BA2}" srcOrd="3" destOrd="0" presId="urn:microsoft.com/office/officeart/2008/layout/LinedList"/>
    <dgm:cxn modelId="{931C3764-2885-49A2-84EB-5BD48C762B97}" type="presParOf" srcId="{84783DB1-8E64-8549-92F0-B23833CEE8B0}" destId="{4F42B568-F39A-4181-8658-EC1C2143BBA0}" srcOrd="4" destOrd="0" presId="urn:microsoft.com/office/officeart/2008/layout/LinedList"/>
    <dgm:cxn modelId="{23A4FE5D-171D-477A-88C0-54D034C88B1F}" type="presParOf" srcId="{4F42B568-F39A-4181-8658-EC1C2143BBA0}" destId="{4F8359BF-8C47-4A90-A343-AF5BDC5F9DE8}" srcOrd="0" destOrd="0" presId="urn:microsoft.com/office/officeart/2008/layout/LinedList"/>
    <dgm:cxn modelId="{E6CF9CE2-9113-4288-8FB9-56C8B9DB4954}" type="presParOf" srcId="{4F42B568-F39A-4181-8658-EC1C2143BBA0}" destId="{70B24025-E2C6-417F-99E1-3AE2064C772D}" srcOrd="1" destOrd="0" presId="urn:microsoft.com/office/officeart/2008/layout/LinedList"/>
    <dgm:cxn modelId="{D6C82FA5-CE22-4B18-82D0-F22699C27B8C}" type="presParOf" srcId="{4F42B568-F39A-4181-8658-EC1C2143BBA0}" destId="{7CEB9B09-60D8-4882-A2D8-38EF68D5C19F}" srcOrd="2" destOrd="0" presId="urn:microsoft.com/office/officeart/2008/layout/LinedList"/>
    <dgm:cxn modelId="{7181CA54-1B18-4014-90C4-82361BF5065D}" type="presParOf" srcId="{84783DB1-8E64-8549-92F0-B23833CEE8B0}" destId="{5E350EE4-2D6A-4A16-A0FE-9FACA9074727}" srcOrd="5" destOrd="0" presId="urn:microsoft.com/office/officeart/2008/layout/LinedList"/>
    <dgm:cxn modelId="{E35C4D17-D1BF-4E3D-9BA3-A5BC7D3357EB}" type="presParOf" srcId="{84783DB1-8E64-8549-92F0-B23833CEE8B0}" destId="{9BB5AFB5-07F7-4132-85A2-44E6D0516C88}" srcOrd="6" destOrd="0" presId="urn:microsoft.com/office/officeart/2008/layout/LinedList"/>
    <dgm:cxn modelId="{C4250D0A-95B8-43AD-8E77-023DB253C32B}" type="presParOf" srcId="{84783DB1-8E64-8549-92F0-B23833CEE8B0}" destId="{CFD8E1A3-90D3-46A8-AE85-EB36E0237BB5}" srcOrd="7" destOrd="0" presId="urn:microsoft.com/office/officeart/2008/layout/LinedList"/>
    <dgm:cxn modelId="{81BC2EED-A8CF-486D-B417-4B1F95F3F761}" type="presParOf" srcId="{CFD8E1A3-90D3-46A8-AE85-EB36E0237BB5}" destId="{274EF02C-7D1A-409B-A859-EE71E535A688}" srcOrd="0" destOrd="0" presId="urn:microsoft.com/office/officeart/2008/layout/LinedList"/>
    <dgm:cxn modelId="{2E633023-BF29-40D3-B79D-2DEC43F5C32E}" type="presParOf" srcId="{CFD8E1A3-90D3-46A8-AE85-EB36E0237BB5}" destId="{1AB85A7C-0FFD-4546-B83C-987E91EDF1C9}" srcOrd="1" destOrd="0" presId="urn:microsoft.com/office/officeart/2008/layout/LinedList"/>
    <dgm:cxn modelId="{117C8306-8779-49DC-A6B8-990F5F0CE31E}" type="presParOf" srcId="{CFD8E1A3-90D3-46A8-AE85-EB36E0237BB5}" destId="{6F7BAE7F-F22E-4343-8455-8D1D04AE6291}" srcOrd="2" destOrd="0" presId="urn:microsoft.com/office/officeart/2008/layout/LinedList"/>
    <dgm:cxn modelId="{3B353EF2-3932-47BF-B87C-D90E777AF95A}" type="presParOf" srcId="{84783DB1-8E64-8549-92F0-B23833CEE8B0}" destId="{DF72560F-E95F-423D-A8FF-AAE8DAA00A74}" srcOrd="8" destOrd="0" presId="urn:microsoft.com/office/officeart/2008/layout/LinedList"/>
    <dgm:cxn modelId="{80A6EE93-FBAF-4AF9-8176-EEFCA7FC631F}" type="presParOf" srcId="{84783DB1-8E64-8549-92F0-B23833CEE8B0}" destId="{D8D1CF1A-EF09-4022-8D03-FD002D4FE754}" srcOrd="9" destOrd="0" presId="urn:microsoft.com/office/officeart/2008/layout/LinedList"/>
    <dgm:cxn modelId="{7406CF5C-F123-45F3-9C56-3BBD05D9C196}" type="presParOf" srcId="{84783DB1-8E64-8549-92F0-B23833CEE8B0}" destId="{00451E5C-D19E-4AC4-8C6F-60950BA475F2}" srcOrd="10" destOrd="0" presId="urn:microsoft.com/office/officeart/2008/layout/LinedList"/>
    <dgm:cxn modelId="{72FEC80B-7690-4BD6-9201-A84590792434}" type="presParOf" srcId="{00451E5C-D19E-4AC4-8C6F-60950BA475F2}" destId="{3C367370-E70B-40CC-9DCF-3FC0C33EDE1B}" srcOrd="0" destOrd="0" presId="urn:microsoft.com/office/officeart/2008/layout/LinedList"/>
    <dgm:cxn modelId="{0D394D38-0CAE-497B-897C-0BC748C8605B}" type="presParOf" srcId="{00451E5C-D19E-4AC4-8C6F-60950BA475F2}" destId="{EDBBCE88-88E0-4C06-BA01-B4EFB6C685E1}" srcOrd="1" destOrd="0" presId="urn:microsoft.com/office/officeart/2008/layout/LinedList"/>
    <dgm:cxn modelId="{2B289BFA-F885-418D-A463-B240C6215DFD}" type="presParOf" srcId="{00451E5C-D19E-4AC4-8C6F-60950BA475F2}" destId="{5EA7847F-7A65-4DE6-AFB0-0784772E4EA1}" srcOrd="2" destOrd="0" presId="urn:microsoft.com/office/officeart/2008/layout/LinedList"/>
    <dgm:cxn modelId="{089E5255-28E1-4D97-84AC-8940D77D4163}" type="presParOf" srcId="{84783DB1-8E64-8549-92F0-B23833CEE8B0}" destId="{22FFB06E-FF71-449B-9AA1-BDA4A6D85DF8}" srcOrd="11" destOrd="0" presId="urn:microsoft.com/office/officeart/2008/layout/LinedList"/>
    <dgm:cxn modelId="{A73E78DC-67A0-4903-83EE-B21984E8F4F5}" type="presParOf" srcId="{84783DB1-8E64-8549-92F0-B23833CEE8B0}" destId="{D29BEB5B-2E19-4BA8-823B-ABEF6ECE6E88}" srcOrd="12" destOrd="0" presId="urn:microsoft.com/office/officeart/2008/layout/LinedList"/>
    <dgm:cxn modelId="{60E5C5A5-6C21-4FCC-A0BA-F3564526331C}" type="presParOf" srcId="{84783DB1-8E64-8549-92F0-B23833CEE8B0}" destId="{64D63656-2D6F-44B7-A17E-7A3CBEE7F6DA}" srcOrd="13" destOrd="0" presId="urn:microsoft.com/office/officeart/2008/layout/LinedList"/>
    <dgm:cxn modelId="{C4EC66D8-A9C8-4D9E-8BCB-2F58EB57725B}" type="presParOf" srcId="{64D63656-2D6F-44B7-A17E-7A3CBEE7F6DA}" destId="{BA27F77E-6FAA-4129-8F54-23B3AF730E67}" srcOrd="0" destOrd="0" presId="urn:microsoft.com/office/officeart/2008/layout/LinedList"/>
    <dgm:cxn modelId="{C44140A5-3A96-4642-85DF-DD630230A237}" type="presParOf" srcId="{64D63656-2D6F-44B7-A17E-7A3CBEE7F6DA}" destId="{BC711DF3-B847-410F-97A6-BD08272462FE}" srcOrd="1" destOrd="0" presId="urn:microsoft.com/office/officeart/2008/layout/LinedList"/>
    <dgm:cxn modelId="{F5372313-1B1A-4408-85D6-560CBBC6C18C}" type="presParOf" srcId="{64D63656-2D6F-44B7-A17E-7A3CBEE7F6DA}" destId="{23055440-F2E5-4E3C-ACF9-9BC6F7030A1B}" srcOrd="2" destOrd="0" presId="urn:microsoft.com/office/officeart/2008/layout/LinedList"/>
    <dgm:cxn modelId="{AF2C0B37-6A6F-48E8-A985-EDA89EB315E4}" type="presParOf" srcId="{84783DB1-8E64-8549-92F0-B23833CEE8B0}" destId="{69ED304A-CB44-4E6C-BBDB-3F29796AD7FA}" srcOrd="14" destOrd="0" presId="urn:microsoft.com/office/officeart/2008/layout/LinedList"/>
    <dgm:cxn modelId="{560E5B67-B93F-4EC0-B710-B906564C94E2}" type="presParOf" srcId="{84783DB1-8E64-8549-92F0-B23833CEE8B0}" destId="{5A8D5B76-4C61-4B02-978D-C6BD544986ED}" srcOrd="15" destOrd="0" presId="urn:microsoft.com/office/officeart/2008/layout/LinedList"/>
    <dgm:cxn modelId="{B3CEEDE0-9FF3-47FC-A5F9-B557A01206CF}" type="presParOf" srcId="{84783DB1-8E64-8549-92F0-B23833CEE8B0}" destId="{6DBEF5B6-D027-42C4-BFBA-E18EABF16E00}" srcOrd="16" destOrd="0" presId="urn:microsoft.com/office/officeart/2008/layout/LinedList"/>
    <dgm:cxn modelId="{0BE8AC82-1498-4167-AC66-D39F3F2FB8AA}" type="presParOf" srcId="{6DBEF5B6-D027-42C4-BFBA-E18EABF16E00}" destId="{CACDE376-02CE-4C5E-AAE0-7856032B94F0}" srcOrd="0" destOrd="0" presId="urn:microsoft.com/office/officeart/2008/layout/LinedList"/>
    <dgm:cxn modelId="{BBE6802E-4894-4F5F-BCFF-06E1E77FD000}" type="presParOf" srcId="{6DBEF5B6-D027-42C4-BFBA-E18EABF16E00}" destId="{B2A21B0A-2559-424B-B069-8CBAE5E51A87}" srcOrd="1" destOrd="0" presId="urn:microsoft.com/office/officeart/2008/layout/LinedList"/>
    <dgm:cxn modelId="{1FECE072-D137-4C69-A3B7-0756376DC8D7}" type="presParOf" srcId="{6DBEF5B6-D027-42C4-BFBA-E18EABF16E00}" destId="{F8CC7E2B-12FF-490E-BB23-9BD566F211B3}" srcOrd="2" destOrd="0" presId="urn:microsoft.com/office/officeart/2008/layout/LinedList"/>
    <dgm:cxn modelId="{761A6954-8276-4AE0-BE6B-E1B032A9E350}" type="presParOf" srcId="{84783DB1-8E64-8549-92F0-B23833CEE8B0}" destId="{68980BAC-3A92-485E-83D8-545E369921C1}" srcOrd="17" destOrd="0" presId="urn:microsoft.com/office/officeart/2008/layout/LinedList"/>
    <dgm:cxn modelId="{6B9EBE61-C650-4DD0-9CEC-FA91E19CE224}" type="presParOf" srcId="{84783DB1-8E64-8549-92F0-B23833CEE8B0}" destId="{772E65FD-BC39-4E10-AC3C-D165CE01488C}" srcOrd="18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4E71C-51E4-4FFA-9638-472734009553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2A15AE-68CB-4B5E-A488-D8B2430819E0}">
      <dsp:nvSpPr>
        <dsp:cNvPr id="0" name=""/>
        <dsp:cNvSpPr/>
      </dsp:nvSpPr>
      <dsp:spPr>
        <a:xfrm>
          <a:off x="0" y="905"/>
          <a:ext cx="1497367" cy="18516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 dirty="0" smtClean="0"/>
            <a:t>Costes</a:t>
          </a:r>
          <a:endParaRPr lang="es-ES" sz="1700" kern="1200" dirty="0"/>
        </a:p>
      </dsp:txBody>
      <dsp:txXfrm>
        <a:off x="0" y="905"/>
        <a:ext cx="1497367" cy="1851623"/>
      </dsp:txXfrm>
    </dsp:sp>
    <dsp:sp modelId="{520D1D2C-1114-41BF-8F7E-61F71B01A781}">
      <dsp:nvSpPr>
        <dsp:cNvPr id="0" name=""/>
        <dsp:cNvSpPr/>
      </dsp:nvSpPr>
      <dsp:spPr>
        <a:xfrm>
          <a:off x="1609669" y="27732"/>
          <a:ext cx="5877165" cy="536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/>
            <a:t>Planificación de </a:t>
          </a:r>
          <a:r>
            <a:rPr lang="es-ES" sz="1900" kern="1200" dirty="0" smtClean="0"/>
            <a:t>costes</a:t>
          </a:r>
          <a:endParaRPr lang="es-ES" sz="1900" kern="1200" dirty="0"/>
        </a:p>
      </dsp:txBody>
      <dsp:txXfrm>
        <a:off x="1609669" y="27732"/>
        <a:ext cx="5877165" cy="536550"/>
      </dsp:txXfrm>
    </dsp:sp>
    <dsp:sp modelId="{0A0EB41C-54BD-4DBD-AE20-1F9966450DC3}">
      <dsp:nvSpPr>
        <dsp:cNvPr id="0" name=""/>
        <dsp:cNvSpPr/>
      </dsp:nvSpPr>
      <dsp:spPr>
        <a:xfrm>
          <a:off x="1497366" y="564283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1E3A902-B27E-4D1E-9D62-838DBF77570E}">
      <dsp:nvSpPr>
        <dsp:cNvPr id="0" name=""/>
        <dsp:cNvSpPr/>
      </dsp:nvSpPr>
      <dsp:spPr>
        <a:xfrm>
          <a:off x="1609669" y="591111"/>
          <a:ext cx="5877165" cy="536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 smtClean="0"/>
            <a:t>Estimación de costes</a:t>
          </a:r>
          <a:endParaRPr lang="es-ES" sz="1900" kern="1200" dirty="0"/>
        </a:p>
      </dsp:txBody>
      <dsp:txXfrm>
        <a:off x="1609669" y="591111"/>
        <a:ext cx="5877165" cy="536550"/>
      </dsp:txXfrm>
    </dsp:sp>
    <dsp:sp modelId="{2B79C5B5-7045-4C8A-A0D3-ED34D320DACE}">
      <dsp:nvSpPr>
        <dsp:cNvPr id="0" name=""/>
        <dsp:cNvSpPr/>
      </dsp:nvSpPr>
      <dsp:spPr>
        <a:xfrm>
          <a:off x="1497366" y="1127661"/>
          <a:ext cx="5989468" cy="0"/>
        </a:xfrm>
        <a:prstGeom prst="lin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21592CB-BF1E-40A4-88FF-532C668728A8}">
      <dsp:nvSpPr>
        <dsp:cNvPr id="0" name=""/>
        <dsp:cNvSpPr/>
      </dsp:nvSpPr>
      <dsp:spPr>
        <a:xfrm>
          <a:off x="1609669" y="1154489"/>
          <a:ext cx="5877165" cy="536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 smtClean="0"/>
            <a:t>Determinación del presupuesto	</a:t>
          </a:r>
        </a:p>
      </dsp:txBody>
      <dsp:txXfrm>
        <a:off x="1609669" y="1154489"/>
        <a:ext cx="5877165" cy="536550"/>
      </dsp:txXfrm>
    </dsp:sp>
    <dsp:sp modelId="{AFB2C275-AEA0-46EA-8FAC-DEEB17253C42}">
      <dsp:nvSpPr>
        <dsp:cNvPr id="0" name=""/>
        <dsp:cNvSpPr/>
      </dsp:nvSpPr>
      <dsp:spPr>
        <a:xfrm>
          <a:off x="1497366" y="168498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4105AE7B-4FF7-483C-9AE1-8E3B50452022}">
      <dsp:nvSpPr>
        <dsp:cNvPr id="0" name=""/>
        <dsp:cNvSpPr/>
      </dsp:nvSpPr>
      <dsp:spPr>
        <a:xfrm>
          <a:off x="1609669" y="1717867"/>
          <a:ext cx="5877165" cy="536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 smtClean="0"/>
            <a:t>Control de costes	</a:t>
          </a:r>
        </a:p>
      </dsp:txBody>
      <dsp:txXfrm>
        <a:off x="1609669" y="1717867"/>
        <a:ext cx="5877165" cy="536550"/>
      </dsp:txXfrm>
    </dsp:sp>
    <dsp:sp modelId="{4F894A1B-29F8-434C-97EC-0B52CCF81AA7}">
      <dsp:nvSpPr>
        <dsp:cNvPr id="0" name=""/>
        <dsp:cNvSpPr/>
      </dsp:nvSpPr>
      <dsp:spPr>
        <a:xfrm>
          <a:off x="1497366" y="2254418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F277F3-7CF1-994E-B28A-0B3155C31199}">
      <dsp:nvSpPr>
        <dsp:cNvPr id="0" name=""/>
        <dsp:cNvSpPr/>
      </dsp:nvSpPr>
      <dsp:spPr>
        <a:xfrm>
          <a:off x="0" y="2167389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2541193"/>
                <a:satOff val="-25720"/>
                <a:lumOff val="-98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2541193"/>
                <a:satOff val="-25720"/>
                <a:lumOff val="-98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2541193"/>
                <a:satOff val="-25720"/>
                <a:lumOff val="-98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91002C-403A-A043-B663-E6FEB51C2557}">
      <dsp:nvSpPr>
        <dsp:cNvPr id="0" name=""/>
        <dsp:cNvSpPr/>
      </dsp:nvSpPr>
      <dsp:spPr>
        <a:xfrm>
          <a:off x="0" y="2281245"/>
          <a:ext cx="1497367" cy="2282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 dirty="0" smtClean="0"/>
            <a:t>Justificación técnica</a:t>
          </a:r>
          <a:endParaRPr lang="es-ES" sz="1700" kern="1200" dirty="0"/>
        </a:p>
      </dsp:txBody>
      <dsp:txXfrm>
        <a:off x="0" y="2281245"/>
        <a:ext cx="1497367" cy="2282151"/>
      </dsp:txXfrm>
    </dsp:sp>
    <dsp:sp modelId="{CECABC1D-D0D2-4346-AB17-5BDF3AE0B320}">
      <dsp:nvSpPr>
        <dsp:cNvPr id="0" name=""/>
        <dsp:cNvSpPr/>
      </dsp:nvSpPr>
      <dsp:spPr>
        <a:xfrm>
          <a:off x="1609669" y="2302752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 smtClean="0"/>
            <a:t>Equipo empleado</a:t>
          </a:r>
          <a:endParaRPr lang="es-ES" sz="1900" kern="1200" dirty="0"/>
        </a:p>
      </dsp:txBody>
      <dsp:txXfrm>
        <a:off x="1609669" y="2302752"/>
        <a:ext cx="5877165" cy="430131"/>
      </dsp:txXfrm>
    </dsp:sp>
    <dsp:sp modelId="{5D84D3DB-F553-4712-A813-E34BD39795E9}">
      <dsp:nvSpPr>
        <dsp:cNvPr id="0" name=""/>
        <dsp:cNvSpPr/>
      </dsp:nvSpPr>
      <dsp:spPr>
        <a:xfrm>
          <a:off x="1497366" y="273288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70B24025-E2C6-417F-99E1-3AE2064C772D}">
      <dsp:nvSpPr>
        <dsp:cNvPr id="0" name=""/>
        <dsp:cNvSpPr/>
      </dsp:nvSpPr>
      <dsp:spPr>
        <a:xfrm>
          <a:off x="1609669" y="2754390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 smtClean="0"/>
            <a:t>¿Recursos?</a:t>
          </a:r>
          <a:endParaRPr lang="es-ES" sz="1900" kern="1200" dirty="0"/>
        </a:p>
      </dsp:txBody>
      <dsp:txXfrm>
        <a:off x="1609669" y="2754390"/>
        <a:ext cx="5877165" cy="430131"/>
      </dsp:txXfrm>
    </dsp:sp>
    <dsp:sp modelId="{5E350EE4-2D6A-4A16-A0FE-9FACA9074727}">
      <dsp:nvSpPr>
        <dsp:cNvPr id="0" name=""/>
        <dsp:cNvSpPr/>
      </dsp:nvSpPr>
      <dsp:spPr>
        <a:xfrm>
          <a:off x="1497366" y="318452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AB85A7C-0FFD-4546-B83C-987E91EDF1C9}">
      <dsp:nvSpPr>
        <dsp:cNvPr id="0" name=""/>
        <dsp:cNvSpPr/>
      </dsp:nvSpPr>
      <dsp:spPr>
        <a:xfrm>
          <a:off x="1609669" y="3206029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 smtClean="0"/>
            <a:t>Estrategias seguidas</a:t>
          </a:r>
          <a:endParaRPr lang="es-ES" sz="1900" kern="1200" dirty="0"/>
        </a:p>
      </dsp:txBody>
      <dsp:txXfrm>
        <a:off x="1609669" y="3206029"/>
        <a:ext cx="5877165" cy="430131"/>
      </dsp:txXfrm>
    </dsp:sp>
    <dsp:sp modelId="{DF72560F-E95F-423D-A8FF-AAE8DAA00A74}">
      <dsp:nvSpPr>
        <dsp:cNvPr id="0" name=""/>
        <dsp:cNvSpPr/>
      </dsp:nvSpPr>
      <dsp:spPr>
        <a:xfrm>
          <a:off x="1497366" y="363616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EDBBCE88-88E0-4C06-BA01-B4EFB6C685E1}">
      <dsp:nvSpPr>
        <dsp:cNvPr id="0" name=""/>
        <dsp:cNvSpPr/>
      </dsp:nvSpPr>
      <dsp:spPr>
        <a:xfrm>
          <a:off x="1609669" y="3657667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 smtClean="0"/>
            <a:t>Equipo de pruebas</a:t>
          </a:r>
          <a:endParaRPr lang="es-ES" sz="1900" kern="1200" dirty="0"/>
        </a:p>
      </dsp:txBody>
      <dsp:txXfrm>
        <a:off x="1609669" y="3657667"/>
        <a:ext cx="5877165" cy="430131"/>
      </dsp:txXfrm>
    </dsp:sp>
    <dsp:sp modelId="{22FFB06E-FF71-449B-9AA1-BDA4A6D85DF8}">
      <dsp:nvSpPr>
        <dsp:cNvPr id="0" name=""/>
        <dsp:cNvSpPr/>
      </dsp:nvSpPr>
      <dsp:spPr>
        <a:xfrm>
          <a:off x="1497366" y="4087799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C711DF3-B847-410F-97A6-BD08272462FE}">
      <dsp:nvSpPr>
        <dsp:cNvPr id="0" name=""/>
        <dsp:cNvSpPr/>
      </dsp:nvSpPr>
      <dsp:spPr>
        <a:xfrm>
          <a:off x="1609669" y="4109306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900" kern="1200" dirty="0" smtClean="0"/>
            <a:t>Integración en el entorno</a:t>
          </a:r>
          <a:endParaRPr lang="es-ES" sz="1900" kern="1200" dirty="0"/>
        </a:p>
      </dsp:txBody>
      <dsp:txXfrm>
        <a:off x="1609669" y="4109306"/>
        <a:ext cx="5877165" cy="430131"/>
      </dsp:txXfrm>
    </dsp:sp>
    <dsp:sp modelId="{69ED304A-CB44-4E6C-BBDB-3F29796AD7FA}">
      <dsp:nvSpPr>
        <dsp:cNvPr id="0" name=""/>
        <dsp:cNvSpPr/>
      </dsp:nvSpPr>
      <dsp:spPr>
        <a:xfrm>
          <a:off x="1497366" y="4539438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4E71C-51E4-4FFA-9638-472734009553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2A15AE-68CB-4B5E-A488-D8B2430819E0}">
      <dsp:nvSpPr>
        <dsp:cNvPr id="0" name=""/>
        <dsp:cNvSpPr/>
      </dsp:nvSpPr>
      <dsp:spPr>
        <a:xfrm>
          <a:off x="0" y="0"/>
          <a:ext cx="1497367" cy="2282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 dirty="0" smtClean="0"/>
            <a:t>Costes</a:t>
          </a:r>
          <a:endParaRPr lang="es-ES" sz="1700" kern="1200" dirty="0"/>
        </a:p>
      </dsp:txBody>
      <dsp:txXfrm>
        <a:off x="0" y="0"/>
        <a:ext cx="1497367" cy="2282151"/>
      </dsp:txXfrm>
    </dsp:sp>
    <dsp:sp modelId="{520D1D2C-1114-41BF-8F7E-61F71B01A781}">
      <dsp:nvSpPr>
        <dsp:cNvPr id="0" name=""/>
        <dsp:cNvSpPr/>
      </dsp:nvSpPr>
      <dsp:spPr>
        <a:xfrm>
          <a:off x="1609669" y="21506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/>
            <a:t>Planificación de </a:t>
          </a:r>
          <a:r>
            <a:rPr lang="es-ES" sz="1600" kern="1200" dirty="0" smtClean="0"/>
            <a:t>costes</a:t>
          </a:r>
          <a:endParaRPr lang="es-ES" sz="1600" kern="1200" dirty="0"/>
        </a:p>
      </dsp:txBody>
      <dsp:txXfrm>
        <a:off x="1609669" y="21506"/>
        <a:ext cx="5877165" cy="430131"/>
      </dsp:txXfrm>
    </dsp:sp>
    <dsp:sp modelId="{0A0EB41C-54BD-4DBD-AE20-1F9966450DC3}">
      <dsp:nvSpPr>
        <dsp:cNvPr id="0" name=""/>
        <dsp:cNvSpPr/>
      </dsp:nvSpPr>
      <dsp:spPr>
        <a:xfrm>
          <a:off x="1497367" y="451638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1E3A902-B27E-4D1E-9D62-838DBF77570E}">
      <dsp:nvSpPr>
        <dsp:cNvPr id="0" name=""/>
        <dsp:cNvSpPr/>
      </dsp:nvSpPr>
      <dsp:spPr>
        <a:xfrm>
          <a:off x="1609669" y="473145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Estimación de costes</a:t>
          </a:r>
          <a:endParaRPr lang="es-ES" sz="1600" kern="1200" dirty="0"/>
        </a:p>
      </dsp:txBody>
      <dsp:txXfrm>
        <a:off x="1609669" y="473145"/>
        <a:ext cx="5877165" cy="430131"/>
      </dsp:txXfrm>
    </dsp:sp>
    <dsp:sp modelId="{2B79C5B5-7045-4C8A-A0D3-ED34D320DACE}">
      <dsp:nvSpPr>
        <dsp:cNvPr id="0" name=""/>
        <dsp:cNvSpPr/>
      </dsp:nvSpPr>
      <dsp:spPr>
        <a:xfrm>
          <a:off x="1497367" y="903277"/>
          <a:ext cx="5989468" cy="0"/>
        </a:xfrm>
        <a:prstGeom prst="lin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21592CB-BF1E-40A4-88FF-532C668728A8}">
      <dsp:nvSpPr>
        <dsp:cNvPr id="0" name=""/>
        <dsp:cNvSpPr/>
      </dsp:nvSpPr>
      <dsp:spPr>
        <a:xfrm>
          <a:off x="1609669" y="924783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Determinación del presupuesto	</a:t>
          </a:r>
        </a:p>
      </dsp:txBody>
      <dsp:txXfrm>
        <a:off x="1609669" y="924783"/>
        <a:ext cx="5877165" cy="430131"/>
      </dsp:txXfrm>
    </dsp:sp>
    <dsp:sp modelId="{AFB2C275-AEA0-46EA-8FAC-DEEB17253C42}">
      <dsp:nvSpPr>
        <dsp:cNvPr id="0" name=""/>
        <dsp:cNvSpPr/>
      </dsp:nvSpPr>
      <dsp:spPr>
        <a:xfrm>
          <a:off x="1497367" y="135006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4105AE7B-4FF7-483C-9AE1-8E3B50452022}">
      <dsp:nvSpPr>
        <dsp:cNvPr id="0" name=""/>
        <dsp:cNvSpPr/>
      </dsp:nvSpPr>
      <dsp:spPr>
        <a:xfrm>
          <a:off x="1609669" y="1376422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Control de costes	</a:t>
          </a:r>
        </a:p>
      </dsp:txBody>
      <dsp:txXfrm>
        <a:off x="1609669" y="1376422"/>
        <a:ext cx="5877165" cy="430131"/>
      </dsp:txXfrm>
    </dsp:sp>
    <dsp:sp modelId="{4F894A1B-29F8-434C-97EC-0B52CCF81AA7}">
      <dsp:nvSpPr>
        <dsp:cNvPr id="0" name=""/>
        <dsp:cNvSpPr/>
      </dsp:nvSpPr>
      <dsp:spPr>
        <a:xfrm>
          <a:off x="1497367" y="180655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9308DB38-4970-4A20-9F61-C3A2638A2E36}">
      <dsp:nvSpPr>
        <dsp:cNvPr id="0" name=""/>
        <dsp:cNvSpPr/>
      </dsp:nvSpPr>
      <dsp:spPr>
        <a:xfrm>
          <a:off x="1609669" y="1828060"/>
          <a:ext cx="5877165" cy="4301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600" kern="1200"/>
        </a:p>
      </dsp:txBody>
      <dsp:txXfrm>
        <a:off x="1609669" y="1828060"/>
        <a:ext cx="5877165" cy="430131"/>
      </dsp:txXfrm>
    </dsp:sp>
    <dsp:sp modelId="{C6956A27-261C-46A9-8674-2B56FE3C66F2}">
      <dsp:nvSpPr>
        <dsp:cNvPr id="0" name=""/>
        <dsp:cNvSpPr/>
      </dsp:nvSpPr>
      <dsp:spPr>
        <a:xfrm>
          <a:off x="1497367" y="225819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F277F3-7CF1-994E-B28A-0B3155C31199}">
      <dsp:nvSpPr>
        <dsp:cNvPr id="0" name=""/>
        <dsp:cNvSpPr/>
      </dsp:nvSpPr>
      <dsp:spPr>
        <a:xfrm>
          <a:off x="0" y="1958747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2541193"/>
                <a:satOff val="-25720"/>
                <a:lumOff val="-98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2541193"/>
                <a:satOff val="-25720"/>
                <a:lumOff val="-98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2541193"/>
                <a:satOff val="-25720"/>
                <a:lumOff val="-98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91002C-403A-A043-B663-E6FEB51C2557}">
      <dsp:nvSpPr>
        <dsp:cNvPr id="0" name=""/>
        <dsp:cNvSpPr/>
      </dsp:nvSpPr>
      <dsp:spPr>
        <a:xfrm>
          <a:off x="0" y="2282151"/>
          <a:ext cx="1497367" cy="2282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 dirty="0" smtClean="0"/>
            <a:t>Justificación técnica</a:t>
          </a:r>
          <a:endParaRPr lang="es-ES" sz="1700" kern="1200" dirty="0"/>
        </a:p>
      </dsp:txBody>
      <dsp:txXfrm>
        <a:off x="0" y="2282151"/>
        <a:ext cx="1497367" cy="2282151"/>
      </dsp:txXfrm>
    </dsp:sp>
    <dsp:sp modelId="{CECABC1D-D0D2-4346-AB17-5BDF3AE0B320}">
      <dsp:nvSpPr>
        <dsp:cNvPr id="0" name=""/>
        <dsp:cNvSpPr/>
      </dsp:nvSpPr>
      <dsp:spPr>
        <a:xfrm>
          <a:off x="1609669" y="2300119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Equipo empleado</a:t>
          </a:r>
          <a:endParaRPr lang="es-ES" sz="1600" kern="1200" dirty="0"/>
        </a:p>
      </dsp:txBody>
      <dsp:txXfrm>
        <a:off x="1609669" y="2300119"/>
        <a:ext cx="5877165" cy="359371"/>
      </dsp:txXfrm>
    </dsp:sp>
    <dsp:sp modelId="{5D84D3DB-F553-4712-A813-E34BD39795E9}">
      <dsp:nvSpPr>
        <dsp:cNvPr id="0" name=""/>
        <dsp:cNvSpPr/>
      </dsp:nvSpPr>
      <dsp:spPr>
        <a:xfrm>
          <a:off x="1497367" y="265949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70B24025-E2C6-417F-99E1-3AE2064C772D}">
      <dsp:nvSpPr>
        <dsp:cNvPr id="0" name=""/>
        <dsp:cNvSpPr/>
      </dsp:nvSpPr>
      <dsp:spPr>
        <a:xfrm>
          <a:off x="1609669" y="2677460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¿Recursos?</a:t>
          </a:r>
          <a:endParaRPr lang="es-ES" sz="1600" kern="1200" dirty="0"/>
        </a:p>
      </dsp:txBody>
      <dsp:txXfrm>
        <a:off x="1609669" y="2677460"/>
        <a:ext cx="5877165" cy="359371"/>
      </dsp:txXfrm>
    </dsp:sp>
    <dsp:sp modelId="{5E350EE4-2D6A-4A16-A0FE-9FACA9074727}">
      <dsp:nvSpPr>
        <dsp:cNvPr id="0" name=""/>
        <dsp:cNvSpPr/>
      </dsp:nvSpPr>
      <dsp:spPr>
        <a:xfrm>
          <a:off x="1497367" y="303683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AB85A7C-0FFD-4546-B83C-987E91EDF1C9}">
      <dsp:nvSpPr>
        <dsp:cNvPr id="0" name=""/>
        <dsp:cNvSpPr/>
      </dsp:nvSpPr>
      <dsp:spPr>
        <a:xfrm>
          <a:off x="1609669" y="3054800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Estrategias seguidas</a:t>
          </a:r>
          <a:endParaRPr lang="es-ES" sz="1600" kern="1200" dirty="0"/>
        </a:p>
      </dsp:txBody>
      <dsp:txXfrm>
        <a:off x="1609669" y="3054800"/>
        <a:ext cx="5877165" cy="359371"/>
      </dsp:txXfrm>
    </dsp:sp>
    <dsp:sp modelId="{DF72560F-E95F-423D-A8FF-AAE8DAA00A74}">
      <dsp:nvSpPr>
        <dsp:cNvPr id="0" name=""/>
        <dsp:cNvSpPr/>
      </dsp:nvSpPr>
      <dsp:spPr>
        <a:xfrm>
          <a:off x="1497367" y="341417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EDBBCE88-88E0-4C06-BA01-B4EFB6C685E1}">
      <dsp:nvSpPr>
        <dsp:cNvPr id="0" name=""/>
        <dsp:cNvSpPr/>
      </dsp:nvSpPr>
      <dsp:spPr>
        <a:xfrm>
          <a:off x="1609669" y="3432141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Equipo de pruebas</a:t>
          </a:r>
          <a:endParaRPr lang="es-ES" sz="1600" kern="1200" dirty="0"/>
        </a:p>
      </dsp:txBody>
      <dsp:txXfrm>
        <a:off x="1609669" y="3432141"/>
        <a:ext cx="5877165" cy="359371"/>
      </dsp:txXfrm>
    </dsp:sp>
    <dsp:sp modelId="{22FFB06E-FF71-449B-9AA1-BDA4A6D85DF8}">
      <dsp:nvSpPr>
        <dsp:cNvPr id="0" name=""/>
        <dsp:cNvSpPr/>
      </dsp:nvSpPr>
      <dsp:spPr>
        <a:xfrm>
          <a:off x="1497367" y="3791513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C711DF3-B847-410F-97A6-BD08272462FE}">
      <dsp:nvSpPr>
        <dsp:cNvPr id="0" name=""/>
        <dsp:cNvSpPr/>
      </dsp:nvSpPr>
      <dsp:spPr>
        <a:xfrm>
          <a:off x="1609669" y="3809481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Integración en el entorno</a:t>
          </a:r>
          <a:endParaRPr lang="es-ES" sz="1600" kern="1200" dirty="0"/>
        </a:p>
      </dsp:txBody>
      <dsp:txXfrm>
        <a:off x="1609669" y="3809481"/>
        <a:ext cx="5877165" cy="359371"/>
      </dsp:txXfrm>
    </dsp:sp>
    <dsp:sp modelId="{69ED304A-CB44-4E6C-BBDB-3F29796AD7FA}">
      <dsp:nvSpPr>
        <dsp:cNvPr id="0" name=""/>
        <dsp:cNvSpPr/>
      </dsp:nvSpPr>
      <dsp:spPr>
        <a:xfrm>
          <a:off x="1497367" y="4168853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A21B0A-2559-424B-B069-8CBAE5E51A87}">
      <dsp:nvSpPr>
        <dsp:cNvPr id="0" name=""/>
        <dsp:cNvSpPr/>
      </dsp:nvSpPr>
      <dsp:spPr>
        <a:xfrm>
          <a:off x="1609669" y="4186822"/>
          <a:ext cx="5877165" cy="35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600" kern="1200"/>
        </a:p>
      </dsp:txBody>
      <dsp:txXfrm>
        <a:off x="1609669" y="4186822"/>
        <a:ext cx="5877165" cy="359371"/>
      </dsp:txXfrm>
    </dsp:sp>
    <dsp:sp modelId="{68980BAC-3A92-485E-83D8-545E369921C1}">
      <dsp:nvSpPr>
        <dsp:cNvPr id="0" name=""/>
        <dsp:cNvSpPr/>
      </dsp:nvSpPr>
      <dsp:spPr>
        <a:xfrm>
          <a:off x="1497367" y="454619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xmlns="" id="{F4AE34A5-FED9-664C-9CA9-61368CA3A7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xmlns="" id="{EED74FDE-7D61-0448-99C3-1C2510A4DC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6A847-B2BB-5A4F-AA22-ADD924C5DC37}" type="datetimeFigureOut">
              <a:rPr lang="es-ES" smtClean="0"/>
              <a:t>17/12/2018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xmlns="" id="{1B538993-078D-4446-97A5-F286C787E0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811C8AC5-611A-DB4D-AF97-9339B8C3E1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C5F80-6C64-1B4D-B2B7-2AED68CAF8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2138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706AB-1D76-3248-9524-C7A1782978BE}" type="datetimeFigureOut">
              <a:rPr lang="es-ES" smtClean="0"/>
              <a:t>17/12/2018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37864-CDD0-ED46-84C3-11742EF3F2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30025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E37864-CDD0-ED46-84C3-11742EF3F25F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3540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CF658B0C-03D2-4EC9-ADB2-F61D2A7F1A7F}" type="datetime1">
              <a:rPr lang="es-ES" smtClean="0"/>
              <a:t>17/12/2018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533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6A0F-4E3B-4A47-BBFC-C7A596A9AFBF}" type="datetime1">
              <a:rPr lang="es-ES" smtClean="0"/>
              <a:t>17/12/2018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225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23FFCC6-FF5E-4D54-9F73-DBED3D409C44}" type="datetime1">
              <a:rPr lang="es-ES" smtClean="0"/>
              <a:t>17/12/2018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9191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89B3-7CF1-4F25-BD37-C1474D9B93A1}" type="datetime1">
              <a:rPr lang="es-ES" smtClean="0"/>
              <a:t>17/12/2018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0818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370B3-F095-4B61-A454-9A89B25CA30F}" type="datetime1">
              <a:rPr lang="es-ES" smtClean="0"/>
              <a:t>17/12/2018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163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9B04D-B0B4-45F4-9FDC-7D0C3BE59D6C}" type="datetime1">
              <a:rPr lang="es-ES" smtClean="0"/>
              <a:t>17/12/2018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740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FE21-064F-4B68-BD90-552980F678E9}" type="datetime1">
              <a:rPr lang="es-ES" smtClean="0"/>
              <a:t>17/12/2018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377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9170A-DE66-4D4D-9A06-42FA2FF1162A}" type="datetime1">
              <a:rPr lang="es-ES" smtClean="0"/>
              <a:t>17/12/2018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8288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1A4C5-BE6E-4CA1-B7CF-FDE03C66D740}" type="datetime1">
              <a:rPr lang="es-ES" smtClean="0"/>
              <a:t>17/12/2018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9233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8205B-5211-4617-B936-077F7A45C629}" type="datetime1">
              <a:rPr lang="es-ES" smtClean="0"/>
              <a:t>17/12/2018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5475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B92ABF6-4A24-42D0-A0D8-95D48568D00D}" type="datetime1">
              <a:rPr lang="es-ES" smtClean="0"/>
              <a:t>17/12/2018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6453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6EF0696-E95C-4C6C-B4F7-A0B39809F383}" type="datetime1">
              <a:rPr lang="es-ES" smtClean="0"/>
              <a:t>17/12/2018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3214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201181D-D759-4CF4-9542-EE19DD447B1F}" type="datetime1">
              <a:rPr lang="es-ES" smtClean="0"/>
              <a:t>17/12/2018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830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C33-F8D1-4220-849E-47704510CABD}" type="datetime1">
              <a:rPr lang="es-ES" smtClean="0"/>
              <a:t>17/12/2018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051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B1F3-867C-4F14-9ECE-424A23A426E7}" type="datetime1">
              <a:rPr lang="es-ES" smtClean="0"/>
              <a:t>17/12/2018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596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FC77-3596-48F1-83BD-FB747996FF0F}" type="datetime1">
              <a:rPr lang="es-ES" smtClean="0"/>
              <a:t>17/12/2018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3854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AFD6FD5-B225-410F-BB04-627CB54EE5A8}" type="datetime1">
              <a:rPr lang="es-ES" smtClean="0"/>
              <a:t>17/12/2018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435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2C60B-B728-4AE6-B6E3-C50BDD89DA8C}" type="datetime1">
              <a:rPr lang="es-ES" smtClean="0"/>
              <a:t>17/12/2018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6111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emf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C781D2D-F690-3E49-8B9D-858086DD5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2683" y="1806424"/>
            <a:ext cx="6132990" cy="1825096"/>
          </a:xfrm>
        </p:spPr>
        <p:txBody>
          <a:bodyPr>
            <a:normAutofit/>
          </a:bodyPr>
          <a:lstStyle/>
          <a:p>
            <a:r>
              <a:rPr lang="es-ES" dirty="0"/>
              <a:t>Proyecto </a:t>
            </a:r>
            <a:r>
              <a:rPr lang="es-ES" dirty="0" err="1"/>
              <a:t>MeCuida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55C73646-C78E-504E-9BE0-410E35A3D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2683" y="3617797"/>
            <a:ext cx="6132990" cy="685800"/>
          </a:xfrm>
        </p:spPr>
        <p:txBody>
          <a:bodyPr>
            <a:normAutofit/>
          </a:bodyPr>
          <a:lstStyle/>
          <a:p>
            <a:r>
              <a:rPr lang="es-ES" dirty="0"/>
              <a:t>Gestión de Proyectos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xmlns="" id="{8F19F3D8-20CA-FB40-94B1-52940FAC9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45" y="1902941"/>
            <a:ext cx="5391668" cy="231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380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pPr algn="ctr"/>
            <a:r>
              <a:rPr lang="es-ES" dirty="0"/>
              <a:t>Índice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xmlns="" id="{77F2E5BA-5E41-FF40-BA8D-B1CDAB81CB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7627237"/>
              </p:ext>
            </p:extLst>
          </p:nvPr>
        </p:nvGraphicFramePr>
        <p:xfrm>
          <a:off x="2352582" y="2075649"/>
          <a:ext cx="7486835" cy="4564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EA72CA66-3062-4C85-AB3F-209F5F6E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099" y="627482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25478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3E2C8F5-B35B-4728-AFAB-5111275C6C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Planificación</a:t>
            </a:r>
            <a:r>
              <a:rPr lang="en-US" dirty="0" smtClean="0"/>
              <a:t> DE COSTES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xmlns="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Establecer </a:t>
            </a:r>
            <a:r>
              <a:rPr lang="es-ES" sz="2000" dirty="0" smtClean="0"/>
              <a:t>políticas.</a:t>
            </a:r>
            <a:endParaRPr lang="es-ES" sz="2000" dirty="0" smtClean="0"/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Procedimiento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¿Qué ?¿Cómo?¿Cuándo</a:t>
            </a:r>
            <a:r>
              <a:rPr lang="es-ES" sz="2000" dirty="0" smtClean="0"/>
              <a:t>?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Para la </a:t>
            </a:r>
            <a:r>
              <a:rPr lang="es-ES" sz="2000" dirty="0" smtClean="0"/>
              <a:t>elaboración: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WBS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RRHH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Tomar riesgos como base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Definir unidades de medida.</a:t>
            </a:r>
            <a:endParaRPr lang="es-ES" sz="2000" dirty="0"/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2</a:t>
            </a:fld>
            <a:r>
              <a:rPr lang="es-ES" sz="2000" dirty="0"/>
              <a:t>/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5370" y="2057401"/>
            <a:ext cx="2011079" cy="1433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1886" y="2975136"/>
            <a:ext cx="2631284" cy="2462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0888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3E2C8F5-B35B-4728-AFAB-5111275C6C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Planificación</a:t>
            </a:r>
            <a:r>
              <a:rPr lang="en-US" dirty="0" smtClean="0"/>
              <a:t> DE COSTES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xmlns="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Presupuesto cerrado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Oferta pública</a:t>
            </a: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Umbrales de actuación</a:t>
            </a:r>
            <a:endParaRPr lang="es-ES" sz="2000" dirty="0" smtClean="0"/>
          </a:p>
          <a:p>
            <a:pPr lvl="1" defTabSz="914400">
              <a:lnSpc>
                <a:spcPct val="90000"/>
              </a:lnSpc>
              <a:spcAft>
                <a:spcPts val="600"/>
              </a:spcAft>
            </a:pPr>
            <a:r>
              <a:rPr lang="es-ES" sz="2000" dirty="0" smtClean="0"/>
              <a:t> 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Hoja de ruta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Evolución de proyecto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Control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3</a:t>
            </a:fld>
            <a:r>
              <a:rPr lang="es-ES" sz="2000" dirty="0"/>
              <a:t>/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514" y="1934029"/>
            <a:ext cx="1371600" cy="1235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6335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3E2C8F5-B35B-4728-AFAB-5111275C6C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Estimación</a:t>
            </a:r>
            <a:r>
              <a:rPr lang="en-US" dirty="0" smtClean="0"/>
              <a:t> DE COSTES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xmlns="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Aproximación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Estimaciones en: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Actividades seguras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Costes materiales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Costes RRHH 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Subcontrataciones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Contingencias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4</a:t>
            </a:fld>
            <a:r>
              <a:rPr lang="es-ES" sz="2000" dirty="0"/>
              <a:t>/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2000"/>
                    </a14:imgEffect>
                    <a14:imgEffect>
                      <a14:brightnessContrast bright="20000" contrast="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7166" y="2443308"/>
            <a:ext cx="710877" cy="1082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4251" y="2427731"/>
            <a:ext cx="528856" cy="805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6723" y="2443308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450" y="2443308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4 Nube"/>
          <p:cNvSpPr/>
          <p:nvPr/>
        </p:nvSpPr>
        <p:spPr>
          <a:xfrm>
            <a:off x="5697131" y="2057401"/>
            <a:ext cx="3065869" cy="1916975"/>
          </a:xfrm>
          <a:prstGeom prst="cloud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2068" y="3406211"/>
            <a:ext cx="1085098" cy="1316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103" y="3974376"/>
            <a:ext cx="1334726" cy="202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2528498" y="4924871"/>
            <a:ext cx="6646730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 smtClean="0">
                <a:ln w="10160">
                  <a:solidFill>
                    <a:schemeClr val="accent1"/>
                  </a:solidFill>
                  <a:prstDash val="solid"/>
                </a:ln>
                <a:solidFill>
                  <a:schemeClr val="accent1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Posibles</a:t>
            </a:r>
            <a:r>
              <a:rPr lang="es-ES" sz="28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1"/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 </a:t>
            </a:r>
            <a:r>
              <a:rPr lang="es-ES" sz="2800" dirty="0" smtClean="0">
                <a:ln w="10160">
                  <a:solidFill>
                    <a:schemeClr val="accent1"/>
                  </a:solidFill>
                  <a:prstDash val="solid"/>
                </a:ln>
                <a:solidFill>
                  <a:schemeClr val="accent1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desviaciones</a:t>
            </a:r>
            <a:endParaRPr lang="es-ES" sz="2800" b="1" cap="none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1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</p:txBody>
      </p:sp>
      <p:sp>
        <p:nvSpPr>
          <p:cNvPr id="8" name="7 Flecha derecha"/>
          <p:cNvSpPr/>
          <p:nvPr/>
        </p:nvSpPr>
        <p:spPr>
          <a:xfrm>
            <a:off x="7916724" y="5062656"/>
            <a:ext cx="1265392" cy="269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9838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6136" y="1730022"/>
            <a:ext cx="2841038" cy="2702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3E2C8F5-B35B-4728-AFAB-5111275C6C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Estimación</a:t>
            </a:r>
            <a:r>
              <a:rPr lang="en-US" dirty="0" smtClean="0"/>
              <a:t> DE COSTES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xmlns="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 smtClean="0"/>
              <a:t>Costes materiales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 smtClean="0"/>
              <a:t>Alquiler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 smtClean="0"/>
              <a:t>Teléfonos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 smtClean="0"/>
              <a:t>Ordenadores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 smtClean="0"/>
              <a:t>Licencias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 smtClean="0"/>
              <a:t>…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5</a:t>
            </a:fld>
            <a:r>
              <a:rPr lang="es-ES" sz="2000" dirty="0"/>
              <a:t>/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8348663" y="2533650"/>
            <a:ext cx="315277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>
                <a:solidFill>
                  <a:srgbClr val="FF0000"/>
                </a:solidFill>
              </a:rPr>
              <a:t>AÑADIR PANTALLAZO DE UN EXCEL CON UN PEQUEÑO DESGLOSE DE LA ESTIMACION DE COSTES MATERIALES</a:t>
            </a:r>
            <a:endParaRPr lang="es-ES" sz="2400" dirty="0">
              <a:solidFill>
                <a:srgbClr val="FF0000"/>
              </a:solidFill>
            </a:endParaRPr>
          </a:p>
        </p:txBody>
      </p:sp>
      <p:pic>
        <p:nvPicPr>
          <p:cNvPr id="32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457" y="3739775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408" y="367356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117" y="3732358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943" y="2899719"/>
            <a:ext cx="441146" cy="671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851" y="366109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4605" y="3204458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815" y="2881747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6287" y="2988301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395" y="3392718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9587" y="3410385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273" y="2899719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687" y="2404598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1765" y="3732358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207" y="2785221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651" y="2337866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2151" y="2464743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219" y="2618411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237" y="2366441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3127" y="2610269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2391" y="3661092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602" y="2603434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471" y="3357711"/>
            <a:ext cx="185821" cy="28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360" y="367356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8892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3E2C8F5-B35B-4728-AFAB-5111275C6C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Estimación</a:t>
            </a:r>
            <a:r>
              <a:rPr lang="en-US" dirty="0" smtClean="0"/>
              <a:t> DE COSTES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xmlns="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 smtClean="0"/>
              <a:t>Costes RRHH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 smtClean="0"/>
              <a:t>Nóminas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 smtClean="0"/>
              <a:t>Seguros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400" dirty="0" smtClean="0"/>
          </a:p>
          <a:p>
            <a:pPr lvl="1" defTabSz="914400">
              <a:lnSpc>
                <a:spcPct val="90000"/>
              </a:lnSpc>
              <a:spcAft>
                <a:spcPts val="600"/>
              </a:spcAft>
            </a:pPr>
            <a:endParaRPr lang="es-ES" sz="24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6</a:t>
            </a:fld>
            <a:r>
              <a:rPr lang="es-ES" sz="2000" dirty="0"/>
              <a:t>/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7105650" y="2533649"/>
            <a:ext cx="40576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>
                <a:solidFill>
                  <a:srgbClr val="FF0000"/>
                </a:solidFill>
              </a:rPr>
              <a:t>AÑADIR PANTALLAZO DE UN EXCEL CON UN PEQUEÑO DESGLOSE DE LA ESTIMACION DE COSTES RRHH</a:t>
            </a:r>
            <a:endParaRPr lang="es-ES" sz="2400" dirty="0">
              <a:solidFill>
                <a:srgbClr val="FF0000"/>
              </a:solidFill>
            </a:endParaRPr>
          </a:p>
        </p:txBody>
      </p:sp>
      <p:pic>
        <p:nvPicPr>
          <p:cNvPr id="4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6136" y="1730022"/>
            <a:ext cx="2841038" cy="2702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457" y="3739775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408" y="367356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117" y="3732358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943" y="2899719"/>
            <a:ext cx="441146" cy="671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851" y="366109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4605" y="3204458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815" y="2881747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6287" y="2988301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395" y="3392718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9587" y="3410385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273" y="2899719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1765" y="3732358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207" y="2785221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3127" y="2610269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2391" y="3661092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602" y="2603434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471" y="3357711"/>
            <a:ext cx="185821" cy="28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360" y="367356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380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3E2C8F5-B35B-4728-AFAB-5111275C6C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Estimación</a:t>
            </a:r>
            <a:r>
              <a:rPr lang="en-US" dirty="0" smtClean="0"/>
              <a:t> DE COSTES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xmlns="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Costes subcontrataciones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Contratos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7</a:t>
            </a:fld>
            <a:r>
              <a:rPr lang="es-ES" sz="2000" dirty="0"/>
              <a:t>/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7105650" y="2533649"/>
            <a:ext cx="40576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>
                <a:solidFill>
                  <a:srgbClr val="FF0000"/>
                </a:solidFill>
              </a:rPr>
              <a:t>AÑADIR PANTALLAZO DE UN EXCEL CON UN PEQUEÑO DESGLOSE DE LA ESTIMACION DE COSTES DE LAS SUBCONTRATACIONES</a:t>
            </a:r>
            <a:endParaRPr lang="es-ES" sz="2400" dirty="0">
              <a:solidFill>
                <a:srgbClr val="FF0000"/>
              </a:solidFill>
            </a:endParaRPr>
          </a:p>
        </p:txBody>
      </p:sp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6136" y="1730022"/>
            <a:ext cx="2841038" cy="2702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457" y="3739775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408" y="367356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117" y="3732358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851" y="366109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4605" y="3204458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815" y="2881747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6287" y="2988301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395" y="3392718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9587" y="3410385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1765" y="3732358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2391" y="3661092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471" y="3357711"/>
            <a:ext cx="185821" cy="28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360" y="367356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8896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3E2C8F5-B35B-4728-AFAB-5111275C6C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Estimación</a:t>
            </a:r>
            <a:r>
              <a:rPr lang="en-US" dirty="0" smtClean="0"/>
              <a:t> DE COSTES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xmlns="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Contingencias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En base a los riegos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Vital prever </a:t>
            </a:r>
          </a:p>
          <a:p>
            <a:pPr lvl="1" defTabSz="914400">
              <a:lnSpc>
                <a:spcPct val="90000"/>
              </a:lnSpc>
              <a:spcAft>
                <a:spcPts val="600"/>
              </a:spcAft>
            </a:pPr>
            <a:r>
              <a:rPr lang="es-ES" sz="2000" dirty="0"/>
              <a:t>	</a:t>
            </a:r>
            <a:r>
              <a:rPr lang="es-ES" sz="2000" dirty="0" smtClean="0"/>
              <a:t>desviaciones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Umbral pesimista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8</a:t>
            </a:fld>
            <a:r>
              <a:rPr lang="es-ES" sz="2000" dirty="0"/>
              <a:t>/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7105650" y="2533649"/>
            <a:ext cx="40576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>
                <a:solidFill>
                  <a:srgbClr val="FF0000"/>
                </a:solidFill>
              </a:rPr>
              <a:t>AÑADIR PANTALLAZO DE UN EXCEL CON UN PEQUEÑO DESGLOSE DE LA ESTIMACION DE LAS POSIBLES DESVIACIONES</a:t>
            </a:r>
            <a:endParaRPr lang="es-ES" sz="2400" dirty="0">
              <a:solidFill>
                <a:srgbClr val="FF0000"/>
              </a:solidFill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6136" y="1730022"/>
            <a:ext cx="2841038" cy="2702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457" y="3739775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408" y="367356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117" y="3732358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851" y="366109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395" y="3392718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1765" y="3732358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2391" y="3661092"/>
            <a:ext cx="300736" cy="457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471" y="3357711"/>
            <a:ext cx="185821" cy="28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360" y="3673562"/>
            <a:ext cx="150368" cy="22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4150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3E2C8F5-B35B-4728-AFAB-5111275C6C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presupuesto</a:t>
            </a:r>
            <a:endParaRPr lang="es-E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xmlns="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Presupuesto base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Suma de todas las anteriores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Ingresos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9</a:t>
            </a:fld>
            <a:r>
              <a:rPr lang="es-ES" sz="2000" dirty="0"/>
              <a:t>/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842" y="3525330"/>
            <a:ext cx="2994265" cy="2181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6372225" y="2552700"/>
            <a:ext cx="4439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>
                <a:solidFill>
                  <a:srgbClr val="FF0000"/>
                </a:solidFill>
              </a:rPr>
              <a:t>TABLA EXCEL CON INGRESOS-GASTOS</a:t>
            </a:r>
            <a:endParaRPr lang="es-E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6404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3E2C8F5-B35B-4728-AFAB-5111275C6C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Financiación</a:t>
            </a:r>
            <a:endParaRPr lang="es-E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xmlns="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Financiación pública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Inyección de dinero pautada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Importancia </a:t>
            </a:r>
            <a:r>
              <a:rPr lang="es-ES" sz="2000" dirty="0" smtClean="0"/>
              <a:t>temporización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Ingresos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Gastos</a:t>
            </a: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10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713044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3E2C8F5-B35B-4728-AFAB-5111275C6C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Control</a:t>
            </a:r>
            <a:r>
              <a:rPr lang="en-US" dirty="0" smtClean="0"/>
              <a:t> de </a:t>
            </a:r>
            <a:r>
              <a:rPr lang="es-ES" dirty="0" smtClean="0"/>
              <a:t>costes</a:t>
            </a:r>
            <a:endParaRPr lang="es-E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xmlns="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Tarea de inicio a fin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Basado en umbrales: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Desviaciones entre X-Y%: Informe y </a:t>
            </a:r>
            <a:r>
              <a:rPr lang="es-ES" sz="2000" dirty="0" err="1" smtClean="0"/>
              <a:t>siguimiento</a:t>
            </a:r>
            <a:endParaRPr lang="es-ES" sz="2000" dirty="0" smtClean="0"/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Desviaciones mayores que Y: Tomar medidas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Herramientas</a:t>
            </a: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Contacto con el cliente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Umbrales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11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604492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pPr algn="ctr"/>
            <a:r>
              <a:rPr lang="es-ES" dirty="0"/>
              <a:t>Índice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xmlns="" id="{77F2E5BA-5E41-FF40-BA8D-B1CDAB81CB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208241"/>
              </p:ext>
            </p:extLst>
          </p:nvPr>
        </p:nvGraphicFramePr>
        <p:xfrm>
          <a:off x="2352582" y="2075649"/>
          <a:ext cx="7486835" cy="4564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EA72CA66-3062-4C85-AB3F-209F5F6E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099" y="627482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12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227375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3E2C8F5-B35B-4728-AFAB-5111275C6C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EQUIPO EMPLEADO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xmlns="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Material físico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Teléfonos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Ordenadores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Material de oficina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En función del departamento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Licencias de SW 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En función del departamento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13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95929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3E2C8F5-B35B-4728-AFAB-5111275C6C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EQUIPO EMPLEADO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xmlns="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Subcontrataciones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Diseño SW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Empresa: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err="1" smtClean="0"/>
              <a:t>Call</a:t>
            </a:r>
            <a:r>
              <a:rPr lang="es-ES" sz="2000" dirty="0" smtClean="0"/>
              <a:t> Centers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Cantidad: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Almacén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Ubicación: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14</a:t>
            </a:fld>
            <a:r>
              <a:rPr lang="es-ES" sz="2000" dirty="0"/>
              <a:t>/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3657600" y="2600325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rgbClr val="FF0000"/>
                </a:solidFill>
              </a:rPr>
              <a:t>¿QUÉ EMPRESA?</a:t>
            </a:r>
          </a:p>
          <a:p>
            <a:r>
              <a:rPr lang="es-ES" dirty="0" smtClean="0">
                <a:solidFill>
                  <a:srgbClr val="FF0000"/>
                </a:solidFill>
              </a:rPr>
              <a:t>¿DÓNDE ESTÁ?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3657598" y="3648075"/>
            <a:ext cx="44577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rgbClr val="FF0000"/>
                </a:solidFill>
              </a:rPr>
              <a:t>¿QUÉ EMPRESA?</a:t>
            </a:r>
          </a:p>
          <a:p>
            <a:r>
              <a:rPr lang="es-ES" dirty="0" smtClean="0">
                <a:solidFill>
                  <a:srgbClr val="FF0000"/>
                </a:solidFill>
              </a:rPr>
              <a:t>¿CUÁNTA GENTE AL TELEF. PARA ATENDER A X POSIBLES USUARIOS?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3648075" y="4783536"/>
            <a:ext cx="44577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rgbClr val="FF0000"/>
                </a:solidFill>
              </a:rPr>
              <a:t>¿QUÉ EMPRESA?</a:t>
            </a:r>
          </a:p>
          <a:p>
            <a:r>
              <a:rPr lang="es-ES" dirty="0" smtClean="0">
                <a:solidFill>
                  <a:srgbClr val="FF0000"/>
                </a:solidFill>
              </a:rPr>
              <a:t>¿UBICACIÓN?</a:t>
            </a:r>
          </a:p>
          <a:p>
            <a:r>
              <a:rPr lang="es-ES" dirty="0" smtClean="0">
                <a:solidFill>
                  <a:srgbClr val="FF0000"/>
                </a:solidFill>
              </a:rPr>
              <a:t>¿TRANSPORTE?</a:t>
            </a:r>
          </a:p>
        </p:txBody>
      </p:sp>
    </p:spTree>
    <p:extLst>
      <p:ext uri="{BB962C8B-B14F-4D97-AF65-F5344CB8AC3E}">
        <p14:creationId xmlns:p14="http://schemas.microsoft.com/office/powerpoint/2010/main" val="2829030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3E2C8F5-B35B-4728-AFAB-5111275C6C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HOSPITALES Y PACIENTES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xmlns="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Hospitales elegidos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Universitarios</a:t>
            </a:r>
          </a:p>
          <a:p>
            <a:pPr marL="1257300" lvl="2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Ubicaciones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Enfermedades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Crónicas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Poca gravedad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15</a:t>
            </a:fld>
            <a:r>
              <a:rPr lang="es-ES" sz="2000" dirty="0"/>
              <a:t>/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7525" y="2194560"/>
            <a:ext cx="8241113" cy="3696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4 Conector recto de flecha"/>
          <p:cNvCxnSpPr/>
          <p:nvPr/>
        </p:nvCxnSpPr>
        <p:spPr>
          <a:xfrm rot="10800000" flipV="1">
            <a:off x="11391900" y="2152652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 de flecha"/>
          <p:cNvCxnSpPr/>
          <p:nvPr/>
        </p:nvCxnSpPr>
        <p:spPr>
          <a:xfrm rot="10800000" flipV="1">
            <a:off x="6800850" y="2419351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 de flecha"/>
          <p:cNvCxnSpPr/>
          <p:nvPr/>
        </p:nvCxnSpPr>
        <p:spPr>
          <a:xfrm rot="10800000" flipV="1">
            <a:off x="6400800" y="4298443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 de flecha"/>
          <p:cNvCxnSpPr/>
          <p:nvPr/>
        </p:nvCxnSpPr>
        <p:spPr>
          <a:xfrm rot="10800000" flipV="1">
            <a:off x="4295775" y="5224872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 de flecha"/>
          <p:cNvCxnSpPr/>
          <p:nvPr/>
        </p:nvCxnSpPr>
        <p:spPr>
          <a:xfrm rot="10800000" flipV="1">
            <a:off x="6391275" y="5497317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CuadroTexto"/>
          <p:cNvSpPr txBox="1"/>
          <p:nvPr/>
        </p:nvSpPr>
        <p:spPr>
          <a:xfrm>
            <a:off x="9991725" y="1591304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</a:rPr>
              <a:t>Príncipe de Asturias </a:t>
            </a:r>
            <a:endParaRPr lang="es-E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19 CuadroTexto"/>
          <p:cNvSpPr txBox="1"/>
          <p:nvPr/>
        </p:nvSpPr>
        <p:spPr>
          <a:xfrm>
            <a:off x="5619750" y="5977029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</a:rPr>
              <a:t>De Getafe </a:t>
            </a:r>
            <a:endParaRPr lang="es-E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20 CuadroTexto"/>
          <p:cNvSpPr txBox="1"/>
          <p:nvPr/>
        </p:nvSpPr>
        <p:spPr>
          <a:xfrm>
            <a:off x="2038350" y="5706866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</a:rPr>
              <a:t>Rey Juan Carlos I </a:t>
            </a:r>
            <a:endParaRPr lang="es-E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23 CuadroTexto"/>
          <p:cNvSpPr txBox="1"/>
          <p:nvPr/>
        </p:nvSpPr>
        <p:spPr>
          <a:xfrm>
            <a:off x="5133975" y="2018438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</a:rPr>
              <a:t>Ramón y Cajal</a:t>
            </a:r>
            <a:endParaRPr lang="es-E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11 Elipse"/>
          <p:cNvSpPr/>
          <p:nvPr/>
        </p:nvSpPr>
        <p:spPr>
          <a:xfrm>
            <a:off x="10144125" y="1114425"/>
            <a:ext cx="2495550" cy="2495550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25 Elipse"/>
          <p:cNvSpPr/>
          <p:nvPr/>
        </p:nvSpPr>
        <p:spPr>
          <a:xfrm>
            <a:off x="5553075" y="1381125"/>
            <a:ext cx="2495550" cy="2495550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26 Elipse"/>
          <p:cNvSpPr/>
          <p:nvPr/>
        </p:nvSpPr>
        <p:spPr>
          <a:xfrm>
            <a:off x="5133975" y="3260217"/>
            <a:ext cx="2495550" cy="2495550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27 Elipse"/>
          <p:cNvSpPr/>
          <p:nvPr/>
        </p:nvSpPr>
        <p:spPr>
          <a:xfrm>
            <a:off x="3047999" y="4186646"/>
            <a:ext cx="2495550" cy="2495550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28 Elipse"/>
          <p:cNvSpPr/>
          <p:nvPr/>
        </p:nvSpPr>
        <p:spPr>
          <a:xfrm>
            <a:off x="5143500" y="4751478"/>
            <a:ext cx="2495550" cy="2495550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22 CuadroTexto"/>
          <p:cNvSpPr txBox="1"/>
          <p:nvPr/>
        </p:nvSpPr>
        <p:spPr>
          <a:xfrm>
            <a:off x="4724400" y="3941970"/>
            <a:ext cx="27432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</a:rPr>
              <a:t>12 de Octubre</a:t>
            </a:r>
            <a:endParaRPr lang="es-E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77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3E2C8F5-B35B-4728-AFAB-5111275C6C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TEST FINAL 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xmlns="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Valoración de resultados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Grado de satisfacción de los usuarios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Comunidad de Madrid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16</a:t>
            </a:fld>
            <a:r>
              <a:rPr lang="es-ES" sz="2000" dirty="0"/>
              <a:t>/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1" y="2194560"/>
            <a:ext cx="2691128" cy="192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4080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3E2C8F5-B35B-4728-AFAB-5111275C6C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F7F976-0544-4FCD-8B40-8A7B61CE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IMPLEMENTACIÓN TOTAL</a:t>
            </a:r>
            <a:endParaRPr lang="en-US" dirty="0"/>
          </a:p>
        </p:txBody>
      </p:sp>
      <p:sp>
        <p:nvSpPr>
          <p:cNvPr id="22" name="CuadroTexto 3">
            <a:extLst>
              <a:ext uri="{FF2B5EF4-FFF2-40B4-BE49-F238E27FC236}">
                <a16:creationId xmlns:a16="http://schemas.microsoft.com/office/drawing/2014/main" xmlns="" id="{9EB63B36-517C-426A-B2B8-D7B64059A69B}"/>
              </a:ext>
            </a:extLst>
          </p:cNvPr>
          <p:cNvSpPr txBox="1"/>
          <p:nvPr/>
        </p:nvSpPr>
        <p:spPr>
          <a:xfrm>
            <a:off x="677332" y="2194560"/>
            <a:ext cx="1048596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Plazos acordados con la Comunidad de Madrid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No entorpecer el desarrollo de la actividad médica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Progresivo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 smtClean="0"/>
              <a:t>Horario adecuado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000" dirty="0" smtClean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xmlns="" id="{2D147FA0-BD23-4B05-9291-2460D1B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5BC985BF-B420-4424-875E-D6E0AA5E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7328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17</a:t>
            </a:fld>
            <a:r>
              <a:rPr lang="es-ES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419515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</TotalTime>
  <Words>456</Words>
  <Application>Microsoft Office PowerPoint</Application>
  <PresentationFormat>Personalizado</PresentationFormat>
  <Paragraphs>181</Paragraphs>
  <Slides>18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19" baseType="lpstr">
      <vt:lpstr>Estela de condensación</vt:lpstr>
      <vt:lpstr>Proyecto MeCuida</vt:lpstr>
      <vt:lpstr>Índice</vt:lpstr>
      <vt:lpstr>Planificación DE COSTES</vt:lpstr>
      <vt:lpstr>Planificación DE COSTES</vt:lpstr>
      <vt:lpstr>Estimación DE COSTES</vt:lpstr>
      <vt:lpstr>Estimación DE COSTES</vt:lpstr>
      <vt:lpstr>Estimación DE COSTES</vt:lpstr>
      <vt:lpstr>Estimación DE COSTES</vt:lpstr>
      <vt:lpstr>Estimación DE COSTES</vt:lpstr>
      <vt:lpstr>presupuesto</vt:lpstr>
      <vt:lpstr>Financiación</vt:lpstr>
      <vt:lpstr>Control de costes</vt:lpstr>
      <vt:lpstr>Índice</vt:lpstr>
      <vt:lpstr>EQUIPO EMPLEADO</vt:lpstr>
      <vt:lpstr>EQUIPO EMPLEADO</vt:lpstr>
      <vt:lpstr>HOSPITALES Y PACIENTES</vt:lpstr>
      <vt:lpstr>TEST FINAL </vt:lpstr>
      <vt:lpstr>IMPLEMENTACIÓN TOTAL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MeCuida</dc:title>
  <dc:creator>Gallego Sánchez Adrián</dc:creator>
  <cp:lastModifiedBy>Arturo Paniagua</cp:lastModifiedBy>
  <cp:revision>90</cp:revision>
  <dcterms:created xsi:type="dcterms:W3CDTF">2018-11-10T15:50:50Z</dcterms:created>
  <dcterms:modified xsi:type="dcterms:W3CDTF">2018-12-17T21:30:57Z</dcterms:modified>
</cp:coreProperties>
</file>