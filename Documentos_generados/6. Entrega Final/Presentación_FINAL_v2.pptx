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 autoCompressPictures="0">
  <p:sldMasterIdLst>
    <p:sldMasterId id="214748367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300" r:id="rId4"/>
    <p:sldId id="308" r:id="rId5"/>
    <p:sldId id="301" r:id="rId6"/>
    <p:sldId id="303" r:id="rId7"/>
    <p:sldId id="298" r:id="rId8"/>
    <p:sldId id="304" r:id="rId9"/>
    <p:sldId id="321" r:id="rId10"/>
    <p:sldId id="320" r:id="rId11"/>
    <p:sldId id="323" r:id="rId12"/>
    <p:sldId id="322" r:id="rId13"/>
    <p:sldId id="305" r:id="rId14"/>
    <p:sldId id="309" r:id="rId15"/>
    <p:sldId id="318" r:id="rId16"/>
    <p:sldId id="319" r:id="rId17"/>
    <p:sldId id="306" r:id="rId18"/>
    <p:sldId id="307" r:id="rId19"/>
    <p:sldId id="299" r:id="rId20"/>
    <p:sldId id="289" r:id="rId21"/>
    <p:sldId id="297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45" autoAdjust="0"/>
    <p:restoredTop sz="96132" autoAdjust="0"/>
  </p:normalViewPr>
  <p:slideViewPr>
    <p:cSldViewPr snapToGrid="0" snapToObjects="1">
      <p:cViewPr varScale="1">
        <p:scale>
          <a:sx n="68" d="100"/>
          <a:sy n="68" d="100"/>
        </p:scale>
        <p:origin x="918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tito_\Documents\Github\Gestion_Proyectos\Documentos_generados\5.%20Costes%20y%20Justificaci&#243;n%20t&#233;cnica\Estimacion%20coste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sz="2400" dirty="0" err="1"/>
              <a:t>Ingresos</a:t>
            </a:r>
            <a:endParaRPr lang="en-US" dirty="0"/>
          </a:p>
        </c:rich>
      </c:tx>
      <c:layout>
        <c:manualLayout>
          <c:xMode val="edge"/>
          <c:yMode val="edge"/>
          <c:x val="0.6478879764355514"/>
          <c:y val="2.3855790805377131E-2"/>
        </c:manualLayout>
      </c:layout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v>Ingresos</c:v>
          </c:tx>
          <c:marker>
            <c:symbol val="none"/>
          </c:marker>
          <c:cat>
            <c:strRef>
              <c:f>Hoja1!$X$2:$AJ$2</c:f>
              <c:strCache>
                <c:ptCount val="13"/>
                <c:pt idx="0">
                  <c:v>SEPTIEMBRE</c:v>
                </c:pt>
                <c:pt idx="1">
                  <c:v>OCTUBRE</c:v>
                </c:pt>
                <c:pt idx="2">
                  <c:v>NOVIEMBRE</c:v>
                </c:pt>
                <c:pt idx="3">
                  <c:v>DICIEMBRE</c:v>
                </c:pt>
                <c:pt idx="4">
                  <c:v>ENERO</c:v>
                </c:pt>
                <c:pt idx="5">
                  <c:v>FEBRERO</c:v>
                </c:pt>
                <c:pt idx="6">
                  <c:v>MARZO</c:v>
                </c:pt>
                <c:pt idx="7">
                  <c:v>ABRIL</c:v>
                </c:pt>
                <c:pt idx="8">
                  <c:v>MAYO</c:v>
                </c:pt>
                <c:pt idx="9">
                  <c:v>JUNIO</c:v>
                </c:pt>
                <c:pt idx="10">
                  <c:v>JULIO</c:v>
                </c:pt>
                <c:pt idx="11">
                  <c:v>AGOSTO</c:v>
                </c:pt>
                <c:pt idx="12">
                  <c:v>SEPTIEMBRE</c:v>
                </c:pt>
              </c:strCache>
            </c:strRef>
          </c:cat>
          <c:val>
            <c:numRef>
              <c:f>Hoja1!$X$12:$AJ$12</c:f>
              <c:numCache>
                <c:formatCode>#,##0.00\ "€"</c:formatCode>
                <c:ptCount val="13"/>
                <c:pt idx="0">
                  <c:v>444413.87199999997</c:v>
                </c:pt>
                <c:pt idx="1">
                  <c:v>444413.87199999997</c:v>
                </c:pt>
                <c:pt idx="2">
                  <c:v>444413.87199999997</c:v>
                </c:pt>
                <c:pt idx="3">
                  <c:v>888827.74399999995</c:v>
                </c:pt>
                <c:pt idx="4">
                  <c:v>888827.74399999995</c:v>
                </c:pt>
                <c:pt idx="5">
                  <c:v>888827.74399999995</c:v>
                </c:pt>
                <c:pt idx="6">
                  <c:v>1111034.68</c:v>
                </c:pt>
                <c:pt idx="7">
                  <c:v>1333241.6159999999</c:v>
                </c:pt>
                <c:pt idx="8">
                  <c:v>1333241.6159999999</c:v>
                </c:pt>
                <c:pt idx="9">
                  <c:v>1777655.4879999999</c:v>
                </c:pt>
                <c:pt idx="10">
                  <c:v>1777655.4879999999</c:v>
                </c:pt>
                <c:pt idx="11">
                  <c:v>1999862.4239999999</c:v>
                </c:pt>
                <c:pt idx="12">
                  <c:v>2222069.36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362-4932-B8E3-0694E3D084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27472384"/>
        <c:axId val="168608320"/>
      </c:lineChart>
      <c:catAx>
        <c:axId val="2274723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50"/>
            </a:pPr>
            <a:endParaRPr lang="es-ES"/>
          </a:p>
        </c:txPr>
        <c:crossAx val="168608320"/>
        <c:crosses val="autoZero"/>
        <c:auto val="1"/>
        <c:lblAlgn val="ctr"/>
        <c:lblOffset val="100"/>
        <c:noMultiLvlLbl val="0"/>
      </c:catAx>
      <c:valAx>
        <c:axId val="168608320"/>
        <c:scaling>
          <c:orientation val="minMax"/>
        </c:scaling>
        <c:delete val="0"/>
        <c:axPos val="l"/>
        <c:majorGridlines/>
        <c:numFmt formatCode="#,##0.00\ &quot;€&quot;" sourceLinked="1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  <a:endParaRPr lang="es-ES"/>
          </a:p>
        </c:txPr>
        <c:crossAx val="227472384"/>
        <c:crosses val="autoZero"/>
        <c:crossBetween val="between"/>
      </c:valAx>
    </c:plotArea>
    <c:legend>
      <c:legendPos val="r"/>
      <c:layout>
        <c:manualLayout>
          <c:xMode val="edge"/>
          <c:yMode val="edge"/>
          <c:x val="0.15288988492395075"/>
          <c:y val="0.27926948073445707"/>
          <c:w val="0.21971973849444423"/>
          <c:h val="0.11867654412289953"/>
        </c:manualLayout>
      </c:layout>
      <c:overlay val="0"/>
      <c:txPr>
        <a:bodyPr/>
        <a:lstStyle/>
        <a:p>
          <a:pPr>
            <a:defRPr sz="1800"/>
          </a:pPr>
          <a:endParaRPr lang="es-ES"/>
        </a:p>
      </c:txPr>
    </c:legend>
    <c:plotVisOnly val="1"/>
    <c:dispBlanksAs val="gap"/>
    <c:showDLblsOverMax val="0"/>
  </c:chart>
  <c:externalData r:id="rId1">
    <c:autoUpdate val="0"/>
  </c:externalData>
</c:chartSpace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CE8D9A-2F5F-E04C-AF81-B61DA3187B58}" type="doc">
      <dgm:prSet loTypeId="urn:microsoft.com/office/officeart/2008/layout/LinedList" loCatId="" qsTypeId="urn:microsoft.com/office/officeart/2005/8/quickstyle/simple3" qsCatId="simple" csTypeId="urn:microsoft.com/office/officeart/2005/8/colors/colorful3" csCatId="colorful" phldr="1"/>
      <dgm:spPr/>
      <dgm:t>
        <a:bodyPr/>
        <a:lstStyle/>
        <a:p>
          <a:endParaRPr lang="es-ES"/>
        </a:p>
      </dgm:t>
    </dgm:pt>
    <dgm:pt modelId="{9C0C5B6B-88B0-0644-95CC-DA013289C236}">
      <dgm:prSet phldrT="[Texto]"/>
      <dgm:spPr/>
      <dgm:t>
        <a:bodyPr/>
        <a:lstStyle/>
        <a:p>
          <a:r>
            <a:rPr lang="es-ES" dirty="0"/>
            <a:t>¿Quiénes somos?</a:t>
          </a:r>
        </a:p>
      </dgm:t>
    </dgm:pt>
    <dgm:pt modelId="{B8FBE750-BA08-3745-BDB2-8DE244854305}" type="parTrans" cxnId="{B913582A-C51A-7948-8CD7-0EAADAC6E1E7}">
      <dgm:prSet/>
      <dgm:spPr/>
      <dgm:t>
        <a:bodyPr/>
        <a:lstStyle/>
        <a:p>
          <a:endParaRPr lang="es-ES"/>
        </a:p>
      </dgm:t>
    </dgm:pt>
    <dgm:pt modelId="{7720ED4A-2659-4441-8B8A-B12AAECACA03}" type="sibTrans" cxnId="{B913582A-C51A-7948-8CD7-0EAADAC6E1E7}">
      <dgm:prSet/>
      <dgm:spPr/>
      <dgm:t>
        <a:bodyPr/>
        <a:lstStyle/>
        <a:p>
          <a:endParaRPr lang="es-ES"/>
        </a:p>
      </dgm:t>
    </dgm:pt>
    <dgm:pt modelId="{4D7DCE72-F1C7-3648-B096-B3BF2FA1BA56}">
      <dgm:prSet phldrT="[Texto]"/>
      <dgm:spPr/>
      <dgm:t>
        <a:bodyPr/>
        <a:lstStyle/>
        <a:p>
          <a:r>
            <a:rPr lang="es-ES" dirty="0"/>
            <a:t>Proyectos</a:t>
          </a:r>
        </a:p>
      </dgm:t>
    </dgm:pt>
    <dgm:pt modelId="{4130B51B-54F0-CE46-A291-A4358F1F6F5A}" type="parTrans" cxnId="{CEF75630-A106-2C4A-813E-06273EBC269D}">
      <dgm:prSet/>
      <dgm:spPr/>
      <dgm:t>
        <a:bodyPr/>
        <a:lstStyle/>
        <a:p>
          <a:endParaRPr lang="es-ES"/>
        </a:p>
      </dgm:t>
    </dgm:pt>
    <dgm:pt modelId="{44AA0FEF-23B0-9044-91B0-9D01CCB0457B}" type="sibTrans" cxnId="{CEF75630-A106-2C4A-813E-06273EBC269D}">
      <dgm:prSet/>
      <dgm:spPr/>
      <dgm:t>
        <a:bodyPr/>
        <a:lstStyle/>
        <a:p>
          <a:endParaRPr lang="es-ES"/>
        </a:p>
      </dgm:t>
    </dgm:pt>
    <dgm:pt modelId="{EA05A323-1CD6-E844-BD1C-19A2225C0340}">
      <dgm:prSet phldrT="[Texto]"/>
      <dgm:spPr/>
      <dgm:t>
        <a:bodyPr/>
        <a:lstStyle/>
        <a:p>
          <a:r>
            <a:rPr lang="es-ES" dirty="0"/>
            <a:t>Organizaciones con las que se ha colaborado</a:t>
          </a:r>
        </a:p>
      </dgm:t>
    </dgm:pt>
    <dgm:pt modelId="{30E5782B-3D30-E84E-8B09-5F18CE4DBC15}" type="parTrans" cxnId="{170E0A80-D936-D547-94C5-570AC1082D21}">
      <dgm:prSet/>
      <dgm:spPr/>
      <dgm:t>
        <a:bodyPr/>
        <a:lstStyle/>
        <a:p>
          <a:endParaRPr lang="es-ES"/>
        </a:p>
      </dgm:t>
    </dgm:pt>
    <dgm:pt modelId="{A735D71C-2096-F344-B726-857D36F14FEB}" type="sibTrans" cxnId="{170E0A80-D936-D547-94C5-570AC1082D21}">
      <dgm:prSet/>
      <dgm:spPr/>
      <dgm:t>
        <a:bodyPr/>
        <a:lstStyle/>
        <a:p>
          <a:endParaRPr lang="es-ES"/>
        </a:p>
      </dgm:t>
    </dgm:pt>
    <dgm:pt modelId="{A00DC1EC-B999-A640-8654-4E50ABDDE020}">
      <dgm:prSet phldrT="[Texto]"/>
      <dgm:spPr/>
      <dgm:t>
        <a:bodyPr/>
        <a:lstStyle/>
        <a:p>
          <a:r>
            <a:rPr lang="es-ES" dirty="0"/>
            <a:t>Proyecto</a:t>
          </a:r>
        </a:p>
      </dgm:t>
    </dgm:pt>
    <dgm:pt modelId="{C1FC985A-8FE8-944A-89F3-975B9C62D138}" type="parTrans" cxnId="{C36FE991-C046-254D-B645-ED7CD9E49D91}">
      <dgm:prSet/>
      <dgm:spPr/>
      <dgm:t>
        <a:bodyPr/>
        <a:lstStyle/>
        <a:p>
          <a:endParaRPr lang="es-ES"/>
        </a:p>
      </dgm:t>
    </dgm:pt>
    <dgm:pt modelId="{48BA50DD-A1B0-B142-8134-1733EC7E096A}" type="sibTrans" cxnId="{C36FE991-C046-254D-B645-ED7CD9E49D91}">
      <dgm:prSet/>
      <dgm:spPr/>
      <dgm:t>
        <a:bodyPr/>
        <a:lstStyle/>
        <a:p>
          <a:endParaRPr lang="es-ES"/>
        </a:p>
      </dgm:t>
    </dgm:pt>
    <dgm:pt modelId="{C067AB59-C7C5-C74B-8B60-2FA743781E39}">
      <dgm:prSet phldrT="[Texto]"/>
      <dgm:spPr/>
      <dgm:t>
        <a:bodyPr/>
        <a:lstStyle/>
        <a:p>
          <a:r>
            <a:rPr lang="es-ES" dirty="0"/>
            <a:t>Características</a:t>
          </a:r>
        </a:p>
      </dgm:t>
    </dgm:pt>
    <dgm:pt modelId="{E4F708B6-A4DC-E54B-965A-6A91932F4F21}" type="parTrans" cxnId="{FA015F84-3A27-6341-B5E5-5AAABF15FCA7}">
      <dgm:prSet/>
      <dgm:spPr/>
      <dgm:t>
        <a:bodyPr/>
        <a:lstStyle/>
        <a:p>
          <a:endParaRPr lang="es-ES"/>
        </a:p>
      </dgm:t>
    </dgm:pt>
    <dgm:pt modelId="{07AED4AD-A571-FA4C-8F60-2811AAEB8399}" type="sibTrans" cxnId="{FA015F84-3A27-6341-B5E5-5AAABF15FCA7}">
      <dgm:prSet/>
      <dgm:spPr/>
      <dgm:t>
        <a:bodyPr/>
        <a:lstStyle/>
        <a:p>
          <a:endParaRPr lang="es-ES"/>
        </a:p>
      </dgm:t>
    </dgm:pt>
    <dgm:pt modelId="{D1D10F65-8C36-4800-AD9D-4A75930380A4}">
      <dgm:prSet phldrT="[Texto]"/>
      <dgm:spPr/>
      <dgm:t>
        <a:bodyPr/>
        <a:lstStyle/>
        <a:p>
          <a:r>
            <a:rPr lang="es-ES" dirty="0"/>
            <a:t>Empresa</a:t>
          </a:r>
        </a:p>
      </dgm:t>
    </dgm:pt>
    <dgm:pt modelId="{90F18EEC-639F-4363-B4CF-89223F0F6C38}" type="parTrans" cxnId="{7D1D3080-7900-4CC4-B4C0-BD39D5B7C3EE}">
      <dgm:prSet/>
      <dgm:spPr/>
      <dgm:t>
        <a:bodyPr/>
        <a:lstStyle/>
        <a:p>
          <a:endParaRPr lang="es-ES_tradnl"/>
        </a:p>
      </dgm:t>
    </dgm:pt>
    <dgm:pt modelId="{99324C82-0C51-4B8E-B7FB-AB0EDB6CDB40}" type="sibTrans" cxnId="{7D1D3080-7900-4CC4-B4C0-BD39D5B7C3EE}">
      <dgm:prSet/>
      <dgm:spPr/>
      <dgm:t>
        <a:bodyPr/>
        <a:lstStyle/>
        <a:p>
          <a:endParaRPr lang="es-ES_tradnl"/>
        </a:p>
      </dgm:t>
    </dgm:pt>
    <dgm:pt modelId="{3440283F-7B94-41E1-A678-109BA5967928}">
      <dgm:prSet phldrT="[Texto]"/>
      <dgm:spPr/>
      <dgm:t>
        <a:bodyPr/>
        <a:lstStyle/>
        <a:p>
          <a:r>
            <a:rPr lang="es-ES" dirty="0"/>
            <a:t>Calidad</a:t>
          </a:r>
        </a:p>
      </dgm:t>
    </dgm:pt>
    <dgm:pt modelId="{620191C0-423A-4FE9-A4F1-5C5D36C0C76E}" type="parTrans" cxnId="{2B3AB939-F741-4B55-BCEC-AC60F4C0DC14}">
      <dgm:prSet/>
      <dgm:spPr/>
      <dgm:t>
        <a:bodyPr/>
        <a:lstStyle/>
        <a:p>
          <a:endParaRPr lang="es-ES_tradnl"/>
        </a:p>
      </dgm:t>
    </dgm:pt>
    <dgm:pt modelId="{23C99D01-59D4-4C59-997C-A7CC57B9FF58}" type="sibTrans" cxnId="{2B3AB939-F741-4B55-BCEC-AC60F4C0DC14}">
      <dgm:prSet/>
      <dgm:spPr/>
      <dgm:t>
        <a:bodyPr/>
        <a:lstStyle/>
        <a:p>
          <a:endParaRPr lang="es-ES_tradnl"/>
        </a:p>
      </dgm:t>
    </dgm:pt>
    <dgm:pt modelId="{D206AD7D-6FCF-BA4A-A881-D49C0A782FC3}">
      <dgm:prSet phldrT="[Texto]"/>
      <dgm:spPr/>
      <dgm:t>
        <a:bodyPr/>
        <a:lstStyle/>
        <a:p>
          <a:r>
            <a:rPr lang="es-ES" dirty="0"/>
            <a:t>Tiempo + Fases (WBS)</a:t>
          </a:r>
        </a:p>
      </dgm:t>
    </dgm:pt>
    <dgm:pt modelId="{948F4234-2DCD-C24A-ABA8-79BDA4601848}" type="sibTrans" cxnId="{DBA51B96-2BDF-C04D-8EE9-74101BC05F2E}">
      <dgm:prSet/>
      <dgm:spPr/>
      <dgm:t>
        <a:bodyPr/>
        <a:lstStyle/>
        <a:p>
          <a:endParaRPr lang="es-ES"/>
        </a:p>
      </dgm:t>
    </dgm:pt>
    <dgm:pt modelId="{2FAF4929-896A-4142-A9D4-FCF51F2A7AA6}" type="parTrans" cxnId="{DBA51B96-2BDF-C04D-8EE9-74101BC05F2E}">
      <dgm:prSet/>
      <dgm:spPr/>
      <dgm:t>
        <a:bodyPr/>
        <a:lstStyle/>
        <a:p>
          <a:endParaRPr lang="es-ES"/>
        </a:p>
      </dgm:t>
    </dgm:pt>
    <dgm:pt modelId="{5B536FDF-F2F3-4D05-AF9A-89E79C92380B}">
      <dgm:prSet phldrT="[Texto]"/>
      <dgm:spPr/>
      <dgm:t>
        <a:bodyPr/>
        <a:lstStyle/>
        <a:p>
          <a:r>
            <a:rPr lang="es-ES" dirty="0"/>
            <a:t>Presupuesto</a:t>
          </a:r>
        </a:p>
      </dgm:t>
    </dgm:pt>
    <dgm:pt modelId="{3DAEA229-1474-4E45-A55F-BA78088D2142}" type="sibTrans" cxnId="{366F432C-1A26-4011-8836-F1CB5F23632D}">
      <dgm:prSet/>
      <dgm:spPr/>
      <dgm:t>
        <a:bodyPr/>
        <a:lstStyle/>
        <a:p>
          <a:endParaRPr lang="es-ES_tradnl"/>
        </a:p>
      </dgm:t>
    </dgm:pt>
    <dgm:pt modelId="{56E7C592-F553-41EA-A0F8-EBF440BF702D}" type="parTrans" cxnId="{366F432C-1A26-4011-8836-F1CB5F23632D}">
      <dgm:prSet/>
      <dgm:spPr/>
      <dgm:t>
        <a:bodyPr/>
        <a:lstStyle/>
        <a:p>
          <a:endParaRPr lang="es-ES_tradnl"/>
        </a:p>
      </dgm:t>
    </dgm:pt>
    <dgm:pt modelId="{9C72B4A7-9E41-F145-8AD3-8256C9A803CC}">
      <dgm:prSet phldrT="[Texto]"/>
      <dgm:spPr/>
      <dgm:t>
        <a:bodyPr/>
        <a:lstStyle/>
        <a:p>
          <a:r>
            <a:rPr lang="es-ES" dirty="0"/>
            <a:t>Líneas futuras</a:t>
          </a:r>
        </a:p>
      </dgm:t>
    </dgm:pt>
    <dgm:pt modelId="{039D7ABA-FFC7-B445-A429-CFC439A2367F}" type="parTrans" cxnId="{A916F14C-FD8F-1041-9237-07A7F4B0E424}">
      <dgm:prSet/>
      <dgm:spPr/>
      <dgm:t>
        <a:bodyPr/>
        <a:lstStyle/>
        <a:p>
          <a:endParaRPr lang="es-ES"/>
        </a:p>
      </dgm:t>
    </dgm:pt>
    <dgm:pt modelId="{05E1DC99-928D-904E-97A5-EF73BF8DD59B}" type="sibTrans" cxnId="{A916F14C-FD8F-1041-9237-07A7F4B0E424}">
      <dgm:prSet/>
      <dgm:spPr/>
      <dgm:t>
        <a:bodyPr/>
        <a:lstStyle/>
        <a:p>
          <a:endParaRPr lang="es-ES"/>
        </a:p>
      </dgm:t>
    </dgm:pt>
    <dgm:pt modelId="{A4615577-DB07-0E46-BAD9-752076C1E8EB}" type="pres">
      <dgm:prSet presAssocID="{C3CE8D9A-2F5F-E04C-AF81-B61DA3187B58}" presName="vert0" presStyleCnt="0">
        <dgm:presLayoutVars>
          <dgm:dir/>
          <dgm:animOne val="branch"/>
          <dgm:animLvl val="lvl"/>
        </dgm:presLayoutVars>
      </dgm:prSet>
      <dgm:spPr/>
    </dgm:pt>
    <dgm:pt modelId="{4324E71C-51E4-4FFA-9638-472734009553}" type="pres">
      <dgm:prSet presAssocID="{D1D10F65-8C36-4800-AD9D-4A75930380A4}" presName="thickLine" presStyleLbl="alignNode1" presStyleIdx="0" presStyleCnt="3" custLinFactNeighborY="-59234"/>
      <dgm:spPr/>
    </dgm:pt>
    <dgm:pt modelId="{35D4AF3C-4879-491B-8004-F3B88F6D9FB5}" type="pres">
      <dgm:prSet presAssocID="{D1D10F65-8C36-4800-AD9D-4A75930380A4}" presName="horz1" presStyleCnt="0"/>
      <dgm:spPr/>
    </dgm:pt>
    <dgm:pt modelId="{792A15AE-68CB-4B5E-A488-D8B2430819E0}" type="pres">
      <dgm:prSet presAssocID="{D1D10F65-8C36-4800-AD9D-4A75930380A4}" presName="tx1" presStyleLbl="revTx" presStyleIdx="0" presStyleCnt="10" custScaleY="81135"/>
      <dgm:spPr/>
    </dgm:pt>
    <dgm:pt modelId="{162AB6D4-F395-4B55-9519-21B610CC0382}" type="pres">
      <dgm:prSet presAssocID="{D1D10F65-8C36-4800-AD9D-4A75930380A4}" presName="vert1" presStyleCnt="0"/>
      <dgm:spPr/>
    </dgm:pt>
    <dgm:pt modelId="{412C8F4B-57E8-4EE2-95F4-7EAB16DF68B6}" type="pres">
      <dgm:prSet presAssocID="{9C0C5B6B-88B0-0644-95CC-DA013289C236}" presName="vertSpace2a" presStyleCnt="0"/>
      <dgm:spPr/>
    </dgm:pt>
    <dgm:pt modelId="{706ACAA7-2B5D-4D39-81AB-5DAABC04EC1D}" type="pres">
      <dgm:prSet presAssocID="{9C0C5B6B-88B0-0644-95CC-DA013289C236}" presName="horz2" presStyleCnt="0"/>
      <dgm:spPr/>
    </dgm:pt>
    <dgm:pt modelId="{3456CDB8-701B-42F1-87C2-C295CD1E48EE}" type="pres">
      <dgm:prSet presAssocID="{9C0C5B6B-88B0-0644-95CC-DA013289C236}" presName="horzSpace2" presStyleCnt="0"/>
      <dgm:spPr/>
    </dgm:pt>
    <dgm:pt modelId="{520D1D2C-1114-41BF-8F7E-61F71B01A781}" type="pres">
      <dgm:prSet presAssocID="{9C0C5B6B-88B0-0644-95CC-DA013289C236}" presName="tx2" presStyleLbl="revTx" presStyleIdx="1" presStyleCnt="10"/>
      <dgm:spPr/>
    </dgm:pt>
    <dgm:pt modelId="{D6DDDC7E-F1A5-4153-9143-0972F5C1698F}" type="pres">
      <dgm:prSet presAssocID="{9C0C5B6B-88B0-0644-95CC-DA013289C236}" presName="vert2" presStyleCnt="0"/>
      <dgm:spPr/>
    </dgm:pt>
    <dgm:pt modelId="{0A0EB41C-54BD-4DBD-AE20-1F9966450DC3}" type="pres">
      <dgm:prSet presAssocID="{9C0C5B6B-88B0-0644-95CC-DA013289C236}" presName="thinLine2b" presStyleLbl="callout" presStyleIdx="0" presStyleCnt="7"/>
      <dgm:spPr/>
    </dgm:pt>
    <dgm:pt modelId="{BD1DC2FA-97F1-47D7-B64D-204FB692D739}" type="pres">
      <dgm:prSet presAssocID="{9C0C5B6B-88B0-0644-95CC-DA013289C236}" presName="vertSpace2b" presStyleCnt="0"/>
      <dgm:spPr/>
    </dgm:pt>
    <dgm:pt modelId="{AA817BFD-CFD8-4863-BA21-FE68B817CC3C}" type="pres">
      <dgm:prSet presAssocID="{4D7DCE72-F1C7-3648-B096-B3BF2FA1BA56}" presName="horz2" presStyleCnt="0"/>
      <dgm:spPr/>
    </dgm:pt>
    <dgm:pt modelId="{BD57D683-A942-4221-A2F2-BB0CF711AC57}" type="pres">
      <dgm:prSet presAssocID="{4D7DCE72-F1C7-3648-B096-B3BF2FA1BA56}" presName="horzSpace2" presStyleCnt="0"/>
      <dgm:spPr/>
    </dgm:pt>
    <dgm:pt modelId="{F1E3A902-B27E-4D1E-9D62-838DBF77570E}" type="pres">
      <dgm:prSet presAssocID="{4D7DCE72-F1C7-3648-B096-B3BF2FA1BA56}" presName="tx2" presStyleLbl="revTx" presStyleIdx="2" presStyleCnt="10"/>
      <dgm:spPr/>
    </dgm:pt>
    <dgm:pt modelId="{4F138E20-5633-4DCC-BBC2-20DFBFC7868F}" type="pres">
      <dgm:prSet presAssocID="{4D7DCE72-F1C7-3648-B096-B3BF2FA1BA56}" presName="vert2" presStyleCnt="0"/>
      <dgm:spPr/>
    </dgm:pt>
    <dgm:pt modelId="{2B79C5B5-7045-4C8A-A0D3-ED34D320DACE}" type="pres">
      <dgm:prSet presAssocID="{4D7DCE72-F1C7-3648-B096-B3BF2FA1BA56}" presName="thinLine2b" presStyleLbl="callout" presStyleIdx="1" presStyleCnt="7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8C3B0260-807F-409D-975C-EBFF816514C3}" type="pres">
      <dgm:prSet presAssocID="{4D7DCE72-F1C7-3648-B096-B3BF2FA1BA56}" presName="vertSpace2b" presStyleCnt="0"/>
      <dgm:spPr/>
    </dgm:pt>
    <dgm:pt modelId="{DCC37064-A6D2-4A55-A252-3829429045E5}" type="pres">
      <dgm:prSet presAssocID="{EA05A323-1CD6-E844-BD1C-19A2225C0340}" presName="horz2" presStyleCnt="0"/>
      <dgm:spPr/>
    </dgm:pt>
    <dgm:pt modelId="{AF620EF4-9246-40B0-95DD-0F97FD557889}" type="pres">
      <dgm:prSet presAssocID="{EA05A323-1CD6-E844-BD1C-19A2225C0340}" presName="horzSpace2" presStyleCnt="0"/>
      <dgm:spPr/>
    </dgm:pt>
    <dgm:pt modelId="{821592CB-BF1E-40A4-88FF-532C668728A8}" type="pres">
      <dgm:prSet presAssocID="{EA05A323-1CD6-E844-BD1C-19A2225C0340}" presName="tx2" presStyleLbl="revTx" presStyleIdx="3" presStyleCnt="10"/>
      <dgm:spPr/>
    </dgm:pt>
    <dgm:pt modelId="{4A2BC687-FFD6-4EBF-9A58-5F5A5936D128}" type="pres">
      <dgm:prSet presAssocID="{EA05A323-1CD6-E844-BD1C-19A2225C0340}" presName="vert2" presStyleCnt="0"/>
      <dgm:spPr/>
    </dgm:pt>
    <dgm:pt modelId="{AFB2C275-AEA0-46EA-8FAC-DEEB17253C42}" type="pres">
      <dgm:prSet presAssocID="{EA05A323-1CD6-E844-BD1C-19A2225C0340}" presName="thinLine2b" presStyleLbl="callout" presStyleIdx="2" presStyleCnt="7" custLinFactNeighborY="-22571"/>
      <dgm:spPr/>
    </dgm:pt>
    <dgm:pt modelId="{B63F60B4-89E7-4E26-9559-C63693EDEACE}" type="pres">
      <dgm:prSet presAssocID="{EA05A323-1CD6-E844-BD1C-19A2225C0340}" presName="vertSpace2b" presStyleCnt="0"/>
      <dgm:spPr/>
    </dgm:pt>
    <dgm:pt modelId="{B2F277F3-7CF1-994E-B28A-0B3155C31199}" type="pres">
      <dgm:prSet presAssocID="{A00DC1EC-B999-A640-8654-4E50ABDDE020}" presName="thickLine" presStyleLbl="alignNode1" presStyleIdx="1" presStyleCnt="3" custLinFactNeighborY="-696"/>
      <dgm:spPr/>
    </dgm:pt>
    <dgm:pt modelId="{0C40495D-3188-9E48-A89E-F64BB2F461F5}" type="pres">
      <dgm:prSet presAssocID="{A00DC1EC-B999-A640-8654-4E50ABDDE020}" presName="horz1" presStyleCnt="0"/>
      <dgm:spPr/>
    </dgm:pt>
    <dgm:pt modelId="{9891002C-403A-A043-B663-E6FEB51C2557}" type="pres">
      <dgm:prSet presAssocID="{A00DC1EC-B999-A640-8654-4E50ABDDE020}" presName="tx1" presStyleLbl="revTx" presStyleIdx="4" presStyleCnt="10"/>
      <dgm:spPr/>
    </dgm:pt>
    <dgm:pt modelId="{84783DB1-8E64-8549-92F0-B23833CEE8B0}" type="pres">
      <dgm:prSet presAssocID="{A00DC1EC-B999-A640-8654-4E50ABDDE020}" presName="vert1" presStyleCnt="0"/>
      <dgm:spPr/>
    </dgm:pt>
    <dgm:pt modelId="{7639A2F8-0310-4BED-B4BD-EAB6A5C40B77}" type="pres">
      <dgm:prSet presAssocID="{C067AB59-C7C5-C74B-8B60-2FA743781E39}" presName="vertSpace2a" presStyleCnt="0"/>
      <dgm:spPr/>
    </dgm:pt>
    <dgm:pt modelId="{6A69390F-9BF9-4ABA-8159-EAF93506C37D}" type="pres">
      <dgm:prSet presAssocID="{C067AB59-C7C5-C74B-8B60-2FA743781E39}" presName="horz2" presStyleCnt="0"/>
      <dgm:spPr/>
    </dgm:pt>
    <dgm:pt modelId="{80389192-84FD-488B-A175-87A5FB0572BA}" type="pres">
      <dgm:prSet presAssocID="{C067AB59-C7C5-C74B-8B60-2FA743781E39}" presName="horzSpace2" presStyleCnt="0"/>
      <dgm:spPr/>
    </dgm:pt>
    <dgm:pt modelId="{CECABC1D-D0D2-4346-AB17-5BDF3AE0B320}" type="pres">
      <dgm:prSet presAssocID="{C067AB59-C7C5-C74B-8B60-2FA743781E39}" presName="tx2" presStyleLbl="revTx" presStyleIdx="5" presStyleCnt="10"/>
      <dgm:spPr/>
    </dgm:pt>
    <dgm:pt modelId="{C56FE37B-F98C-4D15-95CF-6DC56554B5B4}" type="pres">
      <dgm:prSet presAssocID="{C067AB59-C7C5-C74B-8B60-2FA743781E39}" presName="vert2" presStyleCnt="0"/>
      <dgm:spPr/>
    </dgm:pt>
    <dgm:pt modelId="{5D84D3DB-F553-4712-A813-E34BD39795E9}" type="pres">
      <dgm:prSet presAssocID="{C067AB59-C7C5-C74B-8B60-2FA743781E39}" presName="thinLine2b" presStyleLbl="callout" presStyleIdx="3" presStyleCnt="7"/>
      <dgm:spPr/>
    </dgm:pt>
    <dgm:pt modelId="{2128B8DA-3804-468D-B525-5F0093F85BA2}" type="pres">
      <dgm:prSet presAssocID="{C067AB59-C7C5-C74B-8B60-2FA743781E39}" presName="vertSpace2b" presStyleCnt="0"/>
      <dgm:spPr/>
    </dgm:pt>
    <dgm:pt modelId="{4F42B568-F39A-4181-8658-EC1C2143BBA0}" type="pres">
      <dgm:prSet presAssocID="{D206AD7D-6FCF-BA4A-A881-D49C0A782FC3}" presName="horz2" presStyleCnt="0"/>
      <dgm:spPr/>
    </dgm:pt>
    <dgm:pt modelId="{4F8359BF-8C47-4A90-A343-AF5BDC5F9DE8}" type="pres">
      <dgm:prSet presAssocID="{D206AD7D-6FCF-BA4A-A881-D49C0A782FC3}" presName="horzSpace2" presStyleCnt="0"/>
      <dgm:spPr/>
    </dgm:pt>
    <dgm:pt modelId="{70B24025-E2C6-417F-99E1-3AE2064C772D}" type="pres">
      <dgm:prSet presAssocID="{D206AD7D-6FCF-BA4A-A881-D49C0A782FC3}" presName="tx2" presStyleLbl="revTx" presStyleIdx="6" presStyleCnt="10"/>
      <dgm:spPr/>
    </dgm:pt>
    <dgm:pt modelId="{7CEB9B09-60D8-4882-A2D8-38EF68D5C19F}" type="pres">
      <dgm:prSet presAssocID="{D206AD7D-6FCF-BA4A-A881-D49C0A782FC3}" presName="vert2" presStyleCnt="0"/>
      <dgm:spPr/>
    </dgm:pt>
    <dgm:pt modelId="{5E350EE4-2D6A-4A16-A0FE-9FACA9074727}" type="pres">
      <dgm:prSet presAssocID="{D206AD7D-6FCF-BA4A-A881-D49C0A782FC3}" presName="thinLine2b" presStyleLbl="callout" presStyleIdx="4" presStyleCnt="7"/>
      <dgm:spPr/>
    </dgm:pt>
    <dgm:pt modelId="{9BB5AFB5-07F7-4132-85A2-44E6D0516C88}" type="pres">
      <dgm:prSet presAssocID="{D206AD7D-6FCF-BA4A-A881-D49C0A782FC3}" presName="vertSpace2b" presStyleCnt="0"/>
      <dgm:spPr/>
    </dgm:pt>
    <dgm:pt modelId="{CFD8E1A3-90D3-46A8-AE85-EB36E0237BB5}" type="pres">
      <dgm:prSet presAssocID="{3440283F-7B94-41E1-A678-109BA5967928}" presName="horz2" presStyleCnt="0"/>
      <dgm:spPr/>
    </dgm:pt>
    <dgm:pt modelId="{274EF02C-7D1A-409B-A859-EE71E535A688}" type="pres">
      <dgm:prSet presAssocID="{3440283F-7B94-41E1-A678-109BA5967928}" presName="horzSpace2" presStyleCnt="0"/>
      <dgm:spPr/>
    </dgm:pt>
    <dgm:pt modelId="{1AB85A7C-0FFD-4546-B83C-987E91EDF1C9}" type="pres">
      <dgm:prSet presAssocID="{3440283F-7B94-41E1-A678-109BA5967928}" presName="tx2" presStyleLbl="revTx" presStyleIdx="7" presStyleCnt="10"/>
      <dgm:spPr/>
    </dgm:pt>
    <dgm:pt modelId="{6F7BAE7F-F22E-4343-8455-8D1D04AE6291}" type="pres">
      <dgm:prSet presAssocID="{3440283F-7B94-41E1-A678-109BA5967928}" presName="vert2" presStyleCnt="0"/>
      <dgm:spPr/>
    </dgm:pt>
    <dgm:pt modelId="{DF72560F-E95F-423D-A8FF-AAE8DAA00A74}" type="pres">
      <dgm:prSet presAssocID="{3440283F-7B94-41E1-A678-109BA5967928}" presName="thinLine2b" presStyleLbl="callout" presStyleIdx="5" presStyleCnt="7"/>
      <dgm:spPr/>
    </dgm:pt>
    <dgm:pt modelId="{D8D1CF1A-EF09-4022-8D03-FD002D4FE754}" type="pres">
      <dgm:prSet presAssocID="{3440283F-7B94-41E1-A678-109BA5967928}" presName="vertSpace2b" presStyleCnt="0"/>
      <dgm:spPr/>
    </dgm:pt>
    <dgm:pt modelId="{00451E5C-D19E-4AC4-8C6F-60950BA475F2}" type="pres">
      <dgm:prSet presAssocID="{5B536FDF-F2F3-4D05-AF9A-89E79C92380B}" presName="horz2" presStyleCnt="0"/>
      <dgm:spPr/>
    </dgm:pt>
    <dgm:pt modelId="{3C367370-E70B-40CC-9DCF-3FC0C33EDE1B}" type="pres">
      <dgm:prSet presAssocID="{5B536FDF-F2F3-4D05-AF9A-89E79C92380B}" presName="horzSpace2" presStyleCnt="0"/>
      <dgm:spPr/>
    </dgm:pt>
    <dgm:pt modelId="{EDBBCE88-88E0-4C06-BA01-B4EFB6C685E1}" type="pres">
      <dgm:prSet presAssocID="{5B536FDF-F2F3-4D05-AF9A-89E79C92380B}" presName="tx2" presStyleLbl="revTx" presStyleIdx="8" presStyleCnt="10"/>
      <dgm:spPr/>
    </dgm:pt>
    <dgm:pt modelId="{5EA7847F-7A65-4DE6-AFB0-0784772E4EA1}" type="pres">
      <dgm:prSet presAssocID="{5B536FDF-F2F3-4D05-AF9A-89E79C92380B}" presName="vert2" presStyleCnt="0"/>
      <dgm:spPr/>
    </dgm:pt>
    <dgm:pt modelId="{22FFB06E-FF71-449B-9AA1-BDA4A6D85DF8}" type="pres">
      <dgm:prSet presAssocID="{5B536FDF-F2F3-4D05-AF9A-89E79C92380B}" presName="thinLine2b" presStyleLbl="callout" presStyleIdx="6" presStyleCnt="7"/>
      <dgm:spPr/>
    </dgm:pt>
    <dgm:pt modelId="{D29BEB5B-2E19-4BA8-823B-ABEF6ECE6E88}" type="pres">
      <dgm:prSet presAssocID="{5B536FDF-F2F3-4D05-AF9A-89E79C92380B}" presName="vertSpace2b" presStyleCnt="0"/>
      <dgm:spPr/>
    </dgm:pt>
    <dgm:pt modelId="{F3F97593-6E83-0F47-AC56-87F880B5136A}" type="pres">
      <dgm:prSet presAssocID="{9C72B4A7-9E41-F145-8AD3-8256C9A803CC}" presName="thickLine" presStyleLbl="alignNode1" presStyleIdx="2" presStyleCnt="3"/>
      <dgm:spPr/>
    </dgm:pt>
    <dgm:pt modelId="{5252C1B0-2D3F-E946-88C3-3B9DE026AA3B}" type="pres">
      <dgm:prSet presAssocID="{9C72B4A7-9E41-F145-8AD3-8256C9A803CC}" presName="horz1" presStyleCnt="0"/>
      <dgm:spPr/>
    </dgm:pt>
    <dgm:pt modelId="{DB02E969-16E1-B544-B84F-34044CEA806B}" type="pres">
      <dgm:prSet presAssocID="{9C72B4A7-9E41-F145-8AD3-8256C9A803CC}" presName="tx1" presStyleLbl="revTx" presStyleIdx="9" presStyleCnt="10"/>
      <dgm:spPr/>
    </dgm:pt>
    <dgm:pt modelId="{198006FC-E4EB-0749-8807-9F4FBE5C6BCC}" type="pres">
      <dgm:prSet presAssocID="{9C72B4A7-9E41-F145-8AD3-8256C9A803CC}" presName="vert1" presStyleCnt="0"/>
      <dgm:spPr/>
    </dgm:pt>
  </dgm:ptLst>
  <dgm:cxnLst>
    <dgm:cxn modelId="{2FE6312A-8E9C-42E4-A35F-065C47954353}" type="presOf" srcId="{D1D10F65-8C36-4800-AD9D-4A75930380A4}" destId="{792A15AE-68CB-4B5E-A488-D8B2430819E0}" srcOrd="0" destOrd="0" presId="urn:microsoft.com/office/officeart/2008/layout/LinedList"/>
    <dgm:cxn modelId="{B913582A-C51A-7948-8CD7-0EAADAC6E1E7}" srcId="{D1D10F65-8C36-4800-AD9D-4A75930380A4}" destId="{9C0C5B6B-88B0-0644-95CC-DA013289C236}" srcOrd="0" destOrd="0" parTransId="{B8FBE750-BA08-3745-BDB2-8DE244854305}" sibTransId="{7720ED4A-2659-4441-8B8A-B12AAECACA03}"/>
    <dgm:cxn modelId="{366F432C-1A26-4011-8836-F1CB5F23632D}" srcId="{A00DC1EC-B999-A640-8654-4E50ABDDE020}" destId="{5B536FDF-F2F3-4D05-AF9A-89E79C92380B}" srcOrd="3" destOrd="0" parTransId="{56E7C592-F553-41EA-A0F8-EBF440BF702D}" sibTransId="{3DAEA229-1474-4E45-A55F-BA78088D2142}"/>
    <dgm:cxn modelId="{CEF75630-A106-2C4A-813E-06273EBC269D}" srcId="{D1D10F65-8C36-4800-AD9D-4A75930380A4}" destId="{4D7DCE72-F1C7-3648-B096-B3BF2FA1BA56}" srcOrd="1" destOrd="0" parTransId="{4130B51B-54F0-CE46-A291-A4358F1F6F5A}" sibTransId="{44AA0FEF-23B0-9044-91B0-9D01CCB0457B}"/>
    <dgm:cxn modelId="{2B3AB939-F741-4B55-BCEC-AC60F4C0DC14}" srcId="{A00DC1EC-B999-A640-8654-4E50ABDDE020}" destId="{3440283F-7B94-41E1-A678-109BA5967928}" srcOrd="2" destOrd="0" parTransId="{620191C0-423A-4FE9-A4F1-5C5D36C0C76E}" sibTransId="{23C99D01-59D4-4C59-997C-A7CC57B9FF58}"/>
    <dgm:cxn modelId="{88CAD25B-4863-724E-A8BB-5EA65B911430}" type="presOf" srcId="{C3CE8D9A-2F5F-E04C-AF81-B61DA3187B58}" destId="{A4615577-DB07-0E46-BAD9-752076C1E8EB}" srcOrd="0" destOrd="0" presId="urn:microsoft.com/office/officeart/2008/layout/LinedList"/>
    <dgm:cxn modelId="{9B92625F-F6BB-B542-BFDD-1C913DC7F688}" type="presOf" srcId="{9C72B4A7-9E41-F145-8AD3-8256C9A803CC}" destId="{DB02E969-16E1-B544-B84F-34044CEA806B}" srcOrd="0" destOrd="0" presId="urn:microsoft.com/office/officeart/2008/layout/LinedList"/>
    <dgm:cxn modelId="{9F261941-24ED-402A-AAD4-7E453770E726}" type="presOf" srcId="{EA05A323-1CD6-E844-BD1C-19A2225C0340}" destId="{821592CB-BF1E-40A4-88FF-532C668728A8}" srcOrd="0" destOrd="0" presId="urn:microsoft.com/office/officeart/2008/layout/LinedList"/>
    <dgm:cxn modelId="{85AEC94C-8398-42E2-BCFF-BE328E528E4F}" type="presOf" srcId="{9C0C5B6B-88B0-0644-95CC-DA013289C236}" destId="{520D1D2C-1114-41BF-8F7E-61F71B01A781}" srcOrd="0" destOrd="0" presId="urn:microsoft.com/office/officeart/2008/layout/LinedList"/>
    <dgm:cxn modelId="{A916F14C-FD8F-1041-9237-07A7F4B0E424}" srcId="{C3CE8D9A-2F5F-E04C-AF81-B61DA3187B58}" destId="{9C72B4A7-9E41-F145-8AD3-8256C9A803CC}" srcOrd="2" destOrd="0" parTransId="{039D7ABA-FFC7-B445-A429-CFC439A2367F}" sibTransId="{05E1DC99-928D-904E-97A5-EF73BF8DD59B}"/>
    <dgm:cxn modelId="{57DCF56E-A877-4D98-80BC-07F249D9A3FF}" type="presOf" srcId="{3440283F-7B94-41E1-A678-109BA5967928}" destId="{1AB85A7C-0FFD-4546-B83C-987E91EDF1C9}" srcOrd="0" destOrd="0" presId="urn:microsoft.com/office/officeart/2008/layout/LinedList"/>
    <dgm:cxn modelId="{BE140C54-7845-4FA6-BD16-779C89E4A191}" type="presOf" srcId="{C067AB59-C7C5-C74B-8B60-2FA743781E39}" destId="{CECABC1D-D0D2-4346-AB17-5BDF3AE0B320}" srcOrd="0" destOrd="0" presId="urn:microsoft.com/office/officeart/2008/layout/LinedList"/>
    <dgm:cxn modelId="{6FCFE956-A4B8-4040-A710-4C204E8AB087}" type="presOf" srcId="{5B536FDF-F2F3-4D05-AF9A-89E79C92380B}" destId="{EDBBCE88-88E0-4C06-BA01-B4EFB6C685E1}" srcOrd="0" destOrd="0" presId="urn:microsoft.com/office/officeart/2008/layout/LinedList"/>
    <dgm:cxn modelId="{170E0A80-D936-D547-94C5-570AC1082D21}" srcId="{D1D10F65-8C36-4800-AD9D-4A75930380A4}" destId="{EA05A323-1CD6-E844-BD1C-19A2225C0340}" srcOrd="2" destOrd="0" parTransId="{30E5782B-3D30-E84E-8B09-5F18CE4DBC15}" sibTransId="{A735D71C-2096-F344-B726-857D36F14FEB}"/>
    <dgm:cxn modelId="{7D1D3080-7900-4CC4-B4C0-BD39D5B7C3EE}" srcId="{C3CE8D9A-2F5F-E04C-AF81-B61DA3187B58}" destId="{D1D10F65-8C36-4800-AD9D-4A75930380A4}" srcOrd="0" destOrd="0" parTransId="{90F18EEC-639F-4363-B4CF-89223F0F6C38}" sibTransId="{99324C82-0C51-4B8E-B7FB-AB0EDB6CDB40}"/>
    <dgm:cxn modelId="{FA015F84-3A27-6341-B5E5-5AAABF15FCA7}" srcId="{A00DC1EC-B999-A640-8654-4E50ABDDE020}" destId="{C067AB59-C7C5-C74B-8B60-2FA743781E39}" srcOrd="0" destOrd="0" parTransId="{E4F708B6-A4DC-E54B-965A-6A91932F4F21}" sibTransId="{07AED4AD-A571-FA4C-8F60-2811AAEB8399}"/>
    <dgm:cxn modelId="{3E29948C-DFFC-AB42-9C68-F162D26487F0}" type="presOf" srcId="{A00DC1EC-B999-A640-8654-4E50ABDDE020}" destId="{9891002C-403A-A043-B663-E6FEB51C2557}" srcOrd="0" destOrd="0" presId="urn:microsoft.com/office/officeart/2008/layout/LinedList"/>
    <dgm:cxn modelId="{C36FE991-C046-254D-B645-ED7CD9E49D91}" srcId="{C3CE8D9A-2F5F-E04C-AF81-B61DA3187B58}" destId="{A00DC1EC-B999-A640-8654-4E50ABDDE020}" srcOrd="1" destOrd="0" parTransId="{C1FC985A-8FE8-944A-89F3-975B9C62D138}" sibTransId="{48BA50DD-A1B0-B142-8134-1733EC7E096A}"/>
    <dgm:cxn modelId="{DBA51B96-2BDF-C04D-8EE9-74101BC05F2E}" srcId="{A00DC1EC-B999-A640-8654-4E50ABDDE020}" destId="{D206AD7D-6FCF-BA4A-A881-D49C0A782FC3}" srcOrd="1" destOrd="0" parTransId="{2FAF4929-896A-4142-A9D4-FCF51F2A7AA6}" sibTransId="{948F4234-2DCD-C24A-ABA8-79BDA4601848}"/>
    <dgm:cxn modelId="{3BDFFADE-29A9-481E-B58F-434B0C851ADE}" type="presOf" srcId="{4D7DCE72-F1C7-3648-B096-B3BF2FA1BA56}" destId="{F1E3A902-B27E-4D1E-9D62-838DBF77570E}" srcOrd="0" destOrd="0" presId="urn:microsoft.com/office/officeart/2008/layout/LinedList"/>
    <dgm:cxn modelId="{AFE1BFFD-BCE2-4B07-8778-349DF1D2A1BC}" type="presOf" srcId="{D206AD7D-6FCF-BA4A-A881-D49C0A782FC3}" destId="{70B24025-E2C6-417F-99E1-3AE2064C772D}" srcOrd="0" destOrd="0" presId="urn:microsoft.com/office/officeart/2008/layout/LinedList"/>
    <dgm:cxn modelId="{4DB7B23E-B30F-4C81-8ACC-F20339733989}" type="presParOf" srcId="{A4615577-DB07-0E46-BAD9-752076C1E8EB}" destId="{4324E71C-51E4-4FFA-9638-472734009553}" srcOrd="0" destOrd="0" presId="urn:microsoft.com/office/officeart/2008/layout/LinedList"/>
    <dgm:cxn modelId="{5F89DA01-B92A-4DC0-9CEE-1F6FA1D40ECE}" type="presParOf" srcId="{A4615577-DB07-0E46-BAD9-752076C1E8EB}" destId="{35D4AF3C-4879-491B-8004-F3B88F6D9FB5}" srcOrd="1" destOrd="0" presId="urn:microsoft.com/office/officeart/2008/layout/LinedList"/>
    <dgm:cxn modelId="{F3D6BEA2-B2D9-4B81-A154-A2B392387994}" type="presParOf" srcId="{35D4AF3C-4879-491B-8004-F3B88F6D9FB5}" destId="{792A15AE-68CB-4B5E-A488-D8B2430819E0}" srcOrd="0" destOrd="0" presId="urn:microsoft.com/office/officeart/2008/layout/LinedList"/>
    <dgm:cxn modelId="{F7785119-16D5-4918-A11C-76CAE3186FCE}" type="presParOf" srcId="{35D4AF3C-4879-491B-8004-F3B88F6D9FB5}" destId="{162AB6D4-F395-4B55-9519-21B610CC0382}" srcOrd="1" destOrd="0" presId="urn:microsoft.com/office/officeart/2008/layout/LinedList"/>
    <dgm:cxn modelId="{B8EBD6DE-7A50-4C60-B506-ECD05FE59218}" type="presParOf" srcId="{162AB6D4-F395-4B55-9519-21B610CC0382}" destId="{412C8F4B-57E8-4EE2-95F4-7EAB16DF68B6}" srcOrd="0" destOrd="0" presId="urn:microsoft.com/office/officeart/2008/layout/LinedList"/>
    <dgm:cxn modelId="{956FD370-326D-4EB3-801A-A29C8A2FA36A}" type="presParOf" srcId="{162AB6D4-F395-4B55-9519-21B610CC0382}" destId="{706ACAA7-2B5D-4D39-81AB-5DAABC04EC1D}" srcOrd="1" destOrd="0" presId="urn:microsoft.com/office/officeart/2008/layout/LinedList"/>
    <dgm:cxn modelId="{A39098EB-962C-4166-8037-F95585B9F478}" type="presParOf" srcId="{706ACAA7-2B5D-4D39-81AB-5DAABC04EC1D}" destId="{3456CDB8-701B-42F1-87C2-C295CD1E48EE}" srcOrd="0" destOrd="0" presId="urn:microsoft.com/office/officeart/2008/layout/LinedList"/>
    <dgm:cxn modelId="{342403CE-B025-4D29-8793-EA37F41E586D}" type="presParOf" srcId="{706ACAA7-2B5D-4D39-81AB-5DAABC04EC1D}" destId="{520D1D2C-1114-41BF-8F7E-61F71B01A781}" srcOrd="1" destOrd="0" presId="urn:microsoft.com/office/officeart/2008/layout/LinedList"/>
    <dgm:cxn modelId="{25A3F28B-6CD7-4F31-890F-F8CF5F90629E}" type="presParOf" srcId="{706ACAA7-2B5D-4D39-81AB-5DAABC04EC1D}" destId="{D6DDDC7E-F1A5-4153-9143-0972F5C1698F}" srcOrd="2" destOrd="0" presId="urn:microsoft.com/office/officeart/2008/layout/LinedList"/>
    <dgm:cxn modelId="{4E8BB94C-449C-4BAA-89E5-7B4012CC296E}" type="presParOf" srcId="{162AB6D4-F395-4B55-9519-21B610CC0382}" destId="{0A0EB41C-54BD-4DBD-AE20-1F9966450DC3}" srcOrd="2" destOrd="0" presId="urn:microsoft.com/office/officeart/2008/layout/LinedList"/>
    <dgm:cxn modelId="{AB79C922-1D85-4408-9FB6-F8CFB8C36573}" type="presParOf" srcId="{162AB6D4-F395-4B55-9519-21B610CC0382}" destId="{BD1DC2FA-97F1-47D7-B64D-204FB692D739}" srcOrd="3" destOrd="0" presId="urn:microsoft.com/office/officeart/2008/layout/LinedList"/>
    <dgm:cxn modelId="{6F9AF466-E2B6-4D13-8F7D-DC885CC31B1D}" type="presParOf" srcId="{162AB6D4-F395-4B55-9519-21B610CC0382}" destId="{AA817BFD-CFD8-4863-BA21-FE68B817CC3C}" srcOrd="4" destOrd="0" presId="urn:microsoft.com/office/officeart/2008/layout/LinedList"/>
    <dgm:cxn modelId="{A4CC1812-D46A-48BC-9422-20B9EC6ECAAB}" type="presParOf" srcId="{AA817BFD-CFD8-4863-BA21-FE68B817CC3C}" destId="{BD57D683-A942-4221-A2F2-BB0CF711AC57}" srcOrd="0" destOrd="0" presId="urn:microsoft.com/office/officeart/2008/layout/LinedList"/>
    <dgm:cxn modelId="{5AA14EA0-0813-473C-8163-DCE2FD80C8FD}" type="presParOf" srcId="{AA817BFD-CFD8-4863-BA21-FE68B817CC3C}" destId="{F1E3A902-B27E-4D1E-9D62-838DBF77570E}" srcOrd="1" destOrd="0" presId="urn:microsoft.com/office/officeart/2008/layout/LinedList"/>
    <dgm:cxn modelId="{F341795B-4F8D-40FC-BB87-DB28B4CBE845}" type="presParOf" srcId="{AA817BFD-CFD8-4863-BA21-FE68B817CC3C}" destId="{4F138E20-5633-4DCC-BBC2-20DFBFC7868F}" srcOrd="2" destOrd="0" presId="urn:microsoft.com/office/officeart/2008/layout/LinedList"/>
    <dgm:cxn modelId="{60B4EA34-669B-44B0-849E-7820221DB9C4}" type="presParOf" srcId="{162AB6D4-F395-4B55-9519-21B610CC0382}" destId="{2B79C5B5-7045-4C8A-A0D3-ED34D320DACE}" srcOrd="5" destOrd="0" presId="urn:microsoft.com/office/officeart/2008/layout/LinedList"/>
    <dgm:cxn modelId="{7E569D0C-3428-435B-AF6F-5E8C383648C2}" type="presParOf" srcId="{162AB6D4-F395-4B55-9519-21B610CC0382}" destId="{8C3B0260-807F-409D-975C-EBFF816514C3}" srcOrd="6" destOrd="0" presId="urn:microsoft.com/office/officeart/2008/layout/LinedList"/>
    <dgm:cxn modelId="{8F968DE2-01A0-490A-A10A-5EF138830341}" type="presParOf" srcId="{162AB6D4-F395-4B55-9519-21B610CC0382}" destId="{DCC37064-A6D2-4A55-A252-3829429045E5}" srcOrd="7" destOrd="0" presId="urn:microsoft.com/office/officeart/2008/layout/LinedList"/>
    <dgm:cxn modelId="{F7599D3A-2E6E-4C65-9E0D-25F128761943}" type="presParOf" srcId="{DCC37064-A6D2-4A55-A252-3829429045E5}" destId="{AF620EF4-9246-40B0-95DD-0F97FD557889}" srcOrd="0" destOrd="0" presId="urn:microsoft.com/office/officeart/2008/layout/LinedList"/>
    <dgm:cxn modelId="{BCF95899-7917-4EDB-8FD2-FCB40A438ECB}" type="presParOf" srcId="{DCC37064-A6D2-4A55-A252-3829429045E5}" destId="{821592CB-BF1E-40A4-88FF-532C668728A8}" srcOrd="1" destOrd="0" presId="urn:microsoft.com/office/officeart/2008/layout/LinedList"/>
    <dgm:cxn modelId="{51DE40F6-3A87-480E-99D8-89C0632D8E40}" type="presParOf" srcId="{DCC37064-A6D2-4A55-A252-3829429045E5}" destId="{4A2BC687-FFD6-4EBF-9A58-5F5A5936D128}" srcOrd="2" destOrd="0" presId="urn:microsoft.com/office/officeart/2008/layout/LinedList"/>
    <dgm:cxn modelId="{ACEB100A-F77A-4DDF-BF04-639FA07CDC79}" type="presParOf" srcId="{162AB6D4-F395-4B55-9519-21B610CC0382}" destId="{AFB2C275-AEA0-46EA-8FAC-DEEB17253C42}" srcOrd="8" destOrd="0" presId="urn:microsoft.com/office/officeart/2008/layout/LinedList"/>
    <dgm:cxn modelId="{48D32097-7681-4FF5-B71E-2581D6375AB7}" type="presParOf" srcId="{162AB6D4-F395-4B55-9519-21B610CC0382}" destId="{B63F60B4-89E7-4E26-9559-C63693EDEACE}" srcOrd="9" destOrd="0" presId="urn:microsoft.com/office/officeart/2008/layout/LinedList"/>
    <dgm:cxn modelId="{35AF335E-5A39-7049-B788-36F0EF331E73}" type="presParOf" srcId="{A4615577-DB07-0E46-BAD9-752076C1E8EB}" destId="{B2F277F3-7CF1-994E-B28A-0B3155C31199}" srcOrd="2" destOrd="0" presId="urn:microsoft.com/office/officeart/2008/layout/LinedList"/>
    <dgm:cxn modelId="{5F47EFD6-2CBD-894E-8B6E-5A8B8B366D05}" type="presParOf" srcId="{A4615577-DB07-0E46-BAD9-752076C1E8EB}" destId="{0C40495D-3188-9E48-A89E-F64BB2F461F5}" srcOrd="3" destOrd="0" presId="urn:microsoft.com/office/officeart/2008/layout/LinedList"/>
    <dgm:cxn modelId="{E3857465-52FE-4043-A3F9-DA9E495DC241}" type="presParOf" srcId="{0C40495D-3188-9E48-A89E-F64BB2F461F5}" destId="{9891002C-403A-A043-B663-E6FEB51C2557}" srcOrd="0" destOrd="0" presId="urn:microsoft.com/office/officeart/2008/layout/LinedList"/>
    <dgm:cxn modelId="{A92C2B0F-4EC0-EE40-994C-464482B0D0DE}" type="presParOf" srcId="{0C40495D-3188-9E48-A89E-F64BB2F461F5}" destId="{84783DB1-8E64-8549-92F0-B23833CEE8B0}" srcOrd="1" destOrd="0" presId="urn:microsoft.com/office/officeart/2008/layout/LinedList"/>
    <dgm:cxn modelId="{EA0B3910-EB80-4029-B60B-20F24CE2843C}" type="presParOf" srcId="{84783DB1-8E64-8549-92F0-B23833CEE8B0}" destId="{7639A2F8-0310-4BED-B4BD-EAB6A5C40B77}" srcOrd="0" destOrd="0" presId="urn:microsoft.com/office/officeart/2008/layout/LinedList"/>
    <dgm:cxn modelId="{99DBFB21-0FC2-4CBA-BB47-36270808838D}" type="presParOf" srcId="{84783DB1-8E64-8549-92F0-B23833CEE8B0}" destId="{6A69390F-9BF9-4ABA-8159-EAF93506C37D}" srcOrd="1" destOrd="0" presId="urn:microsoft.com/office/officeart/2008/layout/LinedList"/>
    <dgm:cxn modelId="{E87F3EA4-77CE-4F0C-A375-D165481E49A8}" type="presParOf" srcId="{6A69390F-9BF9-4ABA-8159-EAF93506C37D}" destId="{80389192-84FD-488B-A175-87A5FB0572BA}" srcOrd="0" destOrd="0" presId="urn:microsoft.com/office/officeart/2008/layout/LinedList"/>
    <dgm:cxn modelId="{98F27296-CAFF-422A-B24C-47C3377364FE}" type="presParOf" srcId="{6A69390F-9BF9-4ABA-8159-EAF93506C37D}" destId="{CECABC1D-D0D2-4346-AB17-5BDF3AE0B320}" srcOrd="1" destOrd="0" presId="urn:microsoft.com/office/officeart/2008/layout/LinedList"/>
    <dgm:cxn modelId="{052522D8-E186-4A8F-8FE7-EA5F2E68B10F}" type="presParOf" srcId="{6A69390F-9BF9-4ABA-8159-EAF93506C37D}" destId="{C56FE37B-F98C-4D15-95CF-6DC56554B5B4}" srcOrd="2" destOrd="0" presId="urn:microsoft.com/office/officeart/2008/layout/LinedList"/>
    <dgm:cxn modelId="{7C9E3284-09F1-4CA9-82F8-E7DCFD250D0D}" type="presParOf" srcId="{84783DB1-8E64-8549-92F0-B23833CEE8B0}" destId="{5D84D3DB-F553-4712-A813-E34BD39795E9}" srcOrd="2" destOrd="0" presId="urn:microsoft.com/office/officeart/2008/layout/LinedList"/>
    <dgm:cxn modelId="{ECC376FD-6EF2-45B9-BD59-10867BC46682}" type="presParOf" srcId="{84783DB1-8E64-8549-92F0-B23833CEE8B0}" destId="{2128B8DA-3804-468D-B525-5F0093F85BA2}" srcOrd="3" destOrd="0" presId="urn:microsoft.com/office/officeart/2008/layout/LinedList"/>
    <dgm:cxn modelId="{48D72E68-5752-4B2B-9C23-189D22095748}" type="presParOf" srcId="{84783DB1-8E64-8549-92F0-B23833CEE8B0}" destId="{4F42B568-F39A-4181-8658-EC1C2143BBA0}" srcOrd="4" destOrd="0" presId="urn:microsoft.com/office/officeart/2008/layout/LinedList"/>
    <dgm:cxn modelId="{7B8AE250-CE81-48B4-9208-19C32DF7C56A}" type="presParOf" srcId="{4F42B568-F39A-4181-8658-EC1C2143BBA0}" destId="{4F8359BF-8C47-4A90-A343-AF5BDC5F9DE8}" srcOrd="0" destOrd="0" presId="urn:microsoft.com/office/officeart/2008/layout/LinedList"/>
    <dgm:cxn modelId="{0C28ACEF-4949-4BC4-8F57-81F3A45D35D3}" type="presParOf" srcId="{4F42B568-F39A-4181-8658-EC1C2143BBA0}" destId="{70B24025-E2C6-417F-99E1-3AE2064C772D}" srcOrd="1" destOrd="0" presId="urn:microsoft.com/office/officeart/2008/layout/LinedList"/>
    <dgm:cxn modelId="{E92263C1-B8F6-4C1D-9693-B108FE254198}" type="presParOf" srcId="{4F42B568-F39A-4181-8658-EC1C2143BBA0}" destId="{7CEB9B09-60D8-4882-A2D8-38EF68D5C19F}" srcOrd="2" destOrd="0" presId="urn:microsoft.com/office/officeart/2008/layout/LinedList"/>
    <dgm:cxn modelId="{21102A85-9357-401E-A673-0BF1CA8FA349}" type="presParOf" srcId="{84783DB1-8E64-8549-92F0-B23833CEE8B0}" destId="{5E350EE4-2D6A-4A16-A0FE-9FACA9074727}" srcOrd="5" destOrd="0" presId="urn:microsoft.com/office/officeart/2008/layout/LinedList"/>
    <dgm:cxn modelId="{9B609360-89AD-4D2E-BC1F-E6E995D442B6}" type="presParOf" srcId="{84783DB1-8E64-8549-92F0-B23833CEE8B0}" destId="{9BB5AFB5-07F7-4132-85A2-44E6D0516C88}" srcOrd="6" destOrd="0" presId="urn:microsoft.com/office/officeart/2008/layout/LinedList"/>
    <dgm:cxn modelId="{B47D9EEA-531A-408A-B090-E475DC65E74E}" type="presParOf" srcId="{84783DB1-8E64-8549-92F0-B23833CEE8B0}" destId="{CFD8E1A3-90D3-46A8-AE85-EB36E0237BB5}" srcOrd="7" destOrd="0" presId="urn:microsoft.com/office/officeart/2008/layout/LinedList"/>
    <dgm:cxn modelId="{1CBE25E4-EADF-4AAE-87EC-0BCA7409E3B2}" type="presParOf" srcId="{CFD8E1A3-90D3-46A8-AE85-EB36E0237BB5}" destId="{274EF02C-7D1A-409B-A859-EE71E535A688}" srcOrd="0" destOrd="0" presId="urn:microsoft.com/office/officeart/2008/layout/LinedList"/>
    <dgm:cxn modelId="{54B6A375-8841-450A-97F1-0DBCCB36C37E}" type="presParOf" srcId="{CFD8E1A3-90D3-46A8-AE85-EB36E0237BB5}" destId="{1AB85A7C-0FFD-4546-B83C-987E91EDF1C9}" srcOrd="1" destOrd="0" presId="urn:microsoft.com/office/officeart/2008/layout/LinedList"/>
    <dgm:cxn modelId="{7F9619CE-2F45-4ACE-ADA7-09AC737613F7}" type="presParOf" srcId="{CFD8E1A3-90D3-46A8-AE85-EB36E0237BB5}" destId="{6F7BAE7F-F22E-4343-8455-8D1D04AE6291}" srcOrd="2" destOrd="0" presId="urn:microsoft.com/office/officeart/2008/layout/LinedList"/>
    <dgm:cxn modelId="{FB008851-06D7-4855-A24F-22E0D73AB55F}" type="presParOf" srcId="{84783DB1-8E64-8549-92F0-B23833CEE8B0}" destId="{DF72560F-E95F-423D-A8FF-AAE8DAA00A74}" srcOrd="8" destOrd="0" presId="urn:microsoft.com/office/officeart/2008/layout/LinedList"/>
    <dgm:cxn modelId="{F864CF38-EDB0-4C21-B8CD-8F6468AED3AB}" type="presParOf" srcId="{84783DB1-8E64-8549-92F0-B23833CEE8B0}" destId="{D8D1CF1A-EF09-4022-8D03-FD002D4FE754}" srcOrd="9" destOrd="0" presId="urn:microsoft.com/office/officeart/2008/layout/LinedList"/>
    <dgm:cxn modelId="{FA6E8390-3117-4B0E-A8CD-C8525D3476EE}" type="presParOf" srcId="{84783DB1-8E64-8549-92F0-B23833CEE8B0}" destId="{00451E5C-D19E-4AC4-8C6F-60950BA475F2}" srcOrd="10" destOrd="0" presId="urn:microsoft.com/office/officeart/2008/layout/LinedList"/>
    <dgm:cxn modelId="{A1DC1013-3554-4925-8C05-0BA40D7B62CE}" type="presParOf" srcId="{00451E5C-D19E-4AC4-8C6F-60950BA475F2}" destId="{3C367370-E70B-40CC-9DCF-3FC0C33EDE1B}" srcOrd="0" destOrd="0" presId="urn:microsoft.com/office/officeart/2008/layout/LinedList"/>
    <dgm:cxn modelId="{5DEED33B-11D0-4E73-B9C5-AC7FE88CE993}" type="presParOf" srcId="{00451E5C-D19E-4AC4-8C6F-60950BA475F2}" destId="{EDBBCE88-88E0-4C06-BA01-B4EFB6C685E1}" srcOrd="1" destOrd="0" presId="urn:microsoft.com/office/officeart/2008/layout/LinedList"/>
    <dgm:cxn modelId="{13C1FCD6-38EA-422D-AE65-723CF6BA7FF9}" type="presParOf" srcId="{00451E5C-D19E-4AC4-8C6F-60950BA475F2}" destId="{5EA7847F-7A65-4DE6-AFB0-0784772E4EA1}" srcOrd="2" destOrd="0" presId="urn:microsoft.com/office/officeart/2008/layout/LinedList"/>
    <dgm:cxn modelId="{36F58C88-C89C-4347-A57A-4CC7FDCF4B52}" type="presParOf" srcId="{84783DB1-8E64-8549-92F0-B23833CEE8B0}" destId="{22FFB06E-FF71-449B-9AA1-BDA4A6D85DF8}" srcOrd="11" destOrd="0" presId="urn:microsoft.com/office/officeart/2008/layout/LinedList"/>
    <dgm:cxn modelId="{8343C662-277E-438C-9E8E-2477EFCDC4EE}" type="presParOf" srcId="{84783DB1-8E64-8549-92F0-B23833CEE8B0}" destId="{D29BEB5B-2E19-4BA8-823B-ABEF6ECE6E88}" srcOrd="12" destOrd="0" presId="urn:microsoft.com/office/officeart/2008/layout/LinedList"/>
    <dgm:cxn modelId="{301FE55C-B156-C245-81DE-948BDE672DA3}" type="presParOf" srcId="{A4615577-DB07-0E46-BAD9-752076C1E8EB}" destId="{F3F97593-6E83-0F47-AC56-87F880B5136A}" srcOrd="4" destOrd="0" presId="urn:microsoft.com/office/officeart/2008/layout/LinedList"/>
    <dgm:cxn modelId="{534EAD63-809B-3546-9FE8-02A4711C8CF2}" type="presParOf" srcId="{A4615577-DB07-0E46-BAD9-752076C1E8EB}" destId="{5252C1B0-2D3F-E946-88C3-3B9DE026AA3B}" srcOrd="5" destOrd="0" presId="urn:microsoft.com/office/officeart/2008/layout/LinedList"/>
    <dgm:cxn modelId="{7F3CEEB0-1800-574C-9892-E20C22089DAD}" type="presParOf" srcId="{5252C1B0-2D3F-E946-88C3-3B9DE026AA3B}" destId="{DB02E969-16E1-B544-B84F-34044CEA806B}" srcOrd="0" destOrd="0" presId="urn:microsoft.com/office/officeart/2008/layout/LinedList"/>
    <dgm:cxn modelId="{C19916A7-6A83-F942-927D-DA81C8F3CA9B}" type="presParOf" srcId="{5252C1B0-2D3F-E946-88C3-3B9DE026AA3B}" destId="{198006FC-E4EB-0749-8807-9F4FBE5C6BC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24E71C-51E4-4FFA-9638-472734009553}">
      <dsp:nvSpPr>
        <dsp:cNvPr id="0" name=""/>
        <dsp:cNvSpPr/>
      </dsp:nvSpPr>
      <dsp:spPr>
        <a:xfrm>
          <a:off x="0" y="0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792A15AE-68CB-4B5E-A488-D8B2430819E0}">
      <dsp:nvSpPr>
        <dsp:cNvPr id="0" name=""/>
        <dsp:cNvSpPr/>
      </dsp:nvSpPr>
      <dsp:spPr>
        <a:xfrm>
          <a:off x="0" y="2228"/>
          <a:ext cx="1497367" cy="1233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Empresa</a:t>
          </a:r>
        </a:p>
      </dsp:txBody>
      <dsp:txXfrm>
        <a:off x="0" y="2228"/>
        <a:ext cx="1497367" cy="1233209"/>
      </dsp:txXfrm>
    </dsp:sp>
    <dsp:sp modelId="{520D1D2C-1114-41BF-8F7E-61F71B01A781}">
      <dsp:nvSpPr>
        <dsp:cNvPr id="0" name=""/>
        <dsp:cNvSpPr/>
      </dsp:nvSpPr>
      <dsp:spPr>
        <a:xfrm>
          <a:off x="1609669" y="25977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¿Quiénes somos?</a:t>
          </a:r>
        </a:p>
      </dsp:txBody>
      <dsp:txXfrm>
        <a:off x="1609669" y="25977"/>
        <a:ext cx="5877165" cy="474983"/>
      </dsp:txXfrm>
    </dsp:sp>
    <dsp:sp modelId="{0A0EB41C-54BD-4DBD-AE20-1F9966450DC3}">
      <dsp:nvSpPr>
        <dsp:cNvPr id="0" name=""/>
        <dsp:cNvSpPr/>
      </dsp:nvSpPr>
      <dsp:spPr>
        <a:xfrm>
          <a:off x="1497366" y="50096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1E3A902-B27E-4D1E-9D62-838DBF77570E}">
      <dsp:nvSpPr>
        <dsp:cNvPr id="0" name=""/>
        <dsp:cNvSpPr/>
      </dsp:nvSpPr>
      <dsp:spPr>
        <a:xfrm>
          <a:off x="1609669" y="524710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Proyectos</a:t>
          </a:r>
        </a:p>
      </dsp:txBody>
      <dsp:txXfrm>
        <a:off x="1609669" y="524710"/>
        <a:ext cx="5877165" cy="474983"/>
      </dsp:txXfrm>
    </dsp:sp>
    <dsp:sp modelId="{2B79C5B5-7045-4C8A-A0D3-ED34D320DACE}">
      <dsp:nvSpPr>
        <dsp:cNvPr id="0" name=""/>
        <dsp:cNvSpPr/>
      </dsp:nvSpPr>
      <dsp:spPr>
        <a:xfrm>
          <a:off x="1497366" y="999694"/>
          <a:ext cx="5989468" cy="0"/>
        </a:xfrm>
        <a:prstGeom prst="line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821592CB-BF1E-40A4-88FF-532C668728A8}">
      <dsp:nvSpPr>
        <dsp:cNvPr id="0" name=""/>
        <dsp:cNvSpPr/>
      </dsp:nvSpPr>
      <dsp:spPr>
        <a:xfrm>
          <a:off x="1609669" y="1023443"/>
          <a:ext cx="5877165" cy="47498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Organizaciones con las que se ha colaborado</a:t>
          </a:r>
        </a:p>
      </dsp:txBody>
      <dsp:txXfrm>
        <a:off x="1609669" y="1023443"/>
        <a:ext cx="5877165" cy="474983"/>
      </dsp:txXfrm>
    </dsp:sp>
    <dsp:sp modelId="{AFB2C275-AEA0-46EA-8FAC-DEEB17253C42}">
      <dsp:nvSpPr>
        <dsp:cNvPr id="0" name=""/>
        <dsp:cNvSpPr/>
      </dsp:nvSpPr>
      <dsp:spPr>
        <a:xfrm>
          <a:off x="1497366" y="1493067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B2F277F3-7CF1-994E-B28A-0B3155C31199}">
      <dsp:nvSpPr>
        <dsp:cNvPr id="0" name=""/>
        <dsp:cNvSpPr/>
      </dsp:nvSpPr>
      <dsp:spPr>
        <a:xfrm>
          <a:off x="0" y="1511598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1270596"/>
                <a:satOff val="-12860"/>
                <a:lumOff val="-49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1270596"/>
                <a:satOff val="-12860"/>
                <a:lumOff val="-49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1270596"/>
                <a:satOff val="-12860"/>
                <a:lumOff val="-49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1270596"/>
              <a:satOff val="-12860"/>
              <a:lumOff val="-49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9891002C-403A-A043-B663-E6FEB51C2557}">
      <dsp:nvSpPr>
        <dsp:cNvPr id="0" name=""/>
        <dsp:cNvSpPr/>
      </dsp:nvSpPr>
      <dsp:spPr>
        <a:xfrm>
          <a:off x="0" y="1522176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Proyecto</a:t>
          </a:r>
        </a:p>
      </dsp:txBody>
      <dsp:txXfrm>
        <a:off x="0" y="1522176"/>
        <a:ext cx="1497367" cy="1519948"/>
      </dsp:txXfrm>
    </dsp:sp>
    <dsp:sp modelId="{CECABC1D-D0D2-4346-AB17-5BDF3AE0B320}">
      <dsp:nvSpPr>
        <dsp:cNvPr id="0" name=""/>
        <dsp:cNvSpPr/>
      </dsp:nvSpPr>
      <dsp:spPr>
        <a:xfrm>
          <a:off x="1609669" y="1540044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Características</a:t>
          </a:r>
        </a:p>
      </dsp:txBody>
      <dsp:txXfrm>
        <a:off x="1609669" y="1540044"/>
        <a:ext cx="5877165" cy="357351"/>
      </dsp:txXfrm>
    </dsp:sp>
    <dsp:sp modelId="{5D84D3DB-F553-4712-A813-E34BD39795E9}">
      <dsp:nvSpPr>
        <dsp:cNvPr id="0" name=""/>
        <dsp:cNvSpPr/>
      </dsp:nvSpPr>
      <dsp:spPr>
        <a:xfrm>
          <a:off x="1497366" y="1897395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70B24025-E2C6-417F-99E1-3AE2064C772D}">
      <dsp:nvSpPr>
        <dsp:cNvPr id="0" name=""/>
        <dsp:cNvSpPr/>
      </dsp:nvSpPr>
      <dsp:spPr>
        <a:xfrm>
          <a:off x="1609669" y="1915263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Tiempo + Fases (WBS)</a:t>
          </a:r>
        </a:p>
      </dsp:txBody>
      <dsp:txXfrm>
        <a:off x="1609669" y="1915263"/>
        <a:ext cx="5877165" cy="357351"/>
      </dsp:txXfrm>
    </dsp:sp>
    <dsp:sp modelId="{5E350EE4-2D6A-4A16-A0FE-9FACA9074727}">
      <dsp:nvSpPr>
        <dsp:cNvPr id="0" name=""/>
        <dsp:cNvSpPr/>
      </dsp:nvSpPr>
      <dsp:spPr>
        <a:xfrm>
          <a:off x="1497366" y="2272614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1AB85A7C-0FFD-4546-B83C-987E91EDF1C9}">
      <dsp:nvSpPr>
        <dsp:cNvPr id="0" name=""/>
        <dsp:cNvSpPr/>
      </dsp:nvSpPr>
      <dsp:spPr>
        <a:xfrm>
          <a:off x="1609669" y="2290481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Calidad</a:t>
          </a:r>
        </a:p>
      </dsp:txBody>
      <dsp:txXfrm>
        <a:off x="1609669" y="2290481"/>
        <a:ext cx="5877165" cy="357351"/>
      </dsp:txXfrm>
    </dsp:sp>
    <dsp:sp modelId="{DF72560F-E95F-423D-A8FF-AAE8DAA00A74}">
      <dsp:nvSpPr>
        <dsp:cNvPr id="0" name=""/>
        <dsp:cNvSpPr/>
      </dsp:nvSpPr>
      <dsp:spPr>
        <a:xfrm>
          <a:off x="1497366" y="2647832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EDBBCE88-88E0-4C06-BA01-B4EFB6C685E1}">
      <dsp:nvSpPr>
        <dsp:cNvPr id="0" name=""/>
        <dsp:cNvSpPr/>
      </dsp:nvSpPr>
      <dsp:spPr>
        <a:xfrm>
          <a:off x="1609669" y="2665700"/>
          <a:ext cx="5877165" cy="3573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/>
            <a:t>Presupuesto</a:t>
          </a:r>
        </a:p>
      </dsp:txBody>
      <dsp:txXfrm>
        <a:off x="1609669" y="2665700"/>
        <a:ext cx="5877165" cy="357351"/>
      </dsp:txXfrm>
    </dsp:sp>
    <dsp:sp modelId="{22FFB06E-FF71-449B-9AA1-BDA4A6D85DF8}">
      <dsp:nvSpPr>
        <dsp:cNvPr id="0" name=""/>
        <dsp:cNvSpPr/>
      </dsp:nvSpPr>
      <dsp:spPr>
        <a:xfrm>
          <a:off x="1497366" y="3023051"/>
          <a:ext cx="5989468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0"/>
                <a:satOff val="0"/>
                <a:lumOff val="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/>
      </dsp:style>
    </dsp:sp>
    <dsp:sp modelId="{F3F97593-6E83-0F47-AC56-87F880B5136A}">
      <dsp:nvSpPr>
        <dsp:cNvPr id="0" name=""/>
        <dsp:cNvSpPr/>
      </dsp:nvSpPr>
      <dsp:spPr>
        <a:xfrm>
          <a:off x="0" y="3042125"/>
          <a:ext cx="7486835" cy="0"/>
        </a:xfrm>
        <a:prstGeom prst="line">
          <a:avLst/>
        </a:prstGeom>
        <a:gradFill rotWithShape="0">
          <a:gsLst>
            <a:gs pos="0">
              <a:schemeClr val="accent3">
                <a:hueOff val="2541193"/>
                <a:satOff val="-25720"/>
                <a:lumOff val="-980"/>
                <a:alphaOff val="0"/>
                <a:tint val="69000"/>
                <a:alpha val="100000"/>
                <a:satMod val="109000"/>
                <a:lumMod val="110000"/>
              </a:schemeClr>
            </a:gs>
            <a:gs pos="52000">
              <a:schemeClr val="accent3">
                <a:hueOff val="2541193"/>
                <a:satOff val="-25720"/>
                <a:lumOff val="-980"/>
                <a:alphaOff val="0"/>
                <a:tint val="74000"/>
                <a:satMod val="100000"/>
                <a:lumMod val="104000"/>
              </a:schemeClr>
            </a:gs>
            <a:gs pos="100000">
              <a:schemeClr val="accent3">
                <a:hueOff val="2541193"/>
                <a:satOff val="-25720"/>
                <a:lumOff val="-980"/>
                <a:alphaOff val="0"/>
                <a:tint val="78000"/>
                <a:satMod val="100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3">
              <a:hueOff val="2541193"/>
              <a:satOff val="-25720"/>
              <a:lumOff val="-98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DB02E969-16E1-B544-B84F-34044CEA806B}">
      <dsp:nvSpPr>
        <dsp:cNvPr id="0" name=""/>
        <dsp:cNvSpPr/>
      </dsp:nvSpPr>
      <dsp:spPr>
        <a:xfrm>
          <a:off x="0" y="3042125"/>
          <a:ext cx="1497367" cy="15199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kern="1200" dirty="0"/>
            <a:t>Líneas futuras</a:t>
          </a:r>
        </a:p>
      </dsp:txBody>
      <dsp:txXfrm>
        <a:off x="0" y="3042125"/>
        <a:ext cx="1497367" cy="151994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4AE34A5-FED9-664C-9CA9-61368CA3A72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ED74FDE-7D61-0448-99C3-1C2510A4DC2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6A847-B2BB-5A4F-AA22-ADD924C5DC37}" type="datetimeFigureOut">
              <a:rPr lang="es-ES" smtClean="0"/>
              <a:t>12/01/2019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B538993-078D-4446-97A5-F286C787E0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11C8AC5-611A-DB4D-AF97-9339B8C3E1B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C5F80-6C64-1B4D-B2B7-2AED68CAF8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2138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2706AB-1D76-3248-9524-C7A1782978BE}" type="datetimeFigureOut">
              <a:rPr lang="es-ES" smtClean="0"/>
              <a:t>12/01/2019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E37864-CDD0-ED46-84C3-11742EF3F2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00250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973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31576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E37864-CDD0-ED46-84C3-11742EF3F25F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44126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CF658B0C-03D2-4EC9-ADB2-F61D2A7F1A7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95336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E36A0F-4E3B-4A47-BBFC-C7A596A9AFB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2225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23FFCC6-FF5E-4D54-9F73-DBED3D409C44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89191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789B3-7CF1-4F25-BD37-C1474D9B93A1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70818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C370B3-F095-4B61-A454-9A89B25CA30F}" type="datetime1">
              <a:rPr lang="es-ES" smtClean="0"/>
              <a:t>12/01/2019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1632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9B04D-B0B4-45F4-9FDC-7D0C3BE59D6C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3740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DFE21-064F-4B68-BD90-552980F678E9}" type="datetime1">
              <a:rPr lang="es-ES" smtClean="0"/>
              <a:t>12/01/2019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93774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9170A-DE66-4D4D-9A06-42FA2FF1162A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7828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01A4C5-BE6E-4CA1-B7CF-FDE03C66D740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092332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78205B-5211-4617-B936-077F7A45C629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547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2B92ABF6-4A24-42D0-A0D8-95D48568D00D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64532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56EF0696-E95C-4C6C-B4F7-A0B39809F383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2143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8201181D-D759-4CF4-9542-EE19DD447B1F}" type="datetime1">
              <a:rPr lang="es-ES" smtClean="0"/>
              <a:t>12/01/2019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88304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4FC33-F8D1-4220-849E-47704510CABD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0513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A0B1F3-867C-4F14-9ECE-424A23A426E7}" type="datetime1">
              <a:rPr lang="es-ES" smtClean="0"/>
              <a:t>12/01/2019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75964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70FC77-3596-48F1-83BD-FB747996FF0F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38546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AFD6FD5-B225-410F-BB04-627CB54EE5A8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84356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
Segundo nivel
Tercer nivel
Cuarto nivel
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2C60B-B728-4AE6-B6E3-C50BDD89DA8C}" type="datetime1">
              <a:rPr lang="es-ES" smtClean="0"/>
              <a:t>12/01/2019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10774-2920-F049-BD0B-9A28F2A984C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6111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hf hdr="0" ftr="0" dt="0"/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5.png"/><Relationship Id="rId4" Type="http://schemas.openxmlformats.org/officeDocument/2006/relationships/image" Target="../media/image3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7.png"/><Relationship Id="rId4" Type="http://schemas.openxmlformats.org/officeDocument/2006/relationships/image" Target="../media/image3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781D2D-F690-3E49-8B9D-858086DD5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2683" y="1806424"/>
            <a:ext cx="6132990" cy="1825096"/>
          </a:xfrm>
        </p:spPr>
        <p:txBody>
          <a:bodyPr>
            <a:normAutofit/>
          </a:bodyPr>
          <a:lstStyle/>
          <a:p>
            <a:r>
              <a:rPr lang="es-ES" dirty="0"/>
              <a:t>Proyecto </a:t>
            </a:r>
            <a:r>
              <a:rPr lang="es-ES" dirty="0" err="1"/>
              <a:t>MeCuida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C73646-C78E-504E-9BE0-410E35A3D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2683" y="3617797"/>
            <a:ext cx="6132990" cy="685800"/>
          </a:xfrm>
        </p:spPr>
        <p:txBody>
          <a:bodyPr>
            <a:normAutofit/>
          </a:bodyPr>
          <a:lstStyle/>
          <a:p>
            <a:r>
              <a:rPr lang="es-ES" dirty="0"/>
              <a:t>Gestión de Proyectos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F19F3D8-20CA-FB40-94B1-52940FAC9A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45" y="1902941"/>
            <a:ext cx="5391668" cy="2310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3809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</a:t>
            </a:fld>
            <a:r>
              <a:rPr lang="es-ES" sz="2000" dirty="0"/>
              <a:t>/20</a:t>
            </a:r>
          </a:p>
        </p:txBody>
      </p:sp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6618F1EC-7EE2-AE44-882A-6CDB04AB9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20171629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4784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24" y="2213068"/>
            <a:ext cx="7478011" cy="3204948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</a:t>
            </a:fld>
            <a:r>
              <a:rPr lang="es-ES" sz="2000" dirty="0"/>
              <a:t>/20</a:t>
            </a:r>
          </a:p>
        </p:txBody>
      </p:sp>
      <p:pic>
        <p:nvPicPr>
          <p:cNvPr id="11" name="Imagen 10" descr="Imagen que contiene texto&#10;&#10;&#10;&#10;Descripción generada automáticamente">
            <a:extLst>
              <a:ext uri="{FF2B5EF4-FFF2-40B4-BE49-F238E27FC236}">
                <a16:creationId xmlns:a16="http://schemas.microsoft.com/office/drawing/2014/main" id="{2C17273C-672A-6645-9F89-C0CF78BB564F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8458200" y="1918284"/>
            <a:ext cx="3211286" cy="2621458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D227A02-44BF-5645-AE81-26FA69C2F9B1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18756" y="1535405"/>
            <a:ext cx="3004337" cy="3004337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BB37DB92-30F9-A748-A6C4-287664E2D814}"/>
              </a:ext>
            </a:extLst>
          </p:cNvPr>
          <p:cNvSpPr txBox="1"/>
          <p:nvPr/>
        </p:nvSpPr>
        <p:spPr>
          <a:xfrm>
            <a:off x="1260752" y="4140680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</a:t>
            </a:r>
            <a:r>
              <a:rPr lang="es-ES" sz="1200" dirty="0" err="1">
                <a:solidFill>
                  <a:schemeClr val="tx2"/>
                </a:solidFill>
              </a:rPr>
              <a:t>pixabay.com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4E4FF17-8718-6E4E-B635-D4E408E26B71}"/>
              </a:ext>
            </a:extLst>
          </p:cNvPr>
          <p:cNvSpPr txBox="1"/>
          <p:nvPr/>
        </p:nvSpPr>
        <p:spPr>
          <a:xfrm>
            <a:off x="9142420" y="4461520"/>
            <a:ext cx="1720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</a:t>
            </a:r>
            <a:r>
              <a:rPr lang="es-ES" sz="1200" dirty="0" err="1">
                <a:solidFill>
                  <a:schemeClr val="tx2"/>
                </a:solidFill>
              </a:rPr>
              <a:t>pixabay.com</a:t>
            </a:r>
            <a:endParaRPr lang="es-ES" sz="1200" dirty="0">
              <a:solidFill>
                <a:schemeClr val="tx2"/>
              </a:solidFill>
            </a:endParaRP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E198E4E-8FF0-4F1E-8753-6F05BE69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</a:t>
            </a:r>
          </a:p>
        </p:txBody>
      </p:sp>
    </p:spTree>
    <p:extLst>
      <p:ext uri="{BB962C8B-B14F-4D97-AF65-F5344CB8AC3E}">
        <p14:creationId xmlns:p14="http://schemas.microsoft.com/office/powerpoint/2010/main" val="3133954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4EE94F-A38C-4B45-948E-9FF46419E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¿Quiénes somos?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3</a:t>
            </a:fld>
            <a:r>
              <a:rPr lang="es-ES" sz="2000" dirty="0"/>
              <a:t>/20</a:t>
            </a:r>
          </a:p>
        </p:txBody>
      </p:sp>
      <p:pic>
        <p:nvPicPr>
          <p:cNvPr id="6" name="Imagen 5" descr="Imagen que contiene captura de pantalla, texto, mapa&#10;&#10;&#10;&#10;Descripción generada automáticamente">
            <a:extLst>
              <a:ext uri="{FF2B5EF4-FFF2-40B4-BE49-F238E27FC236}">
                <a16:creationId xmlns:a16="http://schemas.microsoft.com/office/drawing/2014/main" id="{46B37BF1-48E0-634F-B252-1241DFD53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82" y="1846818"/>
            <a:ext cx="9770836" cy="404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4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4</a:t>
            </a:fld>
            <a:r>
              <a:rPr lang="es-ES" sz="2000" dirty="0"/>
              <a:t>/20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E99FA11-5DBD-E64F-8E15-AE0C4528CB58}"/>
              </a:ext>
            </a:extLst>
          </p:cNvPr>
          <p:cNvSpPr txBox="1"/>
          <p:nvPr/>
        </p:nvSpPr>
        <p:spPr>
          <a:xfrm>
            <a:off x="552090" y="2057401"/>
            <a:ext cx="61592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Proyectos propios: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Proyecto E-</a:t>
            </a:r>
            <a:r>
              <a:rPr lang="es-ES" sz="2400" dirty="0" err="1"/>
              <a:t>Health</a:t>
            </a:r>
            <a:r>
              <a:rPr lang="es-ES" sz="2400" dirty="0"/>
              <a:t> Bogotá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Proyecto E-</a:t>
            </a:r>
            <a:r>
              <a:rPr lang="es-ES" sz="2400" dirty="0" err="1"/>
              <a:t>Health</a:t>
            </a:r>
            <a:r>
              <a:rPr lang="es-ES" sz="2400" dirty="0"/>
              <a:t> Buenos Aires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Proyecto E-</a:t>
            </a:r>
            <a:r>
              <a:rPr lang="es-ES" sz="2400" dirty="0" err="1"/>
              <a:t>Health</a:t>
            </a:r>
            <a:r>
              <a:rPr lang="es-ES" sz="2400" dirty="0"/>
              <a:t> Granada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905F14-76D1-024A-85FE-3AAD0957118B}"/>
              </a:ext>
            </a:extLst>
          </p:cNvPr>
          <p:cNvSpPr txBox="1"/>
          <p:nvPr/>
        </p:nvSpPr>
        <p:spPr>
          <a:xfrm>
            <a:off x="552090" y="4066799"/>
            <a:ext cx="945455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/>
              <a:t>Proyectos en los que hemos participado: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Electronic</a:t>
            </a:r>
            <a:r>
              <a:rPr lang="es-ES" sz="2400" dirty="0"/>
              <a:t> </a:t>
            </a:r>
            <a:r>
              <a:rPr lang="es-ES" sz="2400" dirty="0" err="1"/>
              <a:t>consultation</a:t>
            </a:r>
            <a:r>
              <a:rPr lang="es-ES" sz="2400" dirty="0"/>
              <a:t> </a:t>
            </a:r>
            <a:r>
              <a:rPr lang="es-ES" sz="2400" dirty="0" err="1"/>
              <a:t>register</a:t>
            </a:r>
            <a:r>
              <a:rPr lang="es-ES" sz="2400" dirty="0"/>
              <a:t> en Burkina Faso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/>
              <a:t>Medical Cloud en EEUU.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ES" sz="2400" dirty="0" err="1"/>
              <a:t>Telemedicine</a:t>
            </a:r>
            <a:r>
              <a:rPr lang="es-ES" sz="2400" dirty="0"/>
              <a:t> Network en Suiza.</a:t>
            </a:r>
          </a:p>
          <a:p>
            <a:pPr lvl="1"/>
            <a:endParaRPr lang="es-ES" sz="24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88CDF19-B70E-1848-A8F3-51FE017B00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0221" y="1869416"/>
            <a:ext cx="3175000" cy="2705100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7A301C5F-35E4-F646-9F87-E0E8A6DD89D2}"/>
              </a:ext>
            </a:extLst>
          </p:cNvPr>
          <p:cNvSpPr txBox="1"/>
          <p:nvPr/>
        </p:nvSpPr>
        <p:spPr>
          <a:xfrm>
            <a:off x="8643729" y="4574516"/>
            <a:ext cx="21679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https://</a:t>
            </a:r>
            <a:r>
              <a:rPr lang="es-ES" sz="1200" dirty="0" err="1"/>
              <a:t>www.openpr.com</a:t>
            </a:r>
            <a:endParaRPr lang="es-ES" sz="1200" dirty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7C493191-012A-4BD1-87EF-4BCEFE2F6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PROYECTOS</a:t>
            </a:r>
          </a:p>
        </p:txBody>
      </p:sp>
    </p:spTree>
    <p:extLst>
      <p:ext uri="{BB962C8B-B14F-4D97-AF65-F5344CB8AC3E}">
        <p14:creationId xmlns:p14="http://schemas.microsoft.com/office/powerpoint/2010/main" val="19935035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5</a:t>
            </a:fld>
            <a:r>
              <a:rPr lang="es-ES" sz="2000" dirty="0"/>
              <a:t>/20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FE661F0-F988-8A47-9147-34C44DD87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395" y="4159281"/>
            <a:ext cx="3431886" cy="92075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ACF3EED-125E-DD41-8A71-0F4ED98044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6020" y="1642165"/>
            <a:ext cx="3535163" cy="1502445"/>
          </a:xfrm>
          <a:prstGeom prst="rect">
            <a:avLst/>
          </a:prstGeom>
        </p:spPr>
      </p:pic>
      <p:pic>
        <p:nvPicPr>
          <p:cNvPr id="9" name="Imagen 8" descr="Imagen que contiene señal, exterior, cielo, texto&#10;&#10;&#10;&#10;Descripción generada automáticamente">
            <a:extLst>
              <a:ext uri="{FF2B5EF4-FFF2-40B4-BE49-F238E27FC236}">
                <a16:creationId xmlns:a16="http://schemas.microsoft.com/office/drawing/2014/main" id="{C5E74572-56C6-8D40-95B7-30C4C244D1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2907" y="4301802"/>
            <a:ext cx="2743200" cy="1941341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00A3B97-065B-0E41-BF3C-221BF213969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0413" y="4159282"/>
            <a:ext cx="3479862" cy="1403808"/>
          </a:xfrm>
          <a:prstGeom prst="rect">
            <a:avLst/>
          </a:prstGeom>
        </p:spPr>
      </p:pic>
      <p:pic>
        <p:nvPicPr>
          <p:cNvPr id="11" name="Imagen 10" descr="Imagen que contiene imágenes prediseñadas&#10;&#10;&#10;&#10;Descripción generada automáticamente">
            <a:extLst>
              <a:ext uri="{FF2B5EF4-FFF2-40B4-BE49-F238E27FC236}">
                <a16:creationId xmlns:a16="http://schemas.microsoft.com/office/drawing/2014/main" id="{2CD80353-91D2-B64F-BCD4-A0323A6F78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89999" y="1879251"/>
            <a:ext cx="1963406" cy="196340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5235F44-BFEA-3342-AAE4-68E956D43A7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70239" y="2315484"/>
            <a:ext cx="3484924" cy="1397907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F0881CA0-944C-453C-A42B-F49A48702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organizaciones </a:t>
            </a:r>
          </a:p>
        </p:txBody>
      </p:sp>
    </p:spTree>
    <p:extLst>
      <p:ext uri="{BB962C8B-B14F-4D97-AF65-F5344CB8AC3E}">
        <p14:creationId xmlns:p14="http://schemas.microsoft.com/office/powerpoint/2010/main" val="4196827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6</a:t>
            </a:fld>
            <a:r>
              <a:rPr lang="es-ES" sz="2000" dirty="0"/>
              <a:t>/20</a:t>
            </a:r>
          </a:p>
        </p:txBody>
      </p:sp>
      <p:graphicFrame>
        <p:nvGraphicFramePr>
          <p:cNvPr id="8" name="Diagrama 7">
            <a:extLst>
              <a:ext uri="{FF2B5EF4-FFF2-40B4-BE49-F238E27FC236}">
                <a16:creationId xmlns:a16="http://schemas.microsoft.com/office/drawing/2014/main" id="{23C085A3-62C5-D541-9E6B-EEE3123573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2517176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Flecha derecha 8">
            <a:extLst>
              <a:ext uri="{FF2B5EF4-FFF2-40B4-BE49-F238E27FC236}">
                <a16:creationId xmlns:a16="http://schemas.microsoft.com/office/drawing/2014/main" id="{409214D7-A261-884C-9FDF-B32C26A1993E}"/>
              </a:ext>
            </a:extLst>
          </p:cNvPr>
          <p:cNvSpPr/>
          <p:nvPr/>
        </p:nvSpPr>
        <p:spPr>
          <a:xfrm>
            <a:off x="1973020" y="375249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Anillo 9">
            <a:extLst>
              <a:ext uri="{FF2B5EF4-FFF2-40B4-BE49-F238E27FC236}">
                <a16:creationId xmlns:a16="http://schemas.microsoft.com/office/drawing/2014/main" id="{E2B7A3A7-96DE-DD41-861F-AE407579C800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1" name="Anillo 10">
            <a:extLst>
              <a:ext uri="{FF2B5EF4-FFF2-40B4-BE49-F238E27FC236}">
                <a16:creationId xmlns:a16="http://schemas.microsoft.com/office/drawing/2014/main" id="{8C8E2577-405A-B047-99C1-9FBF59709B3D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2" name="Anillo 11">
            <a:extLst>
              <a:ext uri="{FF2B5EF4-FFF2-40B4-BE49-F238E27FC236}">
                <a16:creationId xmlns:a16="http://schemas.microsoft.com/office/drawing/2014/main" id="{362B8359-9A80-FC45-9EA0-C98D23F8827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3" name="Anillo 12">
            <a:extLst>
              <a:ext uri="{FF2B5EF4-FFF2-40B4-BE49-F238E27FC236}">
                <a16:creationId xmlns:a16="http://schemas.microsoft.com/office/drawing/2014/main" id="{048FD790-169C-264C-B015-7CF76A632F2B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487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90" y="1424360"/>
            <a:ext cx="9269092" cy="53430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Cooperación con empresas destacadas en sus sectores.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Desarrollo software: Alhambra Eidos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Data center: Telefónica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Formación del personal privada.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Implementación progresiva: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Prueba piloto + implementación final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Muestra: 20 pacientes por hospital</a:t>
            </a:r>
          </a:p>
          <a:p>
            <a:pPr marL="800100" lvl="1" indent="-342900" defTabSz="9144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ES" sz="2400" dirty="0"/>
              <a:t>Total: 100 pacientes por hospital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40628382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8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984393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Picture 4">
            <a:extLst>
              <a:ext uri="{FF2B5EF4-FFF2-40B4-BE49-F238E27FC236}">
                <a16:creationId xmlns:a16="http://schemas.microsoft.com/office/drawing/2014/main" id="{F7BC70C9-2726-4FC5-B918-EA8378508D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069" y="1834576"/>
            <a:ext cx="8855214" cy="39722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0" name="4 Conector recto de flecha">
            <a:extLst>
              <a:ext uri="{FF2B5EF4-FFF2-40B4-BE49-F238E27FC236}">
                <a16:creationId xmlns:a16="http://schemas.microsoft.com/office/drawing/2014/main" id="{D5E94DC6-E1FA-49EF-B12E-16A868BF6D04}"/>
              </a:ext>
            </a:extLst>
          </p:cNvPr>
          <p:cNvCxnSpPr/>
          <p:nvPr/>
        </p:nvCxnSpPr>
        <p:spPr>
          <a:xfrm rot="10800000" flipV="1">
            <a:off x="1025417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14 Conector recto de flecha">
            <a:extLst>
              <a:ext uri="{FF2B5EF4-FFF2-40B4-BE49-F238E27FC236}">
                <a16:creationId xmlns:a16="http://schemas.microsoft.com/office/drawing/2014/main" id="{12E75257-809A-46D5-9E66-2860F2A5DBD2}"/>
              </a:ext>
            </a:extLst>
          </p:cNvPr>
          <p:cNvCxnSpPr/>
          <p:nvPr/>
        </p:nvCxnSpPr>
        <p:spPr>
          <a:xfrm rot="10800000" flipV="1">
            <a:off x="5548826" y="200025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15 Conector recto de flecha">
            <a:extLst>
              <a:ext uri="{FF2B5EF4-FFF2-40B4-BE49-F238E27FC236}">
                <a16:creationId xmlns:a16="http://schemas.microsoft.com/office/drawing/2014/main" id="{BA62D5EC-8008-4BB4-B398-624B3E0F4264}"/>
              </a:ext>
            </a:extLst>
          </p:cNvPr>
          <p:cNvCxnSpPr/>
          <p:nvPr/>
        </p:nvCxnSpPr>
        <p:spPr>
          <a:xfrm rot="10800000" flipV="1">
            <a:off x="5106574" y="4298444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16 Conector recto de flecha">
            <a:extLst>
              <a:ext uri="{FF2B5EF4-FFF2-40B4-BE49-F238E27FC236}">
                <a16:creationId xmlns:a16="http://schemas.microsoft.com/office/drawing/2014/main" id="{4A89E665-8FB2-4B75-A9B2-8ADE77BF90C0}"/>
              </a:ext>
            </a:extLst>
          </p:cNvPr>
          <p:cNvCxnSpPr/>
          <p:nvPr/>
        </p:nvCxnSpPr>
        <p:spPr>
          <a:xfrm rot="10800000" flipV="1">
            <a:off x="2296841" y="5322113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17 Conector recto de flecha">
            <a:extLst>
              <a:ext uri="{FF2B5EF4-FFF2-40B4-BE49-F238E27FC236}">
                <a16:creationId xmlns:a16="http://schemas.microsoft.com/office/drawing/2014/main" id="{E7920C57-7517-4FB0-8ADE-FD647E8E63BF}"/>
              </a:ext>
            </a:extLst>
          </p:cNvPr>
          <p:cNvCxnSpPr/>
          <p:nvPr/>
        </p:nvCxnSpPr>
        <p:spPr>
          <a:xfrm rot="10800000" flipV="1">
            <a:off x="5035356" y="5361406"/>
            <a:ext cx="0" cy="419098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8 CuadroTexto">
            <a:extLst>
              <a:ext uri="{FF2B5EF4-FFF2-40B4-BE49-F238E27FC236}">
                <a16:creationId xmlns:a16="http://schemas.microsoft.com/office/drawing/2014/main" id="{97D5678F-812E-4F71-90DE-5AAACC59145E}"/>
              </a:ext>
            </a:extLst>
          </p:cNvPr>
          <p:cNvSpPr txBox="1"/>
          <p:nvPr/>
        </p:nvSpPr>
        <p:spPr>
          <a:xfrm>
            <a:off x="9203881" y="141547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Príncipe de Asturias </a:t>
            </a:r>
          </a:p>
        </p:txBody>
      </p:sp>
      <p:sp>
        <p:nvSpPr>
          <p:cNvPr id="16" name="19 CuadroTexto">
            <a:extLst>
              <a:ext uri="{FF2B5EF4-FFF2-40B4-BE49-F238E27FC236}">
                <a16:creationId xmlns:a16="http://schemas.microsoft.com/office/drawing/2014/main" id="{29CA4401-C356-4FAD-819B-FF25BE9171E5}"/>
              </a:ext>
            </a:extLst>
          </p:cNvPr>
          <p:cNvSpPr txBox="1"/>
          <p:nvPr/>
        </p:nvSpPr>
        <p:spPr>
          <a:xfrm>
            <a:off x="3994931" y="5797976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De Getafe </a:t>
            </a:r>
          </a:p>
        </p:txBody>
      </p:sp>
      <p:sp>
        <p:nvSpPr>
          <p:cNvPr id="17" name="20 CuadroTexto">
            <a:extLst>
              <a:ext uri="{FF2B5EF4-FFF2-40B4-BE49-F238E27FC236}">
                <a16:creationId xmlns:a16="http://schemas.microsoft.com/office/drawing/2014/main" id="{C4D04E6F-146E-4AE7-9C8B-E11B07F10123}"/>
              </a:ext>
            </a:extLst>
          </p:cNvPr>
          <p:cNvSpPr txBox="1"/>
          <p:nvPr/>
        </p:nvSpPr>
        <p:spPr>
          <a:xfrm>
            <a:off x="1275469" y="4681727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Rey Juan Carlos I </a:t>
            </a:r>
          </a:p>
        </p:txBody>
      </p:sp>
      <p:sp>
        <p:nvSpPr>
          <p:cNvPr id="18" name="23 CuadroTexto">
            <a:extLst>
              <a:ext uri="{FF2B5EF4-FFF2-40B4-BE49-F238E27FC236}">
                <a16:creationId xmlns:a16="http://schemas.microsoft.com/office/drawing/2014/main" id="{65D983F8-A3CA-43F1-8622-ECDEFBFBFCB4}"/>
              </a:ext>
            </a:extLst>
          </p:cNvPr>
          <p:cNvSpPr txBox="1"/>
          <p:nvPr/>
        </p:nvSpPr>
        <p:spPr>
          <a:xfrm>
            <a:off x="4414031" y="1384613"/>
            <a:ext cx="23241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Ramón y Cajal</a:t>
            </a:r>
          </a:p>
        </p:txBody>
      </p:sp>
      <p:sp>
        <p:nvSpPr>
          <p:cNvPr id="19" name="22 CuadroTexto">
            <a:extLst>
              <a:ext uri="{FF2B5EF4-FFF2-40B4-BE49-F238E27FC236}">
                <a16:creationId xmlns:a16="http://schemas.microsoft.com/office/drawing/2014/main" id="{8D896A4D-1575-4E49-8018-E9B7456383C3}"/>
              </a:ext>
            </a:extLst>
          </p:cNvPr>
          <p:cNvSpPr txBox="1"/>
          <p:nvPr/>
        </p:nvSpPr>
        <p:spPr>
          <a:xfrm>
            <a:off x="3994931" y="3717066"/>
            <a:ext cx="2743200" cy="58477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Hospital Universitario </a:t>
            </a:r>
          </a:p>
          <a:p>
            <a:r>
              <a:rPr lang="es-ES" sz="1600" b="1" dirty="0">
                <a:solidFill>
                  <a:schemeClr val="accent1">
                    <a:lumMod val="75000"/>
                  </a:schemeClr>
                </a:solidFill>
              </a:rPr>
              <a:t>12 de Octubre</a:t>
            </a:r>
          </a:p>
        </p:txBody>
      </p:sp>
    </p:spTree>
    <p:extLst>
      <p:ext uri="{BB962C8B-B14F-4D97-AF65-F5344CB8AC3E}">
        <p14:creationId xmlns:p14="http://schemas.microsoft.com/office/powerpoint/2010/main" val="12017395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9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1075833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Patologías crónicas a tratar: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EPOC (Enfermedad Pulmonar Obstructiva Crónica)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Diabetes Mellitus Tipo 2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Insuficiencia cardiaca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Hipertensión Arterial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Dispositivos de </a:t>
            </a:r>
            <a:r>
              <a:rPr lang="es-ES" sz="2400" dirty="0" err="1"/>
              <a:t>biomedida</a:t>
            </a:r>
            <a:r>
              <a:rPr lang="es-ES" sz="2400" dirty="0"/>
              <a:t> </a:t>
            </a:r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501042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10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552089" y="1424360"/>
            <a:ext cx="1075833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275EA8F7-80AB-40D5-A26C-358AA24AD5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512" y="3749180"/>
            <a:ext cx="2055612" cy="193848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A088D5C9-9AB1-4377-A22E-673E898FBC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4522" y="1453895"/>
            <a:ext cx="2360442" cy="193232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D9DED93-102C-4A21-84FE-28563206D22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76835" y="1463543"/>
            <a:ext cx="1638610" cy="1932323"/>
          </a:xfrm>
          <a:prstGeom prst="rect">
            <a:avLst/>
          </a:prstGeom>
        </p:spPr>
      </p:pic>
      <p:pic>
        <p:nvPicPr>
          <p:cNvPr id="12" name="Picture 2" descr="Resultado de imagen de Omron 708-BT">
            <a:extLst>
              <a:ext uri="{FF2B5EF4-FFF2-40B4-BE49-F238E27FC236}">
                <a16:creationId xmlns:a16="http://schemas.microsoft.com/office/drawing/2014/main" id="{F37E709E-C462-4D01-A442-F2CAF25DF7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7505" y="3493203"/>
            <a:ext cx="2450436" cy="2450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2F5AA041-60F7-4769-87DF-DA0CF1F36D5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7972" y="2595680"/>
            <a:ext cx="3514675" cy="2227266"/>
          </a:xfrm>
          <a:prstGeom prst="rect">
            <a:avLst/>
          </a:prstGeom>
        </p:spPr>
      </p:pic>
      <p:pic>
        <p:nvPicPr>
          <p:cNvPr id="14" name="Picture 4" descr="Icono De Bluetooth, Logotipo De Bluetooth, Bluetooth">
            <a:extLst>
              <a:ext uri="{FF2B5EF4-FFF2-40B4-BE49-F238E27FC236}">
                <a16:creationId xmlns:a16="http://schemas.microsoft.com/office/drawing/2014/main" id="{6678D8DE-35C8-4DC4-9CF6-B00208587F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575" y="1190997"/>
            <a:ext cx="920848" cy="14046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3">
            <a:extLst>
              <a:ext uri="{FF2B5EF4-FFF2-40B4-BE49-F238E27FC236}">
                <a16:creationId xmlns:a16="http://schemas.microsoft.com/office/drawing/2014/main" id="{190ED0CC-E462-466B-B5D5-89131F2565CB}"/>
              </a:ext>
            </a:extLst>
          </p:cNvPr>
          <p:cNvSpPr txBox="1"/>
          <p:nvPr/>
        </p:nvSpPr>
        <p:spPr>
          <a:xfrm>
            <a:off x="977882" y="3372393"/>
            <a:ext cx="26737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s-ES" b="1" dirty="0" err="1"/>
              <a:t>FreeStyle</a:t>
            </a:r>
            <a:r>
              <a:rPr lang="es-ES" b="1" dirty="0"/>
              <a:t> </a:t>
            </a:r>
            <a:r>
              <a:rPr lang="es-ES" b="1" dirty="0" err="1"/>
              <a:t>Optium</a:t>
            </a:r>
            <a:r>
              <a:rPr lang="es-ES" b="1" dirty="0"/>
              <a:t> Neo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5E1D2C82-83D5-45CD-B536-3C867BB7E8E0}"/>
              </a:ext>
            </a:extLst>
          </p:cNvPr>
          <p:cNvSpPr txBox="1"/>
          <p:nvPr/>
        </p:nvSpPr>
        <p:spPr>
          <a:xfrm>
            <a:off x="4755063" y="4689468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Galaxy </a:t>
            </a:r>
            <a:r>
              <a:rPr lang="es-ES" b="1" dirty="0" err="1"/>
              <a:t>Tab</a:t>
            </a:r>
            <a:r>
              <a:rPr lang="es-ES" b="1" dirty="0"/>
              <a:t> A (2016) 10.1 4G</a:t>
            </a:r>
          </a:p>
        </p:txBody>
      </p:sp>
      <p:sp>
        <p:nvSpPr>
          <p:cNvPr id="17" name="TextBox 13">
            <a:extLst>
              <a:ext uri="{FF2B5EF4-FFF2-40B4-BE49-F238E27FC236}">
                <a16:creationId xmlns:a16="http://schemas.microsoft.com/office/drawing/2014/main" id="{74FFEB07-7CFC-4665-840E-5709CB586EBD}"/>
              </a:ext>
            </a:extLst>
          </p:cNvPr>
          <p:cNvSpPr txBox="1"/>
          <p:nvPr/>
        </p:nvSpPr>
        <p:spPr>
          <a:xfrm>
            <a:off x="1400456" y="5522200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BF 511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E28349DA-7035-4F30-BBC3-60C885FD8B1E}"/>
              </a:ext>
            </a:extLst>
          </p:cNvPr>
          <p:cNvSpPr txBox="1"/>
          <p:nvPr/>
        </p:nvSpPr>
        <p:spPr>
          <a:xfrm>
            <a:off x="8883578" y="318772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cap="all" dirty="0"/>
              <a:t>ONYX 9560</a:t>
            </a:r>
            <a:endParaRPr lang="es-ES" b="1" dirty="0"/>
          </a:p>
        </p:txBody>
      </p:sp>
      <p:sp>
        <p:nvSpPr>
          <p:cNvPr id="19" name="TextBox 13">
            <a:extLst>
              <a:ext uri="{FF2B5EF4-FFF2-40B4-BE49-F238E27FC236}">
                <a16:creationId xmlns:a16="http://schemas.microsoft.com/office/drawing/2014/main" id="{7D6B8AD4-B738-4A99-BE9C-58A20169D515}"/>
              </a:ext>
            </a:extLst>
          </p:cNvPr>
          <p:cNvSpPr txBox="1"/>
          <p:nvPr/>
        </p:nvSpPr>
        <p:spPr>
          <a:xfrm>
            <a:off x="8812358" y="5734167"/>
            <a:ext cx="36027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/>
              <a:t>OMRON HEM-780</a:t>
            </a:r>
          </a:p>
        </p:txBody>
      </p:sp>
      <p:pic>
        <p:nvPicPr>
          <p:cNvPr id="1026" name="Picture 2" descr="Resultado de imagen de 3g 4g">
            <a:extLst>
              <a:ext uri="{FF2B5EF4-FFF2-40B4-BE49-F238E27FC236}">
                <a16:creationId xmlns:a16="http://schemas.microsoft.com/office/drawing/2014/main" id="{E8296D46-0998-42FD-BB5C-8C0967E1B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7973" y="4951754"/>
            <a:ext cx="1464188" cy="190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ultado de imagen de telefonica">
            <a:extLst>
              <a:ext uri="{FF2B5EF4-FFF2-40B4-BE49-F238E27FC236}">
                <a16:creationId xmlns:a16="http://schemas.microsoft.com/office/drawing/2014/main" id="{9052F87F-E1EA-4F92-AB58-9C86266B5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8890" y="5512689"/>
            <a:ext cx="2671373" cy="730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166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11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E4B125E-AFB5-4365-AB59-78D81A734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Características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AEC259-2108-468D-8C3F-28134EAB5E86}"/>
              </a:ext>
            </a:extLst>
          </p:cNvPr>
          <p:cNvSpPr txBox="1"/>
          <p:nvPr/>
        </p:nvSpPr>
        <p:spPr>
          <a:xfrm>
            <a:off x="338018" y="1565037"/>
            <a:ext cx="1185398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Objetivos: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25% las urgencias por descompensación.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25% la probabilidad de ingreso no programado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20% la probabilidad de ingreso por descompensación.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en un 25-30% la tasa de mortalidad del grupo focal.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Reducción de un 25% en las consultas de atención primaria.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b="1" dirty="0"/>
              <a:t>Reducción de los costes en un 25%.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24392383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12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5A46FAC7-B420-4369-99F1-0554E2203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51D297C-B132-4192-B4C3-139BB440E058}"/>
              </a:ext>
            </a:extLst>
          </p:cNvPr>
          <p:cNvSpPr txBox="1"/>
          <p:nvPr/>
        </p:nvSpPr>
        <p:spPr>
          <a:xfrm>
            <a:off x="338018" y="1565037"/>
            <a:ext cx="1185398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Fecha de inicio: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Fecha de finalización: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Cronograma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900" y="2698917"/>
            <a:ext cx="9639300" cy="333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304409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13</a:t>
            </a:fld>
            <a:r>
              <a:rPr lang="es-ES" sz="2000" dirty="0"/>
              <a:t>/20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B4BEE6E-E5EF-4F44-B226-C7A668E20D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2655" y="961220"/>
            <a:ext cx="3690586" cy="3649465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67271E57-A755-4D15-8F0C-6BEE847D5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6B86E196-0EF3-465A-9ADF-1CAC3EEC0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408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D0A1FEC7-D45B-494E-8A71-2D9082CF8F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232" y="1116399"/>
            <a:ext cx="3571875" cy="5343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14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DD538F45-5580-49DC-8B2D-98951FD898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83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3FD14774-0F21-41E9-821D-D124BF6C2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708" y="1866820"/>
            <a:ext cx="6450410" cy="318061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15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345D5F3B-A621-4163-8264-4F58656E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Tiempo y fases (WBS)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4AAFEA4-B242-4194-A802-451A94366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29864" y="1101088"/>
            <a:ext cx="53340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3156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16</a:t>
            </a:fld>
            <a:r>
              <a:rPr lang="es-ES" sz="2000" dirty="0"/>
              <a:t>/20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88CBAEE-F6AA-4803-B1B3-9B749514A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calidad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DCC2A0E0-ED86-4512-945A-5C7F9572552B}"/>
              </a:ext>
            </a:extLst>
          </p:cNvPr>
          <p:cNvSpPr txBox="1"/>
          <p:nvPr/>
        </p:nvSpPr>
        <p:spPr>
          <a:xfrm>
            <a:off x="901217" y="1675819"/>
            <a:ext cx="9635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internas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Auditorías externas: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Auditoría de renovación ISO 9001:2015</a:t>
            </a:r>
          </a:p>
          <a:p>
            <a:endParaRPr lang="es-E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_tradnl" sz="2400" dirty="0"/>
              <a:t>Dispositivos con Marcado CE e ISO </a:t>
            </a:r>
            <a:r>
              <a:rPr lang="es-ES" sz="2400" dirty="0"/>
              <a:t>13485:2016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2400" dirty="0"/>
              <a:t>Metodología ITIL</a:t>
            </a:r>
          </a:p>
          <a:p>
            <a:endParaRPr lang="es-ES_tradnl" sz="240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F02A96F4-017D-4B67-9259-031E94F8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6525" y="1582615"/>
            <a:ext cx="2704258" cy="104314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4FEE7F5-8B47-4831-BE59-62FC2AE6F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7205" y="4548989"/>
            <a:ext cx="1905000" cy="1362075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DAA89F37-148B-4BF8-A9B6-2D5A947490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0000" y="4158463"/>
            <a:ext cx="2143125" cy="21431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71258840-B595-4B80-BC33-59EC4AA05F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80920" y="4599022"/>
            <a:ext cx="2143125" cy="946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402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17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C4D76957-1026-478C-AC57-D27832D55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presupuesto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F121DF3-A7F0-4A65-ADBD-8ACE646479F6}"/>
              </a:ext>
            </a:extLst>
          </p:cNvPr>
          <p:cNvSpPr txBox="1"/>
          <p:nvPr/>
        </p:nvSpPr>
        <p:spPr>
          <a:xfrm>
            <a:off x="552090" y="1424360"/>
            <a:ext cx="751422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Presupuesto final: 2.222.069,36€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Inyección pautada de capital: 7 pagos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000" dirty="0"/>
              <a:t>Inicial 20% | Diciembre 20% | Marzo 10% | Abril 10% Junio 20% | Agosto 10% | Septiembre 10%</a:t>
            </a:r>
          </a:p>
          <a:p>
            <a:endParaRPr lang="es-ES" sz="2400" dirty="0"/>
          </a:p>
        </p:txBody>
      </p:sp>
      <p:graphicFrame>
        <p:nvGraphicFramePr>
          <p:cNvPr id="9" name="1 Gráfico">
            <a:extLst>
              <a:ext uri="{FF2B5EF4-FFF2-40B4-BE49-F238E27FC236}">
                <a16:creationId xmlns:a16="http://schemas.microsoft.com/office/drawing/2014/main" id="{00000000-0008-0000-00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27665889"/>
              </p:ext>
            </p:extLst>
          </p:nvPr>
        </p:nvGraphicFramePr>
        <p:xfrm>
          <a:off x="1893830" y="2433712"/>
          <a:ext cx="9087588" cy="425892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111052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5F32BD73-4768-2A49-98C4-124715923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89439" y="484941"/>
            <a:ext cx="2502561" cy="107255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9B0D241-1721-BB42-8643-D80DD19A32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839" y="688798"/>
            <a:ext cx="8610600" cy="1293028"/>
          </a:xfrm>
        </p:spPr>
        <p:txBody>
          <a:bodyPr/>
          <a:lstStyle/>
          <a:p>
            <a:pPr algn="ctr"/>
            <a:r>
              <a:rPr lang="es-ES" dirty="0"/>
              <a:t>Índice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72CA66-3062-4C85-AB3F-209F5F6E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99099" y="6274826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18</a:t>
            </a:fld>
            <a:r>
              <a:rPr lang="es-ES" sz="2000" dirty="0"/>
              <a:t>/20</a:t>
            </a:r>
          </a:p>
        </p:txBody>
      </p:sp>
      <p:graphicFrame>
        <p:nvGraphicFramePr>
          <p:cNvPr id="14" name="Diagrama 13">
            <a:extLst>
              <a:ext uri="{FF2B5EF4-FFF2-40B4-BE49-F238E27FC236}">
                <a16:creationId xmlns:a16="http://schemas.microsoft.com/office/drawing/2014/main" id="{189F9F86-9971-334E-90DE-0CE47668FF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3817613"/>
              </p:ext>
            </p:extLst>
          </p:nvPr>
        </p:nvGraphicFramePr>
        <p:xfrm>
          <a:off x="2352582" y="2075649"/>
          <a:ext cx="7486835" cy="4564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5" name="Flecha derecha 14">
            <a:extLst>
              <a:ext uri="{FF2B5EF4-FFF2-40B4-BE49-F238E27FC236}">
                <a16:creationId xmlns:a16="http://schemas.microsoft.com/office/drawing/2014/main" id="{8169F9E9-B02E-9C4F-AAE0-6695B9530A97}"/>
              </a:ext>
            </a:extLst>
          </p:cNvPr>
          <p:cNvSpPr/>
          <p:nvPr/>
        </p:nvSpPr>
        <p:spPr>
          <a:xfrm>
            <a:off x="1973020" y="5244860"/>
            <a:ext cx="379562" cy="18978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Anillo 15">
            <a:extLst>
              <a:ext uri="{FF2B5EF4-FFF2-40B4-BE49-F238E27FC236}">
                <a16:creationId xmlns:a16="http://schemas.microsoft.com/office/drawing/2014/main" id="{E4847C0D-D5C0-034B-AC76-16A584EEFE3B}"/>
              </a:ext>
            </a:extLst>
          </p:cNvPr>
          <p:cNvSpPr/>
          <p:nvPr/>
        </p:nvSpPr>
        <p:spPr>
          <a:xfrm>
            <a:off x="2128965" y="221951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7" name="Anillo 16">
            <a:extLst>
              <a:ext uri="{FF2B5EF4-FFF2-40B4-BE49-F238E27FC236}">
                <a16:creationId xmlns:a16="http://schemas.microsoft.com/office/drawing/2014/main" id="{7CF0BC9B-4F48-8E43-829F-3C4F973176D1}"/>
              </a:ext>
            </a:extLst>
          </p:cNvPr>
          <p:cNvSpPr/>
          <p:nvPr/>
        </p:nvSpPr>
        <p:spPr>
          <a:xfrm>
            <a:off x="3827699" y="2219519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8" name="Anillo 17">
            <a:extLst>
              <a:ext uri="{FF2B5EF4-FFF2-40B4-BE49-F238E27FC236}">
                <a16:creationId xmlns:a16="http://schemas.microsoft.com/office/drawing/2014/main" id="{C2ED0A51-FD41-CC45-98BC-792010113921}"/>
              </a:ext>
            </a:extLst>
          </p:cNvPr>
          <p:cNvSpPr/>
          <p:nvPr/>
        </p:nvSpPr>
        <p:spPr>
          <a:xfrm>
            <a:off x="3827699" y="269957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19" name="Anillo 18">
            <a:extLst>
              <a:ext uri="{FF2B5EF4-FFF2-40B4-BE49-F238E27FC236}">
                <a16:creationId xmlns:a16="http://schemas.microsoft.com/office/drawing/2014/main" id="{5089576A-0BD8-3141-9700-67D806F10784}"/>
              </a:ext>
            </a:extLst>
          </p:cNvPr>
          <p:cNvSpPr/>
          <p:nvPr/>
        </p:nvSpPr>
        <p:spPr>
          <a:xfrm>
            <a:off x="3827699" y="317962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0" name="Anillo 19">
            <a:extLst>
              <a:ext uri="{FF2B5EF4-FFF2-40B4-BE49-F238E27FC236}">
                <a16:creationId xmlns:a16="http://schemas.microsoft.com/office/drawing/2014/main" id="{41220052-AE07-DD4A-AFF9-7275564AB419}"/>
              </a:ext>
            </a:extLst>
          </p:cNvPr>
          <p:cNvSpPr/>
          <p:nvPr/>
        </p:nvSpPr>
        <p:spPr>
          <a:xfrm>
            <a:off x="2162801" y="3732189"/>
            <a:ext cx="223617" cy="223617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1" name="Anillo 20">
            <a:extLst>
              <a:ext uri="{FF2B5EF4-FFF2-40B4-BE49-F238E27FC236}">
                <a16:creationId xmlns:a16="http://schemas.microsoft.com/office/drawing/2014/main" id="{84365D38-197A-8249-B2C3-92ECD11417AD}"/>
              </a:ext>
            </a:extLst>
          </p:cNvPr>
          <p:cNvSpPr/>
          <p:nvPr/>
        </p:nvSpPr>
        <p:spPr>
          <a:xfrm>
            <a:off x="3827699" y="3709655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2" name="Anillo 21">
            <a:extLst>
              <a:ext uri="{FF2B5EF4-FFF2-40B4-BE49-F238E27FC236}">
                <a16:creationId xmlns:a16="http://schemas.microsoft.com/office/drawing/2014/main" id="{84413EE8-8876-2A4D-9770-BB7D2C172F69}"/>
              </a:ext>
            </a:extLst>
          </p:cNvPr>
          <p:cNvSpPr/>
          <p:nvPr/>
        </p:nvSpPr>
        <p:spPr>
          <a:xfrm>
            <a:off x="3827699" y="4071553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3" name="Anillo 22">
            <a:extLst>
              <a:ext uri="{FF2B5EF4-FFF2-40B4-BE49-F238E27FC236}">
                <a16:creationId xmlns:a16="http://schemas.microsoft.com/office/drawing/2014/main" id="{A7F81AEC-66E8-AD48-8597-58DE4A8A2A80}"/>
              </a:ext>
            </a:extLst>
          </p:cNvPr>
          <p:cNvSpPr/>
          <p:nvPr/>
        </p:nvSpPr>
        <p:spPr>
          <a:xfrm>
            <a:off x="3827699" y="4463824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  <p:sp>
        <p:nvSpPr>
          <p:cNvPr id="24" name="Anillo 23">
            <a:extLst>
              <a:ext uri="{FF2B5EF4-FFF2-40B4-BE49-F238E27FC236}">
                <a16:creationId xmlns:a16="http://schemas.microsoft.com/office/drawing/2014/main" id="{282AAF2E-EBC2-2242-BE02-85C99593B576}"/>
              </a:ext>
            </a:extLst>
          </p:cNvPr>
          <p:cNvSpPr/>
          <p:nvPr/>
        </p:nvSpPr>
        <p:spPr>
          <a:xfrm>
            <a:off x="3822394" y="4803922"/>
            <a:ext cx="152400" cy="152400"/>
          </a:xfrm>
          <a:prstGeom prst="donu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7451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www.novages.es/wp-content/uploads/2016/05/Grafica-ascendente1.jpg">
            <a:extLst>
              <a:ext uri="{FF2B5EF4-FFF2-40B4-BE49-F238E27FC236}">
                <a16:creationId xmlns:a16="http://schemas.microsoft.com/office/drawing/2014/main" id="{3A06A4B5-01EC-438D-90C0-C3C1CBB07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859" y="1899284"/>
            <a:ext cx="5530141" cy="3340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064E33B-1BBF-4006-A3AB-7FE774AF1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812" y="5706866"/>
            <a:ext cx="2502561" cy="1072555"/>
          </a:xfrm>
          <a:prstGeom prst="rect">
            <a:avLst/>
          </a:prstGeom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8FB015C-95FD-4710-9F93-3012CE4B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19</a:t>
            </a:fld>
            <a:r>
              <a:rPr lang="es-ES" sz="2000" dirty="0"/>
              <a:t>/20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3C7ABED4-F7D2-4DA5-AC79-471C4AA6D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0818" y="137244"/>
            <a:ext cx="8610600" cy="1293028"/>
          </a:xfrm>
        </p:spPr>
        <p:txBody>
          <a:bodyPr/>
          <a:lstStyle/>
          <a:p>
            <a:r>
              <a:rPr lang="es-ES_tradnl" dirty="0"/>
              <a:t>Líneas futuras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0181D46-D805-4BB5-B119-EC502F6131A3}"/>
              </a:ext>
            </a:extLst>
          </p:cNvPr>
          <p:cNvSpPr txBox="1"/>
          <p:nvPr/>
        </p:nvSpPr>
        <p:spPr>
          <a:xfrm>
            <a:off x="552090" y="2090172"/>
            <a:ext cx="724141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Sostenibilidad del proyecto y servicio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sz="2400" dirty="0"/>
              <a:t>Sistema escalable: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 enfermedades a tratar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Nuevas tecnologías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Ampliación del número de hospitales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s-ES" sz="2400" dirty="0"/>
              <a:t>Mayor aceptación social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ES" sz="2400" dirty="0"/>
              <a:t>Añadir nuevas funcionalidades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sz="2400" dirty="0"/>
          </a:p>
          <a:p>
            <a:endParaRPr lang="es-ES" sz="2400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CA5E6FD3-D60C-4C2B-B8BD-710F0180ADA2}"/>
              </a:ext>
            </a:extLst>
          </p:cNvPr>
          <p:cNvSpPr txBox="1"/>
          <p:nvPr/>
        </p:nvSpPr>
        <p:spPr>
          <a:xfrm>
            <a:off x="8566757" y="5209644"/>
            <a:ext cx="200567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200" dirty="0">
                <a:solidFill>
                  <a:schemeClr val="tx2"/>
                </a:solidFill>
              </a:rPr>
              <a:t>https://www.novages.es</a:t>
            </a:r>
          </a:p>
        </p:txBody>
      </p:sp>
    </p:spTree>
    <p:extLst>
      <p:ext uri="{BB962C8B-B14F-4D97-AF65-F5344CB8AC3E}">
        <p14:creationId xmlns:p14="http://schemas.microsoft.com/office/powerpoint/2010/main" val="8443226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D2B775D-6E9C-4F60-892F-E88AEF7D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5137" y="1584419"/>
            <a:ext cx="3689160" cy="3689160"/>
          </a:xfrm>
          <a:prstGeom prst="rect">
            <a:avLst/>
          </a:prstGeom>
          <a:ln w="31750" cap="sq">
            <a:noFill/>
            <a:miter lim="800000"/>
          </a:ln>
        </p:spPr>
      </p:pic>
      <p:pic>
        <p:nvPicPr>
          <p:cNvPr id="4" name="Imagen 4">
            <a:extLst>
              <a:ext uri="{FF2B5EF4-FFF2-40B4-BE49-F238E27FC236}">
                <a16:creationId xmlns:a16="http://schemas.microsoft.com/office/drawing/2014/main" id="{282E0993-4F0D-4BD0-B5B2-2CDA92FE2A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6032" y="2089534"/>
            <a:ext cx="6250832" cy="2678928"/>
          </a:xfrm>
          <a:prstGeom prst="rect">
            <a:avLst/>
          </a:prstGeom>
          <a:ln w="31750" cap="sq">
            <a:noFill/>
            <a:miter lim="800000"/>
          </a:ln>
        </p:spPr>
      </p:pic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479E687-3ADB-4141-A19B-32B242D8A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3000" y="6108867"/>
            <a:ext cx="2743200" cy="365125"/>
          </a:xfrm>
        </p:spPr>
        <p:txBody>
          <a:bodyPr/>
          <a:lstStyle/>
          <a:p>
            <a:fld id="{D6010774-2920-F049-BD0B-9A28F2A984C5}" type="slidenum">
              <a:rPr lang="es-ES" sz="2000" smtClean="0"/>
              <a:t>20</a:t>
            </a:fld>
            <a:r>
              <a:rPr lang="es-ES" sz="2000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10375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4"/>
    </mc:Choice>
    <mc:Fallback xmlns="">
      <p:transition spd="slow" advTm="414"/>
    </mc:Fallback>
  </mc:AlternateContent>
</p:sld>
</file>

<file path=ppt/theme/theme1.xml><?xml version="1.0" encoding="utf-8"?>
<a:theme xmlns:a="http://schemas.openxmlformats.org/drawingml/2006/main" name="Estela de condensación">
  <a:themeElements>
    <a:clrScheme name="Estela de condensación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Estela de condensación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tela de condensación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FE1EB5C7-81A8-4CBA-AE6E-B3BF73DC389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1755</TotalTime>
  <Words>475</Words>
  <Application>Microsoft Office PowerPoint</Application>
  <PresentationFormat>Panorámica</PresentationFormat>
  <Paragraphs>177</Paragraphs>
  <Slides>21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Century Gothic</vt:lpstr>
      <vt:lpstr>Estela de condensación</vt:lpstr>
      <vt:lpstr>Proyecto MeCuida</vt:lpstr>
      <vt:lpstr>Índice</vt:lpstr>
      <vt:lpstr>¿Quiénes somos?</vt:lpstr>
      <vt:lpstr>¿Quiénes somos?</vt:lpstr>
      <vt:lpstr>PROYECTOS</vt:lpstr>
      <vt:lpstr>organizaciones </vt:lpstr>
      <vt:lpstr>Índice</vt:lpstr>
      <vt:lpstr>Características</vt:lpstr>
      <vt:lpstr>Características</vt:lpstr>
      <vt:lpstr>Características</vt:lpstr>
      <vt:lpstr>Características</vt:lpstr>
      <vt:lpstr>Características</vt:lpstr>
      <vt:lpstr>Tiempo y fases</vt:lpstr>
      <vt:lpstr>Tiempo y fases (WBS)</vt:lpstr>
      <vt:lpstr>Tiempo y fases (WBS)</vt:lpstr>
      <vt:lpstr>Tiempo y fases (WBS)</vt:lpstr>
      <vt:lpstr>calidad</vt:lpstr>
      <vt:lpstr>presupuesto</vt:lpstr>
      <vt:lpstr>Índice</vt:lpstr>
      <vt:lpstr>Líneas futuras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MeCuida</dc:title>
  <dc:creator>Gallego Sánchez Adrián</dc:creator>
  <cp:lastModifiedBy>Benito Ortiz María de Cortes</cp:lastModifiedBy>
  <cp:revision>159</cp:revision>
  <dcterms:created xsi:type="dcterms:W3CDTF">2018-11-10T15:50:50Z</dcterms:created>
  <dcterms:modified xsi:type="dcterms:W3CDTF">2019-01-12T20:55:55Z</dcterms:modified>
</cp:coreProperties>
</file>