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78" r:id="rId1"/>
  </p:sldMasterIdLst>
  <p:notesMasterIdLst>
    <p:notesMasterId r:id="rId23"/>
  </p:notesMasterIdLst>
  <p:handoutMasterIdLst>
    <p:handoutMasterId r:id="rId24"/>
  </p:handoutMasterIdLst>
  <p:sldIdLst>
    <p:sldId id="256" r:id="rId2"/>
    <p:sldId id="257" r:id="rId3"/>
    <p:sldId id="300" r:id="rId4"/>
    <p:sldId id="308" r:id="rId5"/>
    <p:sldId id="301" r:id="rId6"/>
    <p:sldId id="303" r:id="rId7"/>
    <p:sldId id="298" r:id="rId8"/>
    <p:sldId id="304" r:id="rId9"/>
    <p:sldId id="321" r:id="rId10"/>
    <p:sldId id="320" r:id="rId11"/>
    <p:sldId id="323" r:id="rId12"/>
    <p:sldId id="322" r:id="rId13"/>
    <p:sldId id="305" r:id="rId14"/>
    <p:sldId id="309" r:id="rId15"/>
    <p:sldId id="318" r:id="rId16"/>
    <p:sldId id="319" r:id="rId17"/>
    <p:sldId id="306" r:id="rId18"/>
    <p:sldId id="307" r:id="rId19"/>
    <p:sldId id="299" r:id="rId20"/>
    <p:sldId id="289" r:id="rId21"/>
    <p:sldId id="297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45" autoAdjust="0"/>
    <p:restoredTop sz="96132" autoAdjust="0"/>
  </p:normalViewPr>
  <p:slideViewPr>
    <p:cSldViewPr snapToGrid="0" snapToObjects="1">
      <p:cViewPr varScale="1">
        <p:scale>
          <a:sx n="88" d="100"/>
          <a:sy n="88" d="100"/>
        </p:scale>
        <p:origin x="-774" y="-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tito_\Documents\Github\Gestion_Proyectos\Documentos_generados\5.%20Costes%20y%20Justificaci&#243;n%20t&#233;cnica\Estimacion%20coste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sz="2400" dirty="0" err="1"/>
              <a:t>Ingresos</a:t>
            </a:r>
            <a:endParaRPr lang="en-US" dirty="0"/>
          </a:p>
        </c:rich>
      </c:tx>
      <c:layout>
        <c:manualLayout>
          <c:xMode val="edge"/>
          <c:yMode val="edge"/>
          <c:x val="0.68422325043784993"/>
          <c:y val="2.3855790805377131E-2"/>
        </c:manualLayout>
      </c:layout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Ingresos</c:v>
          </c:tx>
          <c:marker>
            <c:symbol val="none"/>
          </c:marker>
          <c:cat>
            <c:strRef>
              <c:f>Hoja1!$X$2:$AJ$2</c:f>
              <c:strCache>
                <c:ptCount val="13"/>
                <c:pt idx="0">
                  <c:v>SEPTIEMBRE</c:v>
                </c:pt>
                <c:pt idx="1">
                  <c:v>OCTUBRE</c:v>
                </c:pt>
                <c:pt idx="2">
                  <c:v>NOVIEMBRE</c:v>
                </c:pt>
                <c:pt idx="3">
                  <c:v>DICIEMBRE</c:v>
                </c:pt>
                <c:pt idx="4">
                  <c:v>ENERO</c:v>
                </c:pt>
                <c:pt idx="5">
                  <c:v>FEBRERO</c:v>
                </c:pt>
                <c:pt idx="6">
                  <c:v>MARZO</c:v>
                </c:pt>
                <c:pt idx="7">
                  <c:v>ABRIL</c:v>
                </c:pt>
                <c:pt idx="8">
                  <c:v>MAYO</c:v>
                </c:pt>
                <c:pt idx="9">
                  <c:v>JUNIO</c:v>
                </c:pt>
                <c:pt idx="10">
                  <c:v>JULIO</c:v>
                </c:pt>
                <c:pt idx="11">
                  <c:v>AGOSTO</c:v>
                </c:pt>
                <c:pt idx="12">
                  <c:v>SEPTIEMBRE</c:v>
                </c:pt>
              </c:strCache>
            </c:strRef>
          </c:cat>
          <c:val>
            <c:numRef>
              <c:f>Hoja1!$X$12:$AJ$12</c:f>
              <c:numCache>
                <c:formatCode>#,##0.00\ "€"</c:formatCode>
                <c:ptCount val="13"/>
                <c:pt idx="0">
                  <c:v>444413.87199999997</c:v>
                </c:pt>
                <c:pt idx="1">
                  <c:v>444413.87199999997</c:v>
                </c:pt>
                <c:pt idx="2">
                  <c:v>444413.87199999997</c:v>
                </c:pt>
                <c:pt idx="3">
                  <c:v>888827.74399999995</c:v>
                </c:pt>
                <c:pt idx="4">
                  <c:v>888827.74399999995</c:v>
                </c:pt>
                <c:pt idx="5">
                  <c:v>888827.74399999995</c:v>
                </c:pt>
                <c:pt idx="6">
                  <c:v>1111034.68</c:v>
                </c:pt>
                <c:pt idx="7">
                  <c:v>1333241.6159999999</c:v>
                </c:pt>
                <c:pt idx="8">
                  <c:v>1333241.6159999999</c:v>
                </c:pt>
                <c:pt idx="9">
                  <c:v>1777655.4879999999</c:v>
                </c:pt>
                <c:pt idx="10">
                  <c:v>1777655.4879999999</c:v>
                </c:pt>
                <c:pt idx="11">
                  <c:v>1999862.4239999999</c:v>
                </c:pt>
                <c:pt idx="12">
                  <c:v>2222069.36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0-3362-4932-B8E3-0694E3D084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5121408"/>
        <c:axId val="253389056"/>
      </c:lineChart>
      <c:catAx>
        <c:axId val="25512140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50"/>
            </a:pPr>
            <a:endParaRPr lang="es-ES"/>
          </a:p>
        </c:txPr>
        <c:crossAx val="253389056"/>
        <c:crosses val="autoZero"/>
        <c:auto val="1"/>
        <c:lblAlgn val="ctr"/>
        <c:lblOffset val="100"/>
        <c:noMultiLvlLbl val="0"/>
      </c:catAx>
      <c:valAx>
        <c:axId val="253389056"/>
        <c:scaling>
          <c:orientation val="minMax"/>
        </c:scaling>
        <c:delete val="0"/>
        <c:axPos val="l"/>
        <c:majorGridlines/>
        <c:numFmt formatCode="#,##0.00\ &quot;€&quot;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s-ES"/>
          </a:p>
        </c:txPr>
        <c:crossAx val="255121408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15288988492395075"/>
          <c:y val="0.27926948073445707"/>
          <c:w val="0.21971973849444423"/>
          <c:h val="0.11867654412289953"/>
        </c:manualLayout>
      </c:layout>
      <c:overlay val="0"/>
      <c:txPr>
        <a:bodyPr/>
        <a:lstStyle/>
        <a:p>
          <a:pPr>
            <a:defRPr sz="1800"/>
          </a:pPr>
          <a:endParaRPr lang="es-ES"/>
        </a:p>
      </c:txPr>
    </c:legend>
    <c:plotVisOnly val="1"/>
    <c:dispBlanksAs val="gap"/>
    <c:showDLblsOverMax val="0"/>
  </c:chart>
  <c:externalData r:id="rId1">
    <c:autoUpdate val="0"/>
  </c:externalData>
</c:chartSpace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iagrams/_rels/data4.x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iagrams/_rels/data5.x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iagrams/_rels/drawing4.x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iagrams/_rels/drawing5.x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3CE8D9A-2F5F-E04C-AF81-B61DA3187B58}" type="doc">
      <dgm:prSet loTypeId="urn:microsoft.com/office/officeart/2008/layout/LinedList" loCatId="" qsTypeId="urn:microsoft.com/office/officeart/2005/8/quickstyle/simple3" qsCatId="simple" csTypeId="urn:microsoft.com/office/officeart/2005/8/colors/colorful3" csCatId="colorful" phldr="1"/>
      <dgm:spPr/>
      <dgm:t>
        <a:bodyPr/>
        <a:lstStyle/>
        <a:p>
          <a:endParaRPr lang="es-ES"/>
        </a:p>
      </dgm:t>
    </dgm:pt>
    <dgm:pt modelId="{9C0C5B6B-88B0-0644-95CC-DA013289C236}">
      <dgm:prSet phldrT="[Texto]"/>
      <dgm:spPr/>
      <dgm:t>
        <a:bodyPr/>
        <a:lstStyle/>
        <a:p>
          <a:r>
            <a:rPr lang="es-ES" dirty="0"/>
            <a:t>¿Quiénes somos?</a:t>
          </a:r>
        </a:p>
      </dgm:t>
    </dgm:pt>
    <dgm:pt modelId="{B8FBE750-BA08-3745-BDB2-8DE244854305}" type="parTrans" cxnId="{B913582A-C51A-7948-8CD7-0EAADAC6E1E7}">
      <dgm:prSet/>
      <dgm:spPr/>
      <dgm:t>
        <a:bodyPr/>
        <a:lstStyle/>
        <a:p>
          <a:endParaRPr lang="es-ES"/>
        </a:p>
      </dgm:t>
    </dgm:pt>
    <dgm:pt modelId="{7720ED4A-2659-4441-8B8A-B12AAECACA03}" type="sibTrans" cxnId="{B913582A-C51A-7948-8CD7-0EAADAC6E1E7}">
      <dgm:prSet/>
      <dgm:spPr/>
      <dgm:t>
        <a:bodyPr/>
        <a:lstStyle/>
        <a:p>
          <a:endParaRPr lang="es-ES"/>
        </a:p>
      </dgm:t>
    </dgm:pt>
    <dgm:pt modelId="{4D7DCE72-F1C7-3648-B096-B3BF2FA1BA56}">
      <dgm:prSet phldrT="[Texto]"/>
      <dgm:spPr/>
      <dgm:t>
        <a:bodyPr/>
        <a:lstStyle/>
        <a:p>
          <a:r>
            <a:rPr lang="es-ES" dirty="0"/>
            <a:t>Proyectos</a:t>
          </a:r>
        </a:p>
      </dgm:t>
    </dgm:pt>
    <dgm:pt modelId="{4130B51B-54F0-CE46-A291-A4358F1F6F5A}" type="parTrans" cxnId="{CEF75630-A106-2C4A-813E-06273EBC269D}">
      <dgm:prSet/>
      <dgm:spPr/>
      <dgm:t>
        <a:bodyPr/>
        <a:lstStyle/>
        <a:p>
          <a:endParaRPr lang="es-ES"/>
        </a:p>
      </dgm:t>
    </dgm:pt>
    <dgm:pt modelId="{44AA0FEF-23B0-9044-91B0-9D01CCB0457B}" type="sibTrans" cxnId="{CEF75630-A106-2C4A-813E-06273EBC269D}">
      <dgm:prSet/>
      <dgm:spPr/>
      <dgm:t>
        <a:bodyPr/>
        <a:lstStyle/>
        <a:p>
          <a:endParaRPr lang="es-ES"/>
        </a:p>
      </dgm:t>
    </dgm:pt>
    <dgm:pt modelId="{EA05A323-1CD6-E844-BD1C-19A2225C0340}">
      <dgm:prSet phldrT="[Texto]"/>
      <dgm:spPr/>
      <dgm:t>
        <a:bodyPr/>
        <a:lstStyle/>
        <a:p>
          <a:r>
            <a:rPr lang="es-ES" dirty="0"/>
            <a:t>Organizaciones con las que se ha colaborado</a:t>
          </a:r>
        </a:p>
      </dgm:t>
    </dgm:pt>
    <dgm:pt modelId="{30E5782B-3D30-E84E-8B09-5F18CE4DBC15}" type="parTrans" cxnId="{170E0A80-D936-D547-94C5-570AC1082D21}">
      <dgm:prSet/>
      <dgm:spPr/>
      <dgm:t>
        <a:bodyPr/>
        <a:lstStyle/>
        <a:p>
          <a:endParaRPr lang="es-ES"/>
        </a:p>
      </dgm:t>
    </dgm:pt>
    <dgm:pt modelId="{A735D71C-2096-F344-B726-857D36F14FEB}" type="sibTrans" cxnId="{170E0A80-D936-D547-94C5-570AC1082D21}">
      <dgm:prSet/>
      <dgm:spPr/>
      <dgm:t>
        <a:bodyPr/>
        <a:lstStyle/>
        <a:p>
          <a:endParaRPr lang="es-ES"/>
        </a:p>
      </dgm:t>
    </dgm:pt>
    <dgm:pt modelId="{A00DC1EC-B999-A640-8654-4E50ABDDE020}">
      <dgm:prSet phldrT="[Texto]"/>
      <dgm:spPr/>
      <dgm:t>
        <a:bodyPr/>
        <a:lstStyle/>
        <a:p>
          <a:r>
            <a:rPr lang="es-ES" dirty="0"/>
            <a:t>Proyecto</a:t>
          </a:r>
        </a:p>
      </dgm:t>
    </dgm:pt>
    <dgm:pt modelId="{C1FC985A-8FE8-944A-89F3-975B9C62D138}" type="parTrans" cxnId="{C36FE991-C046-254D-B645-ED7CD9E49D91}">
      <dgm:prSet/>
      <dgm:spPr/>
      <dgm:t>
        <a:bodyPr/>
        <a:lstStyle/>
        <a:p>
          <a:endParaRPr lang="es-ES"/>
        </a:p>
      </dgm:t>
    </dgm:pt>
    <dgm:pt modelId="{48BA50DD-A1B0-B142-8134-1733EC7E096A}" type="sibTrans" cxnId="{C36FE991-C046-254D-B645-ED7CD9E49D91}">
      <dgm:prSet/>
      <dgm:spPr/>
      <dgm:t>
        <a:bodyPr/>
        <a:lstStyle/>
        <a:p>
          <a:endParaRPr lang="es-ES"/>
        </a:p>
      </dgm:t>
    </dgm:pt>
    <dgm:pt modelId="{C067AB59-C7C5-C74B-8B60-2FA743781E39}">
      <dgm:prSet phldrT="[Texto]"/>
      <dgm:spPr/>
      <dgm:t>
        <a:bodyPr/>
        <a:lstStyle/>
        <a:p>
          <a:r>
            <a:rPr lang="es-ES" dirty="0"/>
            <a:t>Características</a:t>
          </a:r>
        </a:p>
      </dgm:t>
    </dgm:pt>
    <dgm:pt modelId="{E4F708B6-A4DC-E54B-965A-6A91932F4F21}" type="parTrans" cxnId="{FA015F84-3A27-6341-B5E5-5AAABF15FCA7}">
      <dgm:prSet/>
      <dgm:spPr/>
      <dgm:t>
        <a:bodyPr/>
        <a:lstStyle/>
        <a:p>
          <a:endParaRPr lang="es-ES"/>
        </a:p>
      </dgm:t>
    </dgm:pt>
    <dgm:pt modelId="{07AED4AD-A571-FA4C-8F60-2811AAEB8399}" type="sibTrans" cxnId="{FA015F84-3A27-6341-B5E5-5AAABF15FCA7}">
      <dgm:prSet/>
      <dgm:spPr/>
      <dgm:t>
        <a:bodyPr/>
        <a:lstStyle/>
        <a:p>
          <a:endParaRPr lang="es-ES"/>
        </a:p>
      </dgm:t>
    </dgm:pt>
    <dgm:pt modelId="{D1D10F65-8C36-4800-AD9D-4A75930380A4}">
      <dgm:prSet phldrT="[Texto]"/>
      <dgm:spPr/>
      <dgm:t>
        <a:bodyPr/>
        <a:lstStyle/>
        <a:p>
          <a:r>
            <a:rPr lang="es-ES" dirty="0"/>
            <a:t>Empresa</a:t>
          </a:r>
        </a:p>
      </dgm:t>
    </dgm:pt>
    <dgm:pt modelId="{90F18EEC-639F-4363-B4CF-89223F0F6C38}" type="parTrans" cxnId="{7D1D3080-7900-4CC4-B4C0-BD39D5B7C3EE}">
      <dgm:prSet/>
      <dgm:spPr/>
      <dgm:t>
        <a:bodyPr/>
        <a:lstStyle/>
        <a:p>
          <a:endParaRPr lang="es-ES_tradnl"/>
        </a:p>
      </dgm:t>
    </dgm:pt>
    <dgm:pt modelId="{99324C82-0C51-4B8E-B7FB-AB0EDB6CDB40}" type="sibTrans" cxnId="{7D1D3080-7900-4CC4-B4C0-BD39D5B7C3EE}">
      <dgm:prSet/>
      <dgm:spPr/>
      <dgm:t>
        <a:bodyPr/>
        <a:lstStyle/>
        <a:p>
          <a:endParaRPr lang="es-ES_tradnl"/>
        </a:p>
      </dgm:t>
    </dgm:pt>
    <dgm:pt modelId="{3440283F-7B94-41E1-A678-109BA5967928}">
      <dgm:prSet phldrT="[Texto]"/>
      <dgm:spPr/>
      <dgm:t>
        <a:bodyPr/>
        <a:lstStyle/>
        <a:p>
          <a:r>
            <a:rPr lang="es-ES" dirty="0"/>
            <a:t>Calidad</a:t>
          </a:r>
        </a:p>
      </dgm:t>
    </dgm:pt>
    <dgm:pt modelId="{620191C0-423A-4FE9-A4F1-5C5D36C0C76E}" type="parTrans" cxnId="{2B3AB939-F741-4B55-BCEC-AC60F4C0DC14}">
      <dgm:prSet/>
      <dgm:spPr/>
      <dgm:t>
        <a:bodyPr/>
        <a:lstStyle/>
        <a:p>
          <a:endParaRPr lang="es-ES_tradnl"/>
        </a:p>
      </dgm:t>
    </dgm:pt>
    <dgm:pt modelId="{23C99D01-59D4-4C59-997C-A7CC57B9FF58}" type="sibTrans" cxnId="{2B3AB939-F741-4B55-BCEC-AC60F4C0DC14}">
      <dgm:prSet/>
      <dgm:spPr/>
      <dgm:t>
        <a:bodyPr/>
        <a:lstStyle/>
        <a:p>
          <a:endParaRPr lang="es-ES_tradnl"/>
        </a:p>
      </dgm:t>
    </dgm:pt>
    <dgm:pt modelId="{D206AD7D-6FCF-BA4A-A881-D49C0A782FC3}">
      <dgm:prSet phldrT="[Texto]"/>
      <dgm:spPr/>
      <dgm:t>
        <a:bodyPr/>
        <a:lstStyle/>
        <a:p>
          <a:r>
            <a:rPr lang="es-ES" dirty="0"/>
            <a:t>Tiempo + Fases (WBS)</a:t>
          </a:r>
        </a:p>
      </dgm:t>
    </dgm:pt>
    <dgm:pt modelId="{948F4234-2DCD-C24A-ABA8-79BDA4601848}" type="sibTrans" cxnId="{DBA51B96-2BDF-C04D-8EE9-74101BC05F2E}">
      <dgm:prSet/>
      <dgm:spPr/>
      <dgm:t>
        <a:bodyPr/>
        <a:lstStyle/>
        <a:p>
          <a:endParaRPr lang="es-ES"/>
        </a:p>
      </dgm:t>
    </dgm:pt>
    <dgm:pt modelId="{2FAF4929-896A-4142-A9D4-FCF51F2A7AA6}" type="parTrans" cxnId="{DBA51B96-2BDF-C04D-8EE9-74101BC05F2E}">
      <dgm:prSet/>
      <dgm:spPr/>
      <dgm:t>
        <a:bodyPr/>
        <a:lstStyle/>
        <a:p>
          <a:endParaRPr lang="es-ES"/>
        </a:p>
      </dgm:t>
    </dgm:pt>
    <dgm:pt modelId="{5B536FDF-F2F3-4D05-AF9A-89E79C92380B}">
      <dgm:prSet phldrT="[Texto]"/>
      <dgm:spPr/>
      <dgm:t>
        <a:bodyPr/>
        <a:lstStyle/>
        <a:p>
          <a:r>
            <a:rPr lang="es-ES" dirty="0"/>
            <a:t>Presupuesto</a:t>
          </a:r>
        </a:p>
      </dgm:t>
    </dgm:pt>
    <dgm:pt modelId="{3DAEA229-1474-4E45-A55F-BA78088D2142}" type="sibTrans" cxnId="{366F432C-1A26-4011-8836-F1CB5F23632D}">
      <dgm:prSet/>
      <dgm:spPr/>
      <dgm:t>
        <a:bodyPr/>
        <a:lstStyle/>
        <a:p>
          <a:endParaRPr lang="es-ES_tradnl"/>
        </a:p>
      </dgm:t>
    </dgm:pt>
    <dgm:pt modelId="{56E7C592-F553-41EA-A0F8-EBF440BF702D}" type="parTrans" cxnId="{366F432C-1A26-4011-8836-F1CB5F23632D}">
      <dgm:prSet/>
      <dgm:spPr/>
      <dgm:t>
        <a:bodyPr/>
        <a:lstStyle/>
        <a:p>
          <a:endParaRPr lang="es-ES_tradnl"/>
        </a:p>
      </dgm:t>
    </dgm:pt>
    <dgm:pt modelId="{9C72B4A7-9E41-F145-8AD3-8256C9A803CC}">
      <dgm:prSet phldrT="[Texto]"/>
      <dgm:spPr/>
      <dgm:t>
        <a:bodyPr/>
        <a:lstStyle/>
        <a:p>
          <a:r>
            <a:rPr lang="es-ES" dirty="0"/>
            <a:t>Líneas futuras</a:t>
          </a:r>
        </a:p>
      </dgm:t>
    </dgm:pt>
    <dgm:pt modelId="{039D7ABA-FFC7-B445-A429-CFC439A2367F}" type="parTrans" cxnId="{A916F14C-FD8F-1041-9237-07A7F4B0E424}">
      <dgm:prSet/>
      <dgm:spPr/>
      <dgm:t>
        <a:bodyPr/>
        <a:lstStyle/>
        <a:p>
          <a:endParaRPr lang="es-ES"/>
        </a:p>
      </dgm:t>
    </dgm:pt>
    <dgm:pt modelId="{05E1DC99-928D-904E-97A5-EF73BF8DD59B}" type="sibTrans" cxnId="{A916F14C-FD8F-1041-9237-07A7F4B0E424}">
      <dgm:prSet/>
      <dgm:spPr/>
      <dgm:t>
        <a:bodyPr/>
        <a:lstStyle/>
        <a:p>
          <a:endParaRPr lang="es-ES"/>
        </a:p>
      </dgm:t>
    </dgm:pt>
    <dgm:pt modelId="{A4615577-DB07-0E46-BAD9-752076C1E8EB}" type="pres">
      <dgm:prSet presAssocID="{C3CE8D9A-2F5F-E04C-AF81-B61DA3187B58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es-ES"/>
        </a:p>
      </dgm:t>
    </dgm:pt>
    <dgm:pt modelId="{4324E71C-51E4-4FFA-9638-472734009553}" type="pres">
      <dgm:prSet presAssocID="{D1D10F65-8C36-4800-AD9D-4A75930380A4}" presName="thickLine" presStyleLbl="alignNode1" presStyleIdx="0" presStyleCnt="3" custLinFactNeighborY="-59234"/>
      <dgm:spPr/>
    </dgm:pt>
    <dgm:pt modelId="{35D4AF3C-4879-491B-8004-F3B88F6D9FB5}" type="pres">
      <dgm:prSet presAssocID="{D1D10F65-8C36-4800-AD9D-4A75930380A4}" presName="horz1" presStyleCnt="0"/>
      <dgm:spPr/>
    </dgm:pt>
    <dgm:pt modelId="{792A15AE-68CB-4B5E-A488-D8B2430819E0}" type="pres">
      <dgm:prSet presAssocID="{D1D10F65-8C36-4800-AD9D-4A75930380A4}" presName="tx1" presStyleLbl="revTx" presStyleIdx="0" presStyleCnt="10" custScaleY="81135"/>
      <dgm:spPr/>
      <dgm:t>
        <a:bodyPr/>
        <a:lstStyle/>
        <a:p>
          <a:endParaRPr lang="es-ES"/>
        </a:p>
      </dgm:t>
    </dgm:pt>
    <dgm:pt modelId="{162AB6D4-F395-4B55-9519-21B610CC0382}" type="pres">
      <dgm:prSet presAssocID="{D1D10F65-8C36-4800-AD9D-4A75930380A4}" presName="vert1" presStyleCnt="0"/>
      <dgm:spPr/>
    </dgm:pt>
    <dgm:pt modelId="{412C8F4B-57E8-4EE2-95F4-7EAB16DF68B6}" type="pres">
      <dgm:prSet presAssocID="{9C0C5B6B-88B0-0644-95CC-DA013289C236}" presName="vertSpace2a" presStyleCnt="0"/>
      <dgm:spPr/>
    </dgm:pt>
    <dgm:pt modelId="{706ACAA7-2B5D-4D39-81AB-5DAABC04EC1D}" type="pres">
      <dgm:prSet presAssocID="{9C0C5B6B-88B0-0644-95CC-DA013289C236}" presName="horz2" presStyleCnt="0"/>
      <dgm:spPr/>
    </dgm:pt>
    <dgm:pt modelId="{3456CDB8-701B-42F1-87C2-C295CD1E48EE}" type="pres">
      <dgm:prSet presAssocID="{9C0C5B6B-88B0-0644-95CC-DA013289C236}" presName="horzSpace2" presStyleCnt="0"/>
      <dgm:spPr/>
    </dgm:pt>
    <dgm:pt modelId="{520D1D2C-1114-41BF-8F7E-61F71B01A781}" type="pres">
      <dgm:prSet presAssocID="{9C0C5B6B-88B0-0644-95CC-DA013289C236}" presName="tx2" presStyleLbl="revTx" presStyleIdx="1" presStyleCnt="10"/>
      <dgm:spPr/>
      <dgm:t>
        <a:bodyPr/>
        <a:lstStyle/>
        <a:p>
          <a:endParaRPr lang="es-ES"/>
        </a:p>
      </dgm:t>
    </dgm:pt>
    <dgm:pt modelId="{D6DDDC7E-F1A5-4153-9143-0972F5C1698F}" type="pres">
      <dgm:prSet presAssocID="{9C0C5B6B-88B0-0644-95CC-DA013289C236}" presName="vert2" presStyleCnt="0"/>
      <dgm:spPr/>
    </dgm:pt>
    <dgm:pt modelId="{0A0EB41C-54BD-4DBD-AE20-1F9966450DC3}" type="pres">
      <dgm:prSet presAssocID="{9C0C5B6B-88B0-0644-95CC-DA013289C236}" presName="thinLine2b" presStyleLbl="callout" presStyleIdx="0" presStyleCnt="7"/>
      <dgm:spPr/>
    </dgm:pt>
    <dgm:pt modelId="{BD1DC2FA-97F1-47D7-B64D-204FB692D739}" type="pres">
      <dgm:prSet presAssocID="{9C0C5B6B-88B0-0644-95CC-DA013289C236}" presName="vertSpace2b" presStyleCnt="0"/>
      <dgm:spPr/>
    </dgm:pt>
    <dgm:pt modelId="{AA817BFD-CFD8-4863-BA21-FE68B817CC3C}" type="pres">
      <dgm:prSet presAssocID="{4D7DCE72-F1C7-3648-B096-B3BF2FA1BA56}" presName="horz2" presStyleCnt="0"/>
      <dgm:spPr/>
    </dgm:pt>
    <dgm:pt modelId="{BD57D683-A942-4221-A2F2-BB0CF711AC57}" type="pres">
      <dgm:prSet presAssocID="{4D7DCE72-F1C7-3648-B096-B3BF2FA1BA56}" presName="horzSpace2" presStyleCnt="0"/>
      <dgm:spPr/>
    </dgm:pt>
    <dgm:pt modelId="{F1E3A902-B27E-4D1E-9D62-838DBF77570E}" type="pres">
      <dgm:prSet presAssocID="{4D7DCE72-F1C7-3648-B096-B3BF2FA1BA56}" presName="tx2" presStyleLbl="revTx" presStyleIdx="2" presStyleCnt="10"/>
      <dgm:spPr/>
      <dgm:t>
        <a:bodyPr/>
        <a:lstStyle/>
        <a:p>
          <a:endParaRPr lang="es-ES"/>
        </a:p>
      </dgm:t>
    </dgm:pt>
    <dgm:pt modelId="{4F138E20-5633-4DCC-BBC2-20DFBFC7868F}" type="pres">
      <dgm:prSet presAssocID="{4D7DCE72-F1C7-3648-B096-B3BF2FA1BA56}" presName="vert2" presStyleCnt="0"/>
      <dgm:spPr/>
    </dgm:pt>
    <dgm:pt modelId="{2B79C5B5-7045-4C8A-A0D3-ED34D320DACE}" type="pres">
      <dgm:prSet presAssocID="{4D7DCE72-F1C7-3648-B096-B3BF2FA1BA56}" presName="thinLine2b" presStyleLbl="callout" presStyleIdx="1" presStyleCnt="7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8C3B0260-807F-409D-975C-EBFF816514C3}" type="pres">
      <dgm:prSet presAssocID="{4D7DCE72-F1C7-3648-B096-B3BF2FA1BA56}" presName="vertSpace2b" presStyleCnt="0"/>
      <dgm:spPr/>
    </dgm:pt>
    <dgm:pt modelId="{DCC37064-A6D2-4A55-A252-3829429045E5}" type="pres">
      <dgm:prSet presAssocID="{EA05A323-1CD6-E844-BD1C-19A2225C0340}" presName="horz2" presStyleCnt="0"/>
      <dgm:spPr/>
    </dgm:pt>
    <dgm:pt modelId="{AF620EF4-9246-40B0-95DD-0F97FD557889}" type="pres">
      <dgm:prSet presAssocID="{EA05A323-1CD6-E844-BD1C-19A2225C0340}" presName="horzSpace2" presStyleCnt="0"/>
      <dgm:spPr/>
    </dgm:pt>
    <dgm:pt modelId="{821592CB-BF1E-40A4-88FF-532C668728A8}" type="pres">
      <dgm:prSet presAssocID="{EA05A323-1CD6-E844-BD1C-19A2225C0340}" presName="tx2" presStyleLbl="revTx" presStyleIdx="3" presStyleCnt="10"/>
      <dgm:spPr/>
      <dgm:t>
        <a:bodyPr/>
        <a:lstStyle/>
        <a:p>
          <a:endParaRPr lang="es-ES"/>
        </a:p>
      </dgm:t>
    </dgm:pt>
    <dgm:pt modelId="{4A2BC687-FFD6-4EBF-9A58-5F5A5936D128}" type="pres">
      <dgm:prSet presAssocID="{EA05A323-1CD6-E844-BD1C-19A2225C0340}" presName="vert2" presStyleCnt="0"/>
      <dgm:spPr/>
    </dgm:pt>
    <dgm:pt modelId="{AFB2C275-AEA0-46EA-8FAC-DEEB17253C42}" type="pres">
      <dgm:prSet presAssocID="{EA05A323-1CD6-E844-BD1C-19A2225C0340}" presName="thinLine2b" presStyleLbl="callout" presStyleIdx="2" presStyleCnt="7" custLinFactNeighborY="-22571"/>
      <dgm:spPr/>
    </dgm:pt>
    <dgm:pt modelId="{B63F60B4-89E7-4E26-9559-C63693EDEACE}" type="pres">
      <dgm:prSet presAssocID="{EA05A323-1CD6-E844-BD1C-19A2225C0340}" presName="vertSpace2b" presStyleCnt="0"/>
      <dgm:spPr/>
    </dgm:pt>
    <dgm:pt modelId="{B2F277F3-7CF1-994E-B28A-0B3155C31199}" type="pres">
      <dgm:prSet presAssocID="{A00DC1EC-B999-A640-8654-4E50ABDDE020}" presName="thickLine" presStyleLbl="alignNode1" presStyleIdx="1" presStyleCnt="3" custLinFactNeighborY="-696"/>
      <dgm:spPr/>
    </dgm:pt>
    <dgm:pt modelId="{0C40495D-3188-9E48-A89E-F64BB2F461F5}" type="pres">
      <dgm:prSet presAssocID="{A00DC1EC-B999-A640-8654-4E50ABDDE020}" presName="horz1" presStyleCnt="0"/>
      <dgm:spPr/>
    </dgm:pt>
    <dgm:pt modelId="{9891002C-403A-A043-B663-E6FEB51C2557}" type="pres">
      <dgm:prSet presAssocID="{A00DC1EC-B999-A640-8654-4E50ABDDE020}" presName="tx1" presStyleLbl="revTx" presStyleIdx="4" presStyleCnt="10"/>
      <dgm:spPr/>
      <dgm:t>
        <a:bodyPr/>
        <a:lstStyle/>
        <a:p>
          <a:endParaRPr lang="es-ES"/>
        </a:p>
      </dgm:t>
    </dgm:pt>
    <dgm:pt modelId="{84783DB1-8E64-8549-92F0-B23833CEE8B0}" type="pres">
      <dgm:prSet presAssocID="{A00DC1EC-B999-A640-8654-4E50ABDDE020}" presName="vert1" presStyleCnt="0"/>
      <dgm:spPr/>
    </dgm:pt>
    <dgm:pt modelId="{7639A2F8-0310-4BED-B4BD-EAB6A5C40B77}" type="pres">
      <dgm:prSet presAssocID="{C067AB59-C7C5-C74B-8B60-2FA743781E39}" presName="vertSpace2a" presStyleCnt="0"/>
      <dgm:spPr/>
    </dgm:pt>
    <dgm:pt modelId="{6A69390F-9BF9-4ABA-8159-EAF93506C37D}" type="pres">
      <dgm:prSet presAssocID="{C067AB59-C7C5-C74B-8B60-2FA743781E39}" presName="horz2" presStyleCnt="0"/>
      <dgm:spPr/>
    </dgm:pt>
    <dgm:pt modelId="{80389192-84FD-488B-A175-87A5FB0572BA}" type="pres">
      <dgm:prSet presAssocID="{C067AB59-C7C5-C74B-8B60-2FA743781E39}" presName="horzSpace2" presStyleCnt="0"/>
      <dgm:spPr/>
    </dgm:pt>
    <dgm:pt modelId="{CECABC1D-D0D2-4346-AB17-5BDF3AE0B320}" type="pres">
      <dgm:prSet presAssocID="{C067AB59-C7C5-C74B-8B60-2FA743781E39}" presName="tx2" presStyleLbl="revTx" presStyleIdx="5" presStyleCnt="10"/>
      <dgm:spPr/>
      <dgm:t>
        <a:bodyPr/>
        <a:lstStyle/>
        <a:p>
          <a:endParaRPr lang="es-ES"/>
        </a:p>
      </dgm:t>
    </dgm:pt>
    <dgm:pt modelId="{C56FE37B-F98C-4D15-95CF-6DC56554B5B4}" type="pres">
      <dgm:prSet presAssocID="{C067AB59-C7C5-C74B-8B60-2FA743781E39}" presName="vert2" presStyleCnt="0"/>
      <dgm:spPr/>
    </dgm:pt>
    <dgm:pt modelId="{5D84D3DB-F553-4712-A813-E34BD39795E9}" type="pres">
      <dgm:prSet presAssocID="{C067AB59-C7C5-C74B-8B60-2FA743781E39}" presName="thinLine2b" presStyleLbl="callout" presStyleIdx="3" presStyleCnt="7"/>
      <dgm:spPr/>
    </dgm:pt>
    <dgm:pt modelId="{2128B8DA-3804-468D-B525-5F0093F85BA2}" type="pres">
      <dgm:prSet presAssocID="{C067AB59-C7C5-C74B-8B60-2FA743781E39}" presName="vertSpace2b" presStyleCnt="0"/>
      <dgm:spPr/>
    </dgm:pt>
    <dgm:pt modelId="{4F42B568-F39A-4181-8658-EC1C2143BBA0}" type="pres">
      <dgm:prSet presAssocID="{D206AD7D-6FCF-BA4A-A881-D49C0A782FC3}" presName="horz2" presStyleCnt="0"/>
      <dgm:spPr/>
    </dgm:pt>
    <dgm:pt modelId="{4F8359BF-8C47-4A90-A343-AF5BDC5F9DE8}" type="pres">
      <dgm:prSet presAssocID="{D206AD7D-6FCF-BA4A-A881-D49C0A782FC3}" presName="horzSpace2" presStyleCnt="0"/>
      <dgm:spPr/>
    </dgm:pt>
    <dgm:pt modelId="{70B24025-E2C6-417F-99E1-3AE2064C772D}" type="pres">
      <dgm:prSet presAssocID="{D206AD7D-6FCF-BA4A-A881-D49C0A782FC3}" presName="tx2" presStyleLbl="revTx" presStyleIdx="6" presStyleCnt="10"/>
      <dgm:spPr/>
      <dgm:t>
        <a:bodyPr/>
        <a:lstStyle/>
        <a:p>
          <a:endParaRPr lang="es-ES"/>
        </a:p>
      </dgm:t>
    </dgm:pt>
    <dgm:pt modelId="{7CEB9B09-60D8-4882-A2D8-38EF68D5C19F}" type="pres">
      <dgm:prSet presAssocID="{D206AD7D-6FCF-BA4A-A881-D49C0A782FC3}" presName="vert2" presStyleCnt="0"/>
      <dgm:spPr/>
    </dgm:pt>
    <dgm:pt modelId="{5E350EE4-2D6A-4A16-A0FE-9FACA9074727}" type="pres">
      <dgm:prSet presAssocID="{D206AD7D-6FCF-BA4A-A881-D49C0A782FC3}" presName="thinLine2b" presStyleLbl="callout" presStyleIdx="4" presStyleCnt="7"/>
      <dgm:spPr/>
    </dgm:pt>
    <dgm:pt modelId="{9BB5AFB5-07F7-4132-85A2-44E6D0516C88}" type="pres">
      <dgm:prSet presAssocID="{D206AD7D-6FCF-BA4A-A881-D49C0A782FC3}" presName="vertSpace2b" presStyleCnt="0"/>
      <dgm:spPr/>
    </dgm:pt>
    <dgm:pt modelId="{CFD8E1A3-90D3-46A8-AE85-EB36E0237BB5}" type="pres">
      <dgm:prSet presAssocID="{3440283F-7B94-41E1-A678-109BA5967928}" presName="horz2" presStyleCnt="0"/>
      <dgm:spPr/>
    </dgm:pt>
    <dgm:pt modelId="{274EF02C-7D1A-409B-A859-EE71E535A688}" type="pres">
      <dgm:prSet presAssocID="{3440283F-7B94-41E1-A678-109BA5967928}" presName="horzSpace2" presStyleCnt="0"/>
      <dgm:spPr/>
    </dgm:pt>
    <dgm:pt modelId="{1AB85A7C-0FFD-4546-B83C-987E91EDF1C9}" type="pres">
      <dgm:prSet presAssocID="{3440283F-7B94-41E1-A678-109BA5967928}" presName="tx2" presStyleLbl="revTx" presStyleIdx="7" presStyleCnt="10"/>
      <dgm:spPr/>
      <dgm:t>
        <a:bodyPr/>
        <a:lstStyle/>
        <a:p>
          <a:endParaRPr lang="es-ES"/>
        </a:p>
      </dgm:t>
    </dgm:pt>
    <dgm:pt modelId="{6F7BAE7F-F22E-4343-8455-8D1D04AE6291}" type="pres">
      <dgm:prSet presAssocID="{3440283F-7B94-41E1-A678-109BA5967928}" presName="vert2" presStyleCnt="0"/>
      <dgm:spPr/>
    </dgm:pt>
    <dgm:pt modelId="{DF72560F-E95F-423D-A8FF-AAE8DAA00A74}" type="pres">
      <dgm:prSet presAssocID="{3440283F-7B94-41E1-A678-109BA5967928}" presName="thinLine2b" presStyleLbl="callout" presStyleIdx="5" presStyleCnt="7"/>
      <dgm:spPr/>
    </dgm:pt>
    <dgm:pt modelId="{D8D1CF1A-EF09-4022-8D03-FD002D4FE754}" type="pres">
      <dgm:prSet presAssocID="{3440283F-7B94-41E1-A678-109BA5967928}" presName="vertSpace2b" presStyleCnt="0"/>
      <dgm:spPr/>
    </dgm:pt>
    <dgm:pt modelId="{00451E5C-D19E-4AC4-8C6F-60950BA475F2}" type="pres">
      <dgm:prSet presAssocID="{5B536FDF-F2F3-4D05-AF9A-89E79C92380B}" presName="horz2" presStyleCnt="0"/>
      <dgm:spPr/>
    </dgm:pt>
    <dgm:pt modelId="{3C367370-E70B-40CC-9DCF-3FC0C33EDE1B}" type="pres">
      <dgm:prSet presAssocID="{5B536FDF-F2F3-4D05-AF9A-89E79C92380B}" presName="horzSpace2" presStyleCnt="0"/>
      <dgm:spPr/>
    </dgm:pt>
    <dgm:pt modelId="{EDBBCE88-88E0-4C06-BA01-B4EFB6C685E1}" type="pres">
      <dgm:prSet presAssocID="{5B536FDF-F2F3-4D05-AF9A-89E79C92380B}" presName="tx2" presStyleLbl="revTx" presStyleIdx="8" presStyleCnt="10"/>
      <dgm:spPr/>
      <dgm:t>
        <a:bodyPr/>
        <a:lstStyle/>
        <a:p>
          <a:endParaRPr lang="es-ES"/>
        </a:p>
      </dgm:t>
    </dgm:pt>
    <dgm:pt modelId="{5EA7847F-7A65-4DE6-AFB0-0784772E4EA1}" type="pres">
      <dgm:prSet presAssocID="{5B536FDF-F2F3-4D05-AF9A-89E79C92380B}" presName="vert2" presStyleCnt="0"/>
      <dgm:spPr/>
    </dgm:pt>
    <dgm:pt modelId="{22FFB06E-FF71-449B-9AA1-BDA4A6D85DF8}" type="pres">
      <dgm:prSet presAssocID="{5B536FDF-F2F3-4D05-AF9A-89E79C92380B}" presName="thinLine2b" presStyleLbl="callout" presStyleIdx="6" presStyleCnt="7"/>
      <dgm:spPr/>
    </dgm:pt>
    <dgm:pt modelId="{D29BEB5B-2E19-4BA8-823B-ABEF6ECE6E88}" type="pres">
      <dgm:prSet presAssocID="{5B536FDF-F2F3-4D05-AF9A-89E79C92380B}" presName="vertSpace2b" presStyleCnt="0"/>
      <dgm:spPr/>
    </dgm:pt>
    <dgm:pt modelId="{F3F97593-6E83-0F47-AC56-87F880B5136A}" type="pres">
      <dgm:prSet presAssocID="{9C72B4A7-9E41-F145-8AD3-8256C9A803CC}" presName="thickLine" presStyleLbl="alignNode1" presStyleIdx="2" presStyleCnt="3"/>
      <dgm:spPr/>
    </dgm:pt>
    <dgm:pt modelId="{5252C1B0-2D3F-E946-88C3-3B9DE026AA3B}" type="pres">
      <dgm:prSet presAssocID="{9C72B4A7-9E41-F145-8AD3-8256C9A803CC}" presName="horz1" presStyleCnt="0"/>
      <dgm:spPr/>
    </dgm:pt>
    <dgm:pt modelId="{DB02E969-16E1-B544-B84F-34044CEA806B}" type="pres">
      <dgm:prSet presAssocID="{9C72B4A7-9E41-F145-8AD3-8256C9A803CC}" presName="tx1" presStyleLbl="revTx" presStyleIdx="9" presStyleCnt="10"/>
      <dgm:spPr/>
      <dgm:t>
        <a:bodyPr/>
        <a:lstStyle/>
        <a:p>
          <a:endParaRPr lang="es-ES"/>
        </a:p>
      </dgm:t>
    </dgm:pt>
    <dgm:pt modelId="{198006FC-E4EB-0749-8807-9F4FBE5C6BCC}" type="pres">
      <dgm:prSet presAssocID="{9C72B4A7-9E41-F145-8AD3-8256C9A803CC}" presName="vert1" presStyleCnt="0"/>
      <dgm:spPr/>
    </dgm:pt>
  </dgm:ptLst>
  <dgm:cxnLst>
    <dgm:cxn modelId="{2B3AB939-F741-4B55-BCEC-AC60F4C0DC14}" srcId="{A00DC1EC-B999-A640-8654-4E50ABDDE020}" destId="{3440283F-7B94-41E1-A678-109BA5967928}" srcOrd="2" destOrd="0" parTransId="{620191C0-423A-4FE9-A4F1-5C5D36C0C76E}" sibTransId="{23C99D01-59D4-4C59-997C-A7CC57B9FF58}"/>
    <dgm:cxn modelId="{9B92625F-F6BB-B542-BFDD-1C913DC7F688}" type="presOf" srcId="{9C72B4A7-9E41-F145-8AD3-8256C9A803CC}" destId="{DB02E969-16E1-B544-B84F-34044CEA806B}" srcOrd="0" destOrd="0" presId="urn:microsoft.com/office/officeart/2008/layout/LinedList"/>
    <dgm:cxn modelId="{DBA51B96-2BDF-C04D-8EE9-74101BC05F2E}" srcId="{A00DC1EC-B999-A640-8654-4E50ABDDE020}" destId="{D206AD7D-6FCF-BA4A-A881-D49C0A782FC3}" srcOrd="1" destOrd="0" parTransId="{2FAF4929-896A-4142-A9D4-FCF51F2A7AA6}" sibTransId="{948F4234-2DCD-C24A-ABA8-79BDA4601848}"/>
    <dgm:cxn modelId="{B913582A-C51A-7948-8CD7-0EAADAC6E1E7}" srcId="{D1D10F65-8C36-4800-AD9D-4A75930380A4}" destId="{9C0C5B6B-88B0-0644-95CC-DA013289C236}" srcOrd="0" destOrd="0" parTransId="{B8FBE750-BA08-3745-BDB2-8DE244854305}" sibTransId="{7720ED4A-2659-4441-8B8A-B12AAECACA03}"/>
    <dgm:cxn modelId="{9F261941-24ED-402A-AAD4-7E453770E726}" type="presOf" srcId="{EA05A323-1CD6-E844-BD1C-19A2225C0340}" destId="{821592CB-BF1E-40A4-88FF-532C668728A8}" srcOrd="0" destOrd="0" presId="urn:microsoft.com/office/officeart/2008/layout/LinedList"/>
    <dgm:cxn modelId="{BE140C54-7845-4FA6-BD16-779C89E4A191}" type="presOf" srcId="{C067AB59-C7C5-C74B-8B60-2FA743781E39}" destId="{CECABC1D-D0D2-4346-AB17-5BDF3AE0B320}" srcOrd="0" destOrd="0" presId="urn:microsoft.com/office/officeart/2008/layout/LinedList"/>
    <dgm:cxn modelId="{88CAD25B-4863-724E-A8BB-5EA65B911430}" type="presOf" srcId="{C3CE8D9A-2F5F-E04C-AF81-B61DA3187B58}" destId="{A4615577-DB07-0E46-BAD9-752076C1E8EB}" srcOrd="0" destOrd="0" presId="urn:microsoft.com/office/officeart/2008/layout/LinedList"/>
    <dgm:cxn modelId="{170E0A80-D936-D547-94C5-570AC1082D21}" srcId="{D1D10F65-8C36-4800-AD9D-4A75930380A4}" destId="{EA05A323-1CD6-E844-BD1C-19A2225C0340}" srcOrd="2" destOrd="0" parTransId="{30E5782B-3D30-E84E-8B09-5F18CE4DBC15}" sibTransId="{A735D71C-2096-F344-B726-857D36F14FEB}"/>
    <dgm:cxn modelId="{A916F14C-FD8F-1041-9237-07A7F4B0E424}" srcId="{C3CE8D9A-2F5F-E04C-AF81-B61DA3187B58}" destId="{9C72B4A7-9E41-F145-8AD3-8256C9A803CC}" srcOrd="2" destOrd="0" parTransId="{039D7ABA-FFC7-B445-A429-CFC439A2367F}" sibTransId="{05E1DC99-928D-904E-97A5-EF73BF8DD59B}"/>
    <dgm:cxn modelId="{6FCFE956-A4B8-4040-A710-4C204E8AB087}" type="presOf" srcId="{5B536FDF-F2F3-4D05-AF9A-89E79C92380B}" destId="{EDBBCE88-88E0-4C06-BA01-B4EFB6C685E1}" srcOrd="0" destOrd="0" presId="urn:microsoft.com/office/officeart/2008/layout/LinedList"/>
    <dgm:cxn modelId="{7D1D3080-7900-4CC4-B4C0-BD39D5B7C3EE}" srcId="{C3CE8D9A-2F5F-E04C-AF81-B61DA3187B58}" destId="{D1D10F65-8C36-4800-AD9D-4A75930380A4}" srcOrd="0" destOrd="0" parTransId="{90F18EEC-639F-4363-B4CF-89223F0F6C38}" sibTransId="{99324C82-0C51-4B8E-B7FB-AB0EDB6CDB40}"/>
    <dgm:cxn modelId="{AFE1BFFD-BCE2-4B07-8778-349DF1D2A1BC}" type="presOf" srcId="{D206AD7D-6FCF-BA4A-A881-D49C0A782FC3}" destId="{70B24025-E2C6-417F-99E1-3AE2064C772D}" srcOrd="0" destOrd="0" presId="urn:microsoft.com/office/officeart/2008/layout/LinedList"/>
    <dgm:cxn modelId="{2FE6312A-8E9C-42E4-A35F-065C47954353}" type="presOf" srcId="{D1D10F65-8C36-4800-AD9D-4A75930380A4}" destId="{792A15AE-68CB-4B5E-A488-D8B2430819E0}" srcOrd="0" destOrd="0" presId="urn:microsoft.com/office/officeart/2008/layout/LinedList"/>
    <dgm:cxn modelId="{FA015F84-3A27-6341-B5E5-5AAABF15FCA7}" srcId="{A00DC1EC-B999-A640-8654-4E50ABDDE020}" destId="{C067AB59-C7C5-C74B-8B60-2FA743781E39}" srcOrd="0" destOrd="0" parTransId="{E4F708B6-A4DC-E54B-965A-6A91932F4F21}" sibTransId="{07AED4AD-A571-FA4C-8F60-2811AAEB8399}"/>
    <dgm:cxn modelId="{3E29948C-DFFC-AB42-9C68-F162D26487F0}" type="presOf" srcId="{A00DC1EC-B999-A640-8654-4E50ABDDE020}" destId="{9891002C-403A-A043-B663-E6FEB51C2557}" srcOrd="0" destOrd="0" presId="urn:microsoft.com/office/officeart/2008/layout/LinedList"/>
    <dgm:cxn modelId="{3BDFFADE-29A9-481E-B58F-434B0C851ADE}" type="presOf" srcId="{4D7DCE72-F1C7-3648-B096-B3BF2FA1BA56}" destId="{F1E3A902-B27E-4D1E-9D62-838DBF77570E}" srcOrd="0" destOrd="0" presId="urn:microsoft.com/office/officeart/2008/layout/LinedList"/>
    <dgm:cxn modelId="{366F432C-1A26-4011-8836-F1CB5F23632D}" srcId="{A00DC1EC-B999-A640-8654-4E50ABDDE020}" destId="{5B536FDF-F2F3-4D05-AF9A-89E79C92380B}" srcOrd="3" destOrd="0" parTransId="{56E7C592-F553-41EA-A0F8-EBF440BF702D}" sibTransId="{3DAEA229-1474-4E45-A55F-BA78088D2142}"/>
    <dgm:cxn modelId="{85AEC94C-8398-42E2-BCFF-BE328E528E4F}" type="presOf" srcId="{9C0C5B6B-88B0-0644-95CC-DA013289C236}" destId="{520D1D2C-1114-41BF-8F7E-61F71B01A781}" srcOrd="0" destOrd="0" presId="urn:microsoft.com/office/officeart/2008/layout/LinedList"/>
    <dgm:cxn modelId="{57DCF56E-A877-4D98-80BC-07F249D9A3FF}" type="presOf" srcId="{3440283F-7B94-41E1-A678-109BA5967928}" destId="{1AB85A7C-0FFD-4546-B83C-987E91EDF1C9}" srcOrd="0" destOrd="0" presId="urn:microsoft.com/office/officeart/2008/layout/LinedList"/>
    <dgm:cxn modelId="{C36FE991-C046-254D-B645-ED7CD9E49D91}" srcId="{C3CE8D9A-2F5F-E04C-AF81-B61DA3187B58}" destId="{A00DC1EC-B999-A640-8654-4E50ABDDE020}" srcOrd="1" destOrd="0" parTransId="{C1FC985A-8FE8-944A-89F3-975B9C62D138}" sibTransId="{48BA50DD-A1B0-B142-8134-1733EC7E096A}"/>
    <dgm:cxn modelId="{CEF75630-A106-2C4A-813E-06273EBC269D}" srcId="{D1D10F65-8C36-4800-AD9D-4A75930380A4}" destId="{4D7DCE72-F1C7-3648-B096-B3BF2FA1BA56}" srcOrd="1" destOrd="0" parTransId="{4130B51B-54F0-CE46-A291-A4358F1F6F5A}" sibTransId="{44AA0FEF-23B0-9044-91B0-9D01CCB0457B}"/>
    <dgm:cxn modelId="{4DB7B23E-B30F-4C81-8ACC-F20339733989}" type="presParOf" srcId="{A4615577-DB07-0E46-BAD9-752076C1E8EB}" destId="{4324E71C-51E4-4FFA-9638-472734009553}" srcOrd="0" destOrd="0" presId="urn:microsoft.com/office/officeart/2008/layout/LinedList"/>
    <dgm:cxn modelId="{5F89DA01-B92A-4DC0-9CEE-1F6FA1D40ECE}" type="presParOf" srcId="{A4615577-DB07-0E46-BAD9-752076C1E8EB}" destId="{35D4AF3C-4879-491B-8004-F3B88F6D9FB5}" srcOrd="1" destOrd="0" presId="urn:microsoft.com/office/officeart/2008/layout/LinedList"/>
    <dgm:cxn modelId="{F3D6BEA2-B2D9-4B81-A154-A2B392387994}" type="presParOf" srcId="{35D4AF3C-4879-491B-8004-F3B88F6D9FB5}" destId="{792A15AE-68CB-4B5E-A488-D8B2430819E0}" srcOrd="0" destOrd="0" presId="urn:microsoft.com/office/officeart/2008/layout/LinedList"/>
    <dgm:cxn modelId="{F7785119-16D5-4918-A11C-76CAE3186FCE}" type="presParOf" srcId="{35D4AF3C-4879-491B-8004-F3B88F6D9FB5}" destId="{162AB6D4-F395-4B55-9519-21B610CC0382}" srcOrd="1" destOrd="0" presId="urn:microsoft.com/office/officeart/2008/layout/LinedList"/>
    <dgm:cxn modelId="{B8EBD6DE-7A50-4C60-B506-ECD05FE59218}" type="presParOf" srcId="{162AB6D4-F395-4B55-9519-21B610CC0382}" destId="{412C8F4B-57E8-4EE2-95F4-7EAB16DF68B6}" srcOrd="0" destOrd="0" presId="urn:microsoft.com/office/officeart/2008/layout/LinedList"/>
    <dgm:cxn modelId="{956FD370-326D-4EB3-801A-A29C8A2FA36A}" type="presParOf" srcId="{162AB6D4-F395-4B55-9519-21B610CC0382}" destId="{706ACAA7-2B5D-4D39-81AB-5DAABC04EC1D}" srcOrd="1" destOrd="0" presId="urn:microsoft.com/office/officeart/2008/layout/LinedList"/>
    <dgm:cxn modelId="{A39098EB-962C-4166-8037-F95585B9F478}" type="presParOf" srcId="{706ACAA7-2B5D-4D39-81AB-5DAABC04EC1D}" destId="{3456CDB8-701B-42F1-87C2-C295CD1E48EE}" srcOrd="0" destOrd="0" presId="urn:microsoft.com/office/officeart/2008/layout/LinedList"/>
    <dgm:cxn modelId="{342403CE-B025-4D29-8793-EA37F41E586D}" type="presParOf" srcId="{706ACAA7-2B5D-4D39-81AB-5DAABC04EC1D}" destId="{520D1D2C-1114-41BF-8F7E-61F71B01A781}" srcOrd="1" destOrd="0" presId="urn:microsoft.com/office/officeart/2008/layout/LinedList"/>
    <dgm:cxn modelId="{25A3F28B-6CD7-4F31-890F-F8CF5F90629E}" type="presParOf" srcId="{706ACAA7-2B5D-4D39-81AB-5DAABC04EC1D}" destId="{D6DDDC7E-F1A5-4153-9143-0972F5C1698F}" srcOrd="2" destOrd="0" presId="urn:microsoft.com/office/officeart/2008/layout/LinedList"/>
    <dgm:cxn modelId="{4E8BB94C-449C-4BAA-89E5-7B4012CC296E}" type="presParOf" srcId="{162AB6D4-F395-4B55-9519-21B610CC0382}" destId="{0A0EB41C-54BD-4DBD-AE20-1F9966450DC3}" srcOrd="2" destOrd="0" presId="urn:microsoft.com/office/officeart/2008/layout/LinedList"/>
    <dgm:cxn modelId="{AB79C922-1D85-4408-9FB6-F8CFB8C36573}" type="presParOf" srcId="{162AB6D4-F395-4B55-9519-21B610CC0382}" destId="{BD1DC2FA-97F1-47D7-B64D-204FB692D739}" srcOrd="3" destOrd="0" presId="urn:microsoft.com/office/officeart/2008/layout/LinedList"/>
    <dgm:cxn modelId="{6F9AF466-E2B6-4D13-8F7D-DC885CC31B1D}" type="presParOf" srcId="{162AB6D4-F395-4B55-9519-21B610CC0382}" destId="{AA817BFD-CFD8-4863-BA21-FE68B817CC3C}" srcOrd="4" destOrd="0" presId="urn:microsoft.com/office/officeart/2008/layout/LinedList"/>
    <dgm:cxn modelId="{A4CC1812-D46A-48BC-9422-20B9EC6ECAAB}" type="presParOf" srcId="{AA817BFD-CFD8-4863-BA21-FE68B817CC3C}" destId="{BD57D683-A942-4221-A2F2-BB0CF711AC57}" srcOrd="0" destOrd="0" presId="urn:microsoft.com/office/officeart/2008/layout/LinedList"/>
    <dgm:cxn modelId="{5AA14EA0-0813-473C-8163-DCE2FD80C8FD}" type="presParOf" srcId="{AA817BFD-CFD8-4863-BA21-FE68B817CC3C}" destId="{F1E3A902-B27E-4D1E-9D62-838DBF77570E}" srcOrd="1" destOrd="0" presId="urn:microsoft.com/office/officeart/2008/layout/LinedList"/>
    <dgm:cxn modelId="{F341795B-4F8D-40FC-BB87-DB28B4CBE845}" type="presParOf" srcId="{AA817BFD-CFD8-4863-BA21-FE68B817CC3C}" destId="{4F138E20-5633-4DCC-BBC2-20DFBFC7868F}" srcOrd="2" destOrd="0" presId="urn:microsoft.com/office/officeart/2008/layout/LinedList"/>
    <dgm:cxn modelId="{60B4EA34-669B-44B0-849E-7820221DB9C4}" type="presParOf" srcId="{162AB6D4-F395-4B55-9519-21B610CC0382}" destId="{2B79C5B5-7045-4C8A-A0D3-ED34D320DACE}" srcOrd="5" destOrd="0" presId="urn:microsoft.com/office/officeart/2008/layout/LinedList"/>
    <dgm:cxn modelId="{7E569D0C-3428-435B-AF6F-5E8C383648C2}" type="presParOf" srcId="{162AB6D4-F395-4B55-9519-21B610CC0382}" destId="{8C3B0260-807F-409D-975C-EBFF816514C3}" srcOrd="6" destOrd="0" presId="urn:microsoft.com/office/officeart/2008/layout/LinedList"/>
    <dgm:cxn modelId="{8F968DE2-01A0-490A-A10A-5EF138830341}" type="presParOf" srcId="{162AB6D4-F395-4B55-9519-21B610CC0382}" destId="{DCC37064-A6D2-4A55-A252-3829429045E5}" srcOrd="7" destOrd="0" presId="urn:microsoft.com/office/officeart/2008/layout/LinedList"/>
    <dgm:cxn modelId="{F7599D3A-2E6E-4C65-9E0D-25F128761943}" type="presParOf" srcId="{DCC37064-A6D2-4A55-A252-3829429045E5}" destId="{AF620EF4-9246-40B0-95DD-0F97FD557889}" srcOrd="0" destOrd="0" presId="urn:microsoft.com/office/officeart/2008/layout/LinedList"/>
    <dgm:cxn modelId="{BCF95899-7917-4EDB-8FD2-FCB40A438ECB}" type="presParOf" srcId="{DCC37064-A6D2-4A55-A252-3829429045E5}" destId="{821592CB-BF1E-40A4-88FF-532C668728A8}" srcOrd="1" destOrd="0" presId="urn:microsoft.com/office/officeart/2008/layout/LinedList"/>
    <dgm:cxn modelId="{51DE40F6-3A87-480E-99D8-89C0632D8E40}" type="presParOf" srcId="{DCC37064-A6D2-4A55-A252-3829429045E5}" destId="{4A2BC687-FFD6-4EBF-9A58-5F5A5936D128}" srcOrd="2" destOrd="0" presId="urn:microsoft.com/office/officeart/2008/layout/LinedList"/>
    <dgm:cxn modelId="{ACEB100A-F77A-4DDF-BF04-639FA07CDC79}" type="presParOf" srcId="{162AB6D4-F395-4B55-9519-21B610CC0382}" destId="{AFB2C275-AEA0-46EA-8FAC-DEEB17253C42}" srcOrd="8" destOrd="0" presId="urn:microsoft.com/office/officeart/2008/layout/LinedList"/>
    <dgm:cxn modelId="{48D32097-7681-4FF5-B71E-2581D6375AB7}" type="presParOf" srcId="{162AB6D4-F395-4B55-9519-21B610CC0382}" destId="{B63F60B4-89E7-4E26-9559-C63693EDEACE}" srcOrd="9" destOrd="0" presId="urn:microsoft.com/office/officeart/2008/layout/LinedList"/>
    <dgm:cxn modelId="{35AF335E-5A39-7049-B788-36F0EF331E73}" type="presParOf" srcId="{A4615577-DB07-0E46-BAD9-752076C1E8EB}" destId="{B2F277F3-7CF1-994E-B28A-0B3155C31199}" srcOrd="2" destOrd="0" presId="urn:microsoft.com/office/officeart/2008/layout/LinedList"/>
    <dgm:cxn modelId="{5F47EFD6-2CBD-894E-8B6E-5A8B8B366D05}" type="presParOf" srcId="{A4615577-DB07-0E46-BAD9-752076C1E8EB}" destId="{0C40495D-3188-9E48-A89E-F64BB2F461F5}" srcOrd="3" destOrd="0" presId="urn:microsoft.com/office/officeart/2008/layout/LinedList"/>
    <dgm:cxn modelId="{E3857465-52FE-4043-A3F9-DA9E495DC241}" type="presParOf" srcId="{0C40495D-3188-9E48-A89E-F64BB2F461F5}" destId="{9891002C-403A-A043-B663-E6FEB51C2557}" srcOrd="0" destOrd="0" presId="urn:microsoft.com/office/officeart/2008/layout/LinedList"/>
    <dgm:cxn modelId="{A92C2B0F-4EC0-EE40-994C-464482B0D0DE}" type="presParOf" srcId="{0C40495D-3188-9E48-A89E-F64BB2F461F5}" destId="{84783DB1-8E64-8549-92F0-B23833CEE8B0}" srcOrd="1" destOrd="0" presId="urn:microsoft.com/office/officeart/2008/layout/LinedList"/>
    <dgm:cxn modelId="{EA0B3910-EB80-4029-B60B-20F24CE2843C}" type="presParOf" srcId="{84783DB1-8E64-8549-92F0-B23833CEE8B0}" destId="{7639A2F8-0310-4BED-B4BD-EAB6A5C40B77}" srcOrd="0" destOrd="0" presId="urn:microsoft.com/office/officeart/2008/layout/LinedList"/>
    <dgm:cxn modelId="{99DBFB21-0FC2-4CBA-BB47-36270808838D}" type="presParOf" srcId="{84783DB1-8E64-8549-92F0-B23833CEE8B0}" destId="{6A69390F-9BF9-4ABA-8159-EAF93506C37D}" srcOrd="1" destOrd="0" presId="urn:microsoft.com/office/officeart/2008/layout/LinedList"/>
    <dgm:cxn modelId="{E87F3EA4-77CE-4F0C-A375-D165481E49A8}" type="presParOf" srcId="{6A69390F-9BF9-4ABA-8159-EAF93506C37D}" destId="{80389192-84FD-488B-A175-87A5FB0572BA}" srcOrd="0" destOrd="0" presId="urn:microsoft.com/office/officeart/2008/layout/LinedList"/>
    <dgm:cxn modelId="{98F27296-CAFF-422A-B24C-47C3377364FE}" type="presParOf" srcId="{6A69390F-9BF9-4ABA-8159-EAF93506C37D}" destId="{CECABC1D-D0D2-4346-AB17-5BDF3AE0B320}" srcOrd="1" destOrd="0" presId="urn:microsoft.com/office/officeart/2008/layout/LinedList"/>
    <dgm:cxn modelId="{052522D8-E186-4A8F-8FE7-EA5F2E68B10F}" type="presParOf" srcId="{6A69390F-9BF9-4ABA-8159-EAF93506C37D}" destId="{C56FE37B-F98C-4D15-95CF-6DC56554B5B4}" srcOrd="2" destOrd="0" presId="urn:microsoft.com/office/officeart/2008/layout/LinedList"/>
    <dgm:cxn modelId="{7C9E3284-09F1-4CA9-82F8-E7DCFD250D0D}" type="presParOf" srcId="{84783DB1-8E64-8549-92F0-B23833CEE8B0}" destId="{5D84D3DB-F553-4712-A813-E34BD39795E9}" srcOrd="2" destOrd="0" presId="urn:microsoft.com/office/officeart/2008/layout/LinedList"/>
    <dgm:cxn modelId="{ECC376FD-6EF2-45B9-BD59-10867BC46682}" type="presParOf" srcId="{84783DB1-8E64-8549-92F0-B23833CEE8B0}" destId="{2128B8DA-3804-468D-B525-5F0093F85BA2}" srcOrd="3" destOrd="0" presId="urn:microsoft.com/office/officeart/2008/layout/LinedList"/>
    <dgm:cxn modelId="{48D72E68-5752-4B2B-9C23-189D22095748}" type="presParOf" srcId="{84783DB1-8E64-8549-92F0-B23833CEE8B0}" destId="{4F42B568-F39A-4181-8658-EC1C2143BBA0}" srcOrd="4" destOrd="0" presId="urn:microsoft.com/office/officeart/2008/layout/LinedList"/>
    <dgm:cxn modelId="{7B8AE250-CE81-48B4-9208-19C32DF7C56A}" type="presParOf" srcId="{4F42B568-F39A-4181-8658-EC1C2143BBA0}" destId="{4F8359BF-8C47-4A90-A343-AF5BDC5F9DE8}" srcOrd="0" destOrd="0" presId="urn:microsoft.com/office/officeart/2008/layout/LinedList"/>
    <dgm:cxn modelId="{0C28ACEF-4949-4BC4-8F57-81F3A45D35D3}" type="presParOf" srcId="{4F42B568-F39A-4181-8658-EC1C2143BBA0}" destId="{70B24025-E2C6-417F-99E1-3AE2064C772D}" srcOrd="1" destOrd="0" presId="urn:microsoft.com/office/officeart/2008/layout/LinedList"/>
    <dgm:cxn modelId="{E92263C1-B8F6-4C1D-9693-B108FE254198}" type="presParOf" srcId="{4F42B568-F39A-4181-8658-EC1C2143BBA0}" destId="{7CEB9B09-60D8-4882-A2D8-38EF68D5C19F}" srcOrd="2" destOrd="0" presId="urn:microsoft.com/office/officeart/2008/layout/LinedList"/>
    <dgm:cxn modelId="{21102A85-9357-401E-A673-0BF1CA8FA349}" type="presParOf" srcId="{84783DB1-8E64-8549-92F0-B23833CEE8B0}" destId="{5E350EE4-2D6A-4A16-A0FE-9FACA9074727}" srcOrd="5" destOrd="0" presId="urn:microsoft.com/office/officeart/2008/layout/LinedList"/>
    <dgm:cxn modelId="{9B609360-89AD-4D2E-BC1F-E6E995D442B6}" type="presParOf" srcId="{84783DB1-8E64-8549-92F0-B23833CEE8B0}" destId="{9BB5AFB5-07F7-4132-85A2-44E6D0516C88}" srcOrd="6" destOrd="0" presId="urn:microsoft.com/office/officeart/2008/layout/LinedList"/>
    <dgm:cxn modelId="{B47D9EEA-531A-408A-B090-E475DC65E74E}" type="presParOf" srcId="{84783DB1-8E64-8549-92F0-B23833CEE8B0}" destId="{CFD8E1A3-90D3-46A8-AE85-EB36E0237BB5}" srcOrd="7" destOrd="0" presId="urn:microsoft.com/office/officeart/2008/layout/LinedList"/>
    <dgm:cxn modelId="{1CBE25E4-EADF-4AAE-87EC-0BCA7409E3B2}" type="presParOf" srcId="{CFD8E1A3-90D3-46A8-AE85-EB36E0237BB5}" destId="{274EF02C-7D1A-409B-A859-EE71E535A688}" srcOrd="0" destOrd="0" presId="urn:microsoft.com/office/officeart/2008/layout/LinedList"/>
    <dgm:cxn modelId="{54B6A375-8841-450A-97F1-0DBCCB36C37E}" type="presParOf" srcId="{CFD8E1A3-90D3-46A8-AE85-EB36E0237BB5}" destId="{1AB85A7C-0FFD-4546-B83C-987E91EDF1C9}" srcOrd="1" destOrd="0" presId="urn:microsoft.com/office/officeart/2008/layout/LinedList"/>
    <dgm:cxn modelId="{7F9619CE-2F45-4ACE-ADA7-09AC737613F7}" type="presParOf" srcId="{CFD8E1A3-90D3-46A8-AE85-EB36E0237BB5}" destId="{6F7BAE7F-F22E-4343-8455-8D1D04AE6291}" srcOrd="2" destOrd="0" presId="urn:microsoft.com/office/officeart/2008/layout/LinedList"/>
    <dgm:cxn modelId="{FB008851-06D7-4855-A24F-22E0D73AB55F}" type="presParOf" srcId="{84783DB1-8E64-8549-92F0-B23833CEE8B0}" destId="{DF72560F-E95F-423D-A8FF-AAE8DAA00A74}" srcOrd="8" destOrd="0" presId="urn:microsoft.com/office/officeart/2008/layout/LinedList"/>
    <dgm:cxn modelId="{F864CF38-EDB0-4C21-B8CD-8F6468AED3AB}" type="presParOf" srcId="{84783DB1-8E64-8549-92F0-B23833CEE8B0}" destId="{D8D1CF1A-EF09-4022-8D03-FD002D4FE754}" srcOrd="9" destOrd="0" presId="urn:microsoft.com/office/officeart/2008/layout/LinedList"/>
    <dgm:cxn modelId="{FA6E8390-3117-4B0E-A8CD-C8525D3476EE}" type="presParOf" srcId="{84783DB1-8E64-8549-92F0-B23833CEE8B0}" destId="{00451E5C-D19E-4AC4-8C6F-60950BA475F2}" srcOrd="10" destOrd="0" presId="urn:microsoft.com/office/officeart/2008/layout/LinedList"/>
    <dgm:cxn modelId="{A1DC1013-3554-4925-8C05-0BA40D7B62CE}" type="presParOf" srcId="{00451E5C-D19E-4AC4-8C6F-60950BA475F2}" destId="{3C367370-E70B-40CC-9DCF-3FC0C33EDE1B}" srcOrd="0" destOrd="0" presId="urn:microsoft.com/office/officeart/2008/layout/LinedList"/>
    <dgm:cxn modelId="{5DEED33B-11D0-4E73-B9C5-AC7FE88CE993}" type="presParOf" srcId="{00451E5C-D19E-4AC4-8C6F-60950BA475F2}" destId="{EDBBCE88-88E0-4C06-BA01-B4EFB6C685E1}" srcOrd="1" destOrd="0" presId="urn:microsoft.com/office/officeart/2008/layout/LinedList"/>
    <dgm:cxn modelId="{13C1FCD6-38EA-422D-AE65-723CF6BA7FF9}" type="presParOf" srcId="{00451E5C-D19E-4AC4-8C6F-60950BA475F2}" destId="{5EA7847F-7A65-4DE6-AFB0-0784772E4EA1}" srcOrd="2" destOrd="0" presId="urn:microsoft.com/office/officeart/2008/layout/LinedList"/>
    <dgm:cxn modelId="{36F58C88-C89C-4347-A57A-4CC7FDCF4B52}" type="presParOf" srcId="{84783DB1-8E64-8549-92F0-B23833CEE8B0}" destId="{22FFB06E-FF71-449B-9AA1-BDA4A6D85DF8}" srcOrd="11" destOrd="0" presId="urn:microsoft.com/office/officeart/2008/layout/LinedList"/>
    <dgm:cxn modelId="{8343C662-277E-438C-9E8E-2477EFCDC4EE}" type="presParOf" srcId="{84783DB1-8E64-8549-92F0-B23833CEE8B0}" destId="{D29BEB5B-2E19-4BA8-823B-ABEF6ECE6E88}" srcOrd="12" destOrd="0" presId="urn:microsoft.com/office/officeart/2008/layout/LinedList"/>
    <dgm:cxn modelId="{301FE55C-B156-C245-81DE-948BDE672DA3}" type="presParOf" srcId="{A4615577-DB07-0E46-BAD9-752076C1E8EB}" destId="{F3F97593-6E83-0F47-AC56-87F880B5136A}" srcOrd="4" destOrd="0" presId="urn:microsoft.com/office/officeart/2008/layout/LinedList"/>
    <dgm:cxn modelId="{534EAD63-809B-3546-9FE8-02A4711C8CF2}" type="presParOf" srcId="{A4615577-DB07-0E46-BAD9-752076C1E8EB}" destId="{5252C1B0-2D3F-E946-88C3-3B9DE026AA3B}" srcOrd="5" destOrd="0" presId="urn:microsoft.com/office/officeart/2008/layout/LinedList"/>
    <dgm:cxn modelId="{7F3CEEB0-1800-574C-9892-E20C22089DAD}" type="presParOf" srcId="{5252C1B0-2D3F-E946-88C3-3B9DE026AA3B}" destId="{DB02E969-16E1-B544-B84F-34044CEA806B}" srcOrd="0" destOrd="0" presId="urn:microsoft.com/office/officeart/2008/layout/LinedList"/>
    <dgm:cxn modelId="{C19916A7-6A83-F942-927D-DA81C8F3CA9B}" type="presParOf" srcId="{5252C1B0-2D3F-E946-88C3-3B9DE026AA3B}" destId="{198006FC-E4EB-0749-8807-9F4FBE5C6BC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8F01FC8-0AB4-44AB-8B6C-5A73F1D8CBC2}" type="doc">
      <dgm:prSet loTypeId="urn:microsoft.com/office/officeart/2005/8/layout/rings+Icon" loCatId="officeonline" qsTypeId="urn:microsoft.com/office/officeart/2009/2/quickstyle/3d8" qsCatId="3D" csTypeId="urn:microsoft.com/office/officeart/2005/8/colors/accent1_5" csCatId="accent1" phldr="1"/>
      <dgm:spPr/>
    </dgm:pt>
    <dgm:pt modelId="{2D76CB2B-CF81-43DF-842E-76CC245C4B42}">
      <dgm:prSet phldrT="[Text]"/>
      <dgm:spPr/>
      <dgm:t>
        <a:bodyPr/>
        <a:lstStyle/>
        <a:p>
          <a:r>
            <a:rPr lang="es-ES" dirty="0"/>
            <a:t>Bogotá</a:t>
          </a:r>
        </a:p>
      </dgm:t>
    </dgm:pt>
    <dgm:pt modelId="{D65F8789-E75A-4D2D-ACC4-BDB67765C969}" type="parTrans" cxnId="{C7779B40-FC68-4A50-BF03-22B4AA10C5E7}">
      <dgm:prSet/>
      <dgm:spPr/>
      <dgm:t>
        <a:bodyPr/>
        <a:lstStyle/>
        <a:p>
          <a:endParaRPr lang="es-ES"/>
        </a:p>
      </dgm:t>
    </dgm:pt>
    <dgm:pt modelId="{EC0932E2-865A-4A66-98F7-63978B228FF7}" type="sibTrans" cxnId="{C7779B40-FC68-4A50-BF03-22B4AA10C5E7}">
      <dgm:prSet/>
      <dgm:spPr/>
      <dgm:t>
        <a:bodyPr/>
        <a:lstStyle/>
        <a:p>
          <a:endParaRPr lang="es-ES"/>
        </a:p>
      </dgm:t>
    </dgm:pt>
    <dgm:pt modelId="{EC4CA185-2A91-43BE-BD1B-89FAAB4A4528}">
      <dgm:prSet phldrT="[Text]"/>
      <dgm:spPr/>
      <dgm:t>
        <a:bodyPr/>
        <a:lstStyle/>
        <a:p>
          <a:r>
            <a:rPr lang="es-ES" dirty="0"/>
            <a:t>Buenos Aires</a:t>
          </a:r>
        </a:p>
      </dgm:t>
    </dgm:pt>
    <dgm:pt modelId="{1068E828-17DC-4896-8F81-B2CAA6208C99}" type="parTrans" cxnId="{701996A7-4E03-4361-9B53-5B64124D373E}">
      <dgm:prSet/>
      <dgm:spPr/>
      <dgm:t>
        <a:bodyPr/>
        <a:lstStyle/>
        <a:p>
          <a:endParaRPr lang="es-ES"/>
        </a:p>
      </dgm:t>
    </dgm:pt>
    <dgm:pt modelId="{D632C018-0615-43D2-A15A-2C0F41D7EA94}" type="sibTrans" cxnId="{701996A7-4E03-4361-9B53-5B64124D373E}">
      <dgm:prSet/>
      <dgm:spPr/>
      <dgm:t>
        <a:bodyPr/>
        <a:lstStyle/>
        <a:p>
          <a:endParaRPr lang="es-ES"/>
        </a:p>
      </dgm:t>
    </dgm:pt>
    <dgm:pt modelId="{6E516DFC-BBD3-4337-AE2B-9C412389F4B6}">
      <dgm:prSet phldrT="[Text]"/>
      <dgm:spPr/>
      <dgm:t>
        <a:bodyPr/>
        <a:lstStyle/>
        <a:p>
          <a:r>
            <a:rPr lang="es-ES" dirty="0"/>
            <a:t>Granada</a:t>
          </a:r>
        </a:p>
      </dgm:t>
    </dgm:pt>
    <dgm:pt modelId="{26752794-C523-462B-AA75-0E2117D31950}" type="parTrans" cxnId="{EBEA0697-B0B9-4499-BB91-094132CB0CF8}">
      <dgm:prSet/>
      <dgm:spPr/>
      <dgm:t>
        <a:bodyPr/>
        <a:lstStyle/>
        <a:p>
          <a:endParaRPr lang="es-ES"/>
        </a:p>
      </dgm:t>
    </dgm:pt>
    <dgm:pt modelId="{2CBA2658-5C3F-43CD-A123-691DE9845A50}" type="sibTrans" cxnId="{EBEA0697-B0B9-4499-BB91-094132CB0CF8}">
      <dgm:prSet/>
      <dgm:spPr/>
      <dgm:t>
        <a:bodyPr/>
        <a:lstStyle/>
        <a:p>
          <a:endParaRPr lang="es-ES"/>
        </a:p>
      </dgm:t>
    </dgm:pt>
    <dgm:pt modelId="{31FD82A1-F4FE-44EF-B312-5909A85279AB}" type="pres">
      <dgm:prSet presAssocID="{48F01FC8-0AB4-44AB-8B6C-5A73F1D8CBC2}" presName="Name0" presStyleCnt="0">
        <dgm:presLayoutVars>
          <dgm:chMax val="7"/>
          <dgm:dir/>
          <dgm:resizeHandles val="exact"/>
        </dgm:presLayoutVars>
      </dgm:prSet>
      <dgm:spPr/>
    </dgm:pt>
    <dgm:pt modelId="{8D2BA6FC-43D8-4E1B-9B35-8A0F62895777}" type="pres">
      <dgm:prSet presAssocID="{48F01FC8-0AB4-44AB-8B6C-5A73F1D8CBC2}" presName="ellipse1" presStyleLbl="vennNode1" presStyleIdx="0" presStyleCnt="3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FD4394BC-3D6B-4E2D-A7C8-75D985B1D702}" type="pres">
      <dgm:prSet presAssocID="{48F01FC8-0AB4-44AB-8B6C-5A73F1D8CBC2}" presName="ellipse2" presStyleLbl="vennNode1" presStyleIdx="1" presStyleCnt="3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9682C507-032C-4EC9-A13F-C891C31BD75D}" type="pres">
      <dgm:prSet presAssocID="{48F01FC8-0AB4-44AB-8B6C-5A73F1D8CBC2}" presName="ellipse3" presStyleLbl="vennNode1" presStyleIdx="2" presStyleCnt="3" custLinFactNeighborX="-2747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B4636969-D6EF-4755-AF4B-C392BB5F2AAF}" type="presOf" srcId="{6E516DFC-BBD3-4337-AE2B-9C412389F4B6}" destId="{9682C507-032C-4EC9-A13F-C891C31BD75D}" srcOrd="0" destOrd="0" presId="urn:microsoft.com/office/officeart/2005/8/layout/rings+Icon"/>
    <dgm:cxn modelId="{C7779B40-FC68-4A50-BF03-22B4AA10C5E7}" srcId="{48F01FC8-0AB4-44AB-8B6C-5A73F1D8CBC2}" destId="{2D76CB2B-CF81-43DF-842E-76CC245C4B42}" srcOrd="0" destOrd="0" parTransId="{D65F8789-E75A-4D2D-ACC4-BDB67765C969}" sibTransId="{EC0932E2-865A-4A66-98F7-63978B228FF7}"/>
    <dgm:cxn modelId="{339FC421-3531-4E3F-84EF-4195046F61CF}" type="presOf" srcId="{48F01FC8-0AB4-44AB-8B6C-5A73F1D8CBC2}" destId="{31FD82A1-F4FE-44EF-B312-5909A85279AB}" srcOrd="0" destOrd="0" presId="urn:microsoft.com/office/officeart/2005/8/layout/rings+Icon"/>
    <dgm:cxn modelId="{EBEA0697-B0B9-4499-BB91-094132CB0CF8}" srcId="{48F01FC8-0AB4-44AB-8B6C-5A73F1D8CBC2}" destId="{6E516DFC-BBD3-4337-AE2B-9C412389F4B6}" srcOrd="2" destOrd="0" parTransId="{26752794-C523-462B-AA75-0E2117D31950}" sibTransId="{2CBA2658-5C3F-43CD-A123-691DE9845A50}"/>
    <dgm:cxn modelId="{10BFD1B7-E0E0-4404-A50E-4628B6F7B27E}" type="presOf" srcId="{2D76CB2B-CF81-43DF-842E-76CC245C4B42}" destId="{8D2BA6FC-43D8-4E1B-9B35-8A0F62895777}" srcOrd="0" destOrd="0" presId="urn:microsoft.com/office/officeart/2005/8/layout/rings+Icon"/>
    <dgm:cxn modelId="{C6CB545E-9E63-4B2B-B03A-66672F575174}" type="presOf" srcId="{EC4CA185-2A91-43BE-BD1B-89FAAB4A4528}" destId="{FD4394BC-3D6B-4E2D-A7C8-75D985B1D702}" srcOrd="0" destOrd="0" presId="urn:microsoft.com/office/officeart/2005/8/layout/rings+Icon"/>
    <dgm:cxn modelId="{701996A7-4E03-4361-9B53-5B64124D373E}" srcId="{48F01FC8-0AB4-44AB-8B6C-5A73F1D8CBC2}" destId="{EC4CA185-2A91-43BE-BD1B-89FAAB4A4528}" srcOrd="1" destOrd="0" parTransId="{1068E828-17DC-4896-8F81-B2CAA6208C99}" sibTransId="{D632C018-0615-43D2-A15A-2C0F41D7EA94}"/>
    <dgm:cxn modelId="{097B9454-9B85-4C6E-AB8E-DDD29D7FDA8E}" type="presParOf" srcId="{31FD82A1-F4FE-44EF-B312-5909A85279AB}" destId="{8D2BA6FC-43D8-4E1B-9B35-8A0F62895777}" srcOrd="0" destOrd="0" presId="urn:microsoft.com/office/officeart/2005/8/layout/rings+Icon"/>
    <dgm:cxn modelId="{CA840AFC-02C1-44B3-BC82-12F89F982E5C}" type="presParOf" srcId="{31FD82A1-F4FE-44EF-B312-5909A85279AB}" destId="{FD4394BC-3D6B-4E2D-A7C8-75D985B1D702}" srcOrd="1" destOrd="0" presId="urn:microsoft.com/office/officeart/2005/8/layout/rings+Icon"/>
    <dgm:cxn modelId="{015E6149-511B-496D-85C6-5D08D32F990D}" type="presParOf" srcId="{31FD82A1-F4FE-44EF-B312-5909A85279AB}" destId="{9682C507-032C-4EC9-A13F-C891C31BD75D}" srcOrd="2" destOrd="0" presId="urn:microsoft.com/office/officeart/2005/8/layout/rings+Icon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3EEEEBB-EC00-4A90-BFFC-6457DEBE05A3}" type="doc">
      <dgm:prSet loTypeId="urn:microsoft.com/office/officeart/2005/8/layout/chart3" loCatId="cycle" qsTypeId="urn:microsoft.com/office/officeart/2005/8/quickstyle/3d7" qsCatId="3D" csTypeId="urn:microsoft.com/office/officeart/2005/8/colors/colorful4" csCatId="colorful" phldr="1"/>
      <dgm:spPr/>
    </dgm:pt>
    <dgm:pt modelId="{4AD2C595-A50E-4F44-9096-537249958812}">
      <dgm:prSet phldrT="[Text]"/>
      <dgm:spPr/>
      <dgm:t>
        <a:bodyPr/>
        <a:lstStyle/>
        <a:p>
          <a:r>
            <a:rPr lang="es-ES" dirty="0"/>
            <a:t>Electronic </a:t>
          </a:r>
          <a:r>
            <a:rPr lang="es-ES" dirty="0" err="1"/>
            <a:t>Consultation</a:t>
          </a:r>
          <a:r>
            <a:rPr lang="es-ES" dirty="0"/>
            <a:t> </a:t>
          </a:r>
          <a:r>
            <a:rPr lang="es-ES" dirty="0" err="1"/>
            <a:t>Register</a:t>
          </a:r>
          <a:endParaRPr lang="es-ES" dirty="0"/>
        </a:p>
      </dgm:t>
    </dgm:pt>
    <dgm:pt modelId="{9AB47C28-B9DA-401D-B4E0-8E7E20BB1EF8}" type="parTrans" cxnId="{27DD6416-1128-42BE-8016-319A7866CDD2}">
      <dgm:prSet/>
      <dgm:spPr/>
      <dgm:t>
        <a:bodyPr/>
        <a:lstStyle/>
        <a:p>
          <a:endParaRPr lang="es-ES"/>
        </a:p>
      </dgm:t>
    </dgm:pt>
    <dgm:pt modelId="{465EE57A-012B-48A1-B681-2EDA85CA9A84}" type="sibTrans" cxnId="{27DD6416-1128-42BE-8016-319A7866CDD2}">
      <dgm:prSet/>
      <dgm:spPr/>
      <dgm:t>
        <a:bodyPr/>
        <a:lstStyle/>
        <a:p>
          <a:endParaRPr lang="es-ES"/>
        </a:p>
      </dgm:t>
    </dgm:pt>
    <dgm:pt modelId="{62CEA1F6-4177-49BB-9564-9CE486905014}">
      <dgm:prSet phldrT="[Text]"/>
      <dgm:spPr/>
      <dgm:t>
        <a:bodyPr/>
        <a:lstStyle/>
        <a:p>
          <a:r>
            <a:rPr lang="es-ES" dirty="0"/>
            <a:t>Medical Cloud</a:t>
          </a:r>
        </a:p>
      </dgm:t>
    </dgm:pt>
    <dgm:pt modelId="{BD83E6AD-0EA3-4A87-83EE-CFBE2D197971}" type="parTrans" cxnId="{294BCC38-7A0B-4595-AC10-07DA62698266}">
      <dgm:prSet/>
      <dgm:spPr/>
      <dgm:t>
        <a:bodyPr/>
        <a:lstStyle/>
        <a:p>
          <a:endParaRPr lang="es-ES"/>
        </a:p>
      </dgm:t>
    </dgm:pt>
    <dgm:pt modelId="{817F037D-BBA3-4449-809B-AA42C5121D37}" type="sibTrans" cxnId="{294BCC38-7A0B-4595-AC10-07DA62698266}">
      <dgm:prSet/>
      <dgm:spPr/>
      <dgm:t>
        <a:bodyPr/>
        <a:lstStyle/>
        <a:p>
          <a:endParaRPr lang="es-ES"/>
        </a:p>
      </dgm:t>
    </dgm:pt>
    <dgm:pt modelId="{90E9121C-8D5E-49DF-87AD-935589FC655F}">
      <dgm:prSet phldrT="[Text]"/>
      <dgm:spPr/>
      <dgm:t>
        <a:bodyPr/>
        <a:lstStyle/>
        <a:p>
          <a:r>
            <a:rPr lang="es-ES" dirty="0" err="1"/>
            <a:t>Telemedicine</a:t>
          </a:r>
          <a:r>
            <a:rPr lang="es-ES" dirty="0"/>
            <a:t> Network</a:t>
          </a:r>
        </a:p>
      </dgm:t>
    </dgm:pt>
    <dgm:pt modelId="{40E1B875-B9FF-44B0-A2C1-B872C8ACEF41}" type="parTrans" cxnId="{D71AB950-1575-4220-9542-4EBB9DBBB405}">
      <dgm:prSet/>
      <dgm:spPr/>
      <dgm:t>
        <a:bodyPr/>
        <a:lstStyle/>
        <a:p>
          <a:endParaRPr lang="es-ES"/>
        </a:p>
      </dgm:t>
    </dgm:pt>
    <dgm:pt modelId="{0B2DDF2C-2187-4506-B82C-6CCE3434FE11}" type="sibTrans" cxnId="{D71AB950-1575-4220-9542-4EBB9DBBB405}">
      <dgm:prSet/>
      <dgm:spPr/>
      <dgm:t>
        <a:bodyPr/>
        <a:lstStyle/>
        <a:p>
          <a:endParaRPr lang="es-ES"/>
        </a:p>
      </dgm:t>
    </dgm:pt>
    <dgm:pt modelId="{7E42F87C-838A-4C89-970D-B1523139A123}">
      <dgm:prSet phldrT="[Text]"/>
      <dgm:spPr/>
      <dgm:t>
        <a:bodyPr/>
        <a:lstStyle/>
        <a:p>
          <a:r>
            <a:rPr lang="es-ES" dirty="0"/>
            <a:t>Burkina Faso</a:t>
          </a:r>
        </a:p>
      </dgm:t>
    </dgm:pt>
    <dgm:pt modelId="{8C1AE998-7C23-4B50-AC68-6EA442184BB6}" type="parTrans" cxnId="{3341F161-CE65-4CC2-9DF9-B62E1284F084}">
      <dgm:prSet/>
      <dgm:spPr/>
      <dgm:t>
        <a:bodyPr/>
        <a:lstStyle/>
        <a:p>
          <a:endParaRPr lang="es-ES"/>
        </a:p>
      </dgm:t>
    </dgm:pt>
    <dgm:pt modelId="{09D4D4E9-5457-45B0-9B56-23872E222BE2}" type="sibTrans" cxnId="{3341F161-CE65-4CC2-9DF9-B62E1284F084}">
      <dgm:prSet/>
      <dgm:spPr/>
      <dgm:t>
        <a:bodyPr/>
        <a:lstStyle/>
        <a:p>
          <a:endParaRPr lang="es-ES"/>
        </a:p>
      </dgm:t>
    </dgm:pt>
    <dgm:pt modelId="{26867196-84E0-4C74-9CD8-FB621F7A3CF7}">
      <dgm:prSet phldrT="[Text]"/>
      <dgm:spPr/>
      <dgm:t>
        <a:bodyPr/>
        <a:lstStyle/>
        <a:p>
          <a:r>
            <a:rPr lang="es-ES" dirty="0"/>
            <a:t>EEUU</a:t>
          </a:r>
        </a:p>
      </dgm:t>
    </dgm:pt>
    <dgm:pt modelId="{04F5BF17-F8A9-49D3-9255-F8D34808C62B}" type="parTrans" cxnId="{54D4BD19-3F2F-4C48-A8A3-E5D3ABC7623E}">
      <dgm:prSet/>
      <dgm:spPr/>
      <dgm:t>
        <a:bodyPr/>
        <a:lstStyle/>
        <a:p>
          <a:endParaRPr lang="es-ES"/>
        </a:p>
      </dgm:t>
    </dgm:pt>
    <dgm:pt modelId="{0A7DF652-2DA6-437B-81D2-39E737843C87}" type="sibTrans" cxnId="{54D4BD19-3F2F-4C48-A8A3-E5D3ABC7623E}">
      <dgm:prSet/>
      <dgm:spPr/>
      <dgm:t>
        <a:bodyPr/>
        <a:lstStyle/>
        <a:p>
          <a:endParaRPr lang="es-ES"/>
        </a:p>
      </dgm:t>
    </dgm:pt>
    <dgm:pt modelId="{9DC3C57F-CFF2-4EDB-B7BC-501CD22AE546}">
      <dgm:prSet phldrT="[Text]"/>
      <dgm:spPr/>
      <dgm:t>
        <a:bodyPr/>
        <a:lstStyle/>
        <a:p>
          <a:r>
            <a:rPr lang="es-ES" dirty="0"/>
            <a:t>Suiza</a:t>
          </a:r>
        </a:p>
      </dgm:t>
    </dgm:pt>
    <dgm:pt modelId="{530EBEEC-9994-4ABD-B434-80736FE84D0E}" type="parTrans" cxnId="{1149F7A7-8356-4C71-ABEE-7B0E373A8A6E}">
      <dgm:prSet/>
      <dgm:spPr/>
      <dgm:t>
        <a:bodyPr/>
        <a:lstStyle/>
        <a:p>
          <a:endParaRPr lang="es-ES"/>
        </a:p>
      </dgm:t>
    </dgm:pt>
    <dgm:pt modelId="{A18B1CF0-0AD7-4246-9F64-41AE1E346BA1}" type="sibTrans" cxnId="{1149F7A7-8356-4C71-ABEE-7B0E373A8A6E}">
      <dgm:prSet/>
      <dgm:spPr/>
      <dgm:t>
        <a:bodyPr/>
        <a:lstStyle/>
        <a:p>
          <a:endParaRPr lang="es-ES"/>
        </a:p>
      </dgm:t>
    </dgm:pt>
    <dgm:pt modelId="{7E96C1C9-B828-4C1C-91F3-9003ABD7606C}" type="pres">
      <dgm:prSet presAssocID="{D3EEEEBB-EC00-4A90-BFFC-6457DEBE05A3}" presName="compositeShape" presStyleCnt="0">
        <dgm:presLayoutVars>
          <dgm:chMax val="7"/>
          <dgm:dir/>
          <dgm:resizeHandles val="exact"/>
        </dgm:presLayoutVars>
      </dgm:prSet>
      <dgm:spPr/>
    </dgm:pt>
    <dgm:pt modelId="{109C35C1-D1D6-4906-94D9-62FF3D9210BD}" type="pres">
      <dgm:prSet presAssocID="{D3EEEEBB-EC00-4A90-BFFC-6457DEBE05A3}" presName="wedge1" presStyleLbl="node1" presStyleIdx="0" presStyleCnt="3"/>
      <dgm:spPr/>
      <dgm:t>
        <a:bodyPr/>
        <a:lstStyle/>
        <a:p>
          <a:endParaRPr lang="es-ES"/>
        </a:p>
      </dgm:t>
    </dgm:pt>
    <dgm:pt modelId="{67792E96-F01E-4406-A4D1-AC2C360856B2}" type="pres">
      <dgm:prSet presAssocID="{D3EEEEBB-EC00-4A90-BFFC-6457DEBE05A3}" presName="wedge1Tx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F9C088F2-B973-4425-AE9A-7F625A894DA2}" type="pres">
      <dgm:prSet presAssocID="{D3EEEEBB-EC00-4A90-BFFC-6457DEBE05A3}" presName="wedge2" presStyleLbl="node1" presStyleIdx="1" presStyleCnt="3"/>
      <dgm:spPr/>
      <dgm:t>
        <a:bodyPr/>
        <a:lstStyle/>
        <a:p>
          <a:endParaRPr lang="es-ES"/>
        </a:p>
      </dgm:t>
    </dgm:pt>
    <dgm:pt modelId="{306A89AE-40A9-4317-85F1-E5A6830E0C11}" type="pres">
      <dgm:prSet presAssocID="{D3EEEEBB-EC00-4A90-BFFC-6457DEBE05A3}" presName="wedge2Tx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2298B1C8-793E-4CDF-9535-561F0109647A}" type="pres">
      <dgm:prSet presAssocID="{D3EEEEBB-EC00-4A90-BFFC-6457DEBE05A3}" presName="wedge3" presStyleLbl="node1" presStyleIdx="2" presStyleCnt="3"/>
      <dgm:spPr/>
      <dgm:t>
        <a:bodyPr/>
        <a:lstStyle/>
        <a:p>
          <a:endParaRPr lang="es-ES"/>
        </a:p>
      </dgm:t>
    </dgm:pt>
    <dgm:pt modelId="{863198BC-EB7A-4174-80E6-A3FF1F894D96}" type="pres">
      <dgm:prSet presAssocID="{D3EEEEBB-EC00-4A90-BFFC-6457DEBE05A3}" presName="wedge3Tx" presStyleLbl="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AE212C65-ABEF-4358-A9A5-661D9B723048}" type="presOf" srcId="{90E9121C-8D5E-49DF-87AD-935589FC655F}" destId="{863198BC-EB7A-4174-80E6-A3FF1F894D96}" srcOrd="1" destOrd="0" presId="urn:microsoft.com/office/officeart/2005/8/layout/chart3"/>
    <dgm:cxn modelId="{1149F7A7-8356-4C71-ABEE-7B0E373A8A6E}" srcId="{90E9121C-8D5E-49DF-87AD-935589FC655F}" destId="{9DC3C57F-CFF2-4EDB-B7BC-501CD22AE546}" srcOrd="0" destOrd="0" parTransId="{530EBEEC-9994-4ABD-B434-80736FE84D0E}" sibTransId="{A18B1CF0-0AD7-4246-9F64-41AE1E346BA1}"/>
    <dgm:cxn modelId="{88644668-39CF-4027-9982-0E50F29AA6B9}" type="presOf" srcId="{7E42F87C-838A-4C89-970D-B1523139A123}" destId="{109C35C1-D1D6-4906-94D9-62FF3D9210BD}" srcOrd="0" destOrd="1" presId="urn:microsoft.com/office/officeart/2005/8/layout/chart3"/>
    <dgm:cxn modelId="{27DD6416-1128-42BE-8016-319A7866CDD2}" srcId="{D3EEEEBB-EC00-4A90-BFFC-6457DEBE05A3}" destId="{4AD2C595-A50E-4F44-9096-537249958812}" srcOrd="0" destOrd="0" parTransId="{9AB47C28-B9DA-401D-B4E0-8E7E20BB1EF8}" sibTransId="{465EE57A-012B-48A1-B681-2EDA85CA9A84}"/>
    <dgm:cxn modelId="{294BCC38-7A0B-4595-AC10-07DA62698266}" srcId="{D3EEEEBB-EC00-4A90-BFFC-6457DEBE05A3}" destId="{62CEA1F6-4177-49BB-9564-9CE486905014}" srcOrd="1" destOrd="0" parTransId="{BD83E6AD-0EA3-4A87-83EE-CFBE2D197971}" sibTransId="{817F037D-BBA3-4449-809B-AA42C5121D37}"/>
    <dgm:cxn modelId="{AB46337A-920E-4D9E-BB7D-F5E771BA8F2C}" type="presOf" srcId="{7E42F87C-838A-4C89-970D-B1523139A123}" destId="{67792E96-F01E-4406-A4D1-AC2C360856B2}" srcOrd="1" destOrd="1" presId="urn:microsoft.com/office/officeart/2005/8/layout/chart3"/>
    <dgm:cxn modelId="{563ECB52-2A3D-4BD2-AFC2-5E0838B7F4EB}" type="presOf" srcId="{62CEA1F6-4177-49BB-9564-9CE486905014}" destId="{F9C088F2-B973-4425-AE9A-7F625A894DA2}" srcOrd="0" destOrd="0" presId="urn:microsoft.com/office/officeart/2005/8/layout/chart3"/>
    <dgm:cxn modelId="{3341F161-CE65-4CC2-9DF9-B62E1284F084}" srcId="{4AD2C595-A50E-4F44-9096-537249958812}" destId="{7E42F87C-838A-4C89-970D-B1523139A123}" srcOrd="0" destOrd="0" parTransId="{8C1AE998-7C23-4B50-AC68-6EA442184BB6}" sibTransId="{09D4D4E9-5457-45B0-9B56-23872E222BE2}"/>
    <dgm:cxn modelId="{2167692D-9A56-4155-A04E-C24C2BD1F4B5}" type="presOf" srcId="{9DC3C57F-CFF2-4EDB-B7BC-501CD22AE546}" destId="{863198BC-EB7A-4174-80E6-A3FF1F894D96}" srcOrd="1" destOrd="1" presId="urn:microsoft.com/office/officeart/2005/8/layout/chart3"/>
    <dgm:cxn modelId="{6C2F0192-78BE-4BA4-88D8-E4791F27A504}" type="presOf" srcId="{26867196-84E0-4C74-9CD8-FB621F7A3CF7}" destId="{306A89AE-40A9-4317-85F1-E5A6830E0C11}" srcOrd="1" destOrd="1" presId="urn:microsoft.com/office/officeart/2005/8/layout/chart3"/>
    <dgm:cxn modelId="{D71AB950-1575-4220-9542-4EBB9DBBB405}" srcId="{D3EEEEBB-EC00-4A90-BFFC-6457DEBE05A3}" destId="{90E9121C-8D5E-49DF-87AD-935589FC655F}" srcOrd="2" destOrd="0" parTransId="{40E1B875-B9FF-44B0-A2C1-B872C8ACEF41}" sibTransId="{0B2DDF2C-2187-4506-B82C-6CCE3434FE11}"/>
    <dgm:cxn modelId="{67CDCDB9-FAAF-4BD8-AB1A-5BA60EF93DAF}" type="presOf" srcId="{90E9121C-8D5E-49DF-87AD-935589FC655F}" destId="{2298B1C8-793E-4CDF-9535-561F0109647A}" srcOrd="0" destOrd="0" presId="urn:microsoft.com/office/officeart/2005/8/layout/chart3"/>
    <dgm:cxn modelId="{B0A87F77-5698-4322-9680-CAE0B4B941FF}" type="presOf" srcId="{4AD2C595-A50E-4F44-9096-537249958812}" destId="{109C35C1-D1D6-4906-94D9-62FF3D9210BD}" srcOrd="0" destOrd="0" presId="urn:microsoft.com/office/officeart/2005/8/layout/chart3"/>
    <dgm:cxn modelId="{D15C4436-ED6B-40A6-9A81-324CAE370D5B}" type="presOf" srcId="{4AD2C595-A50E-4F44-9096-537249958812}" destId="{67792E96-F01E-4406-A4D1-AC2C360856B2}" srcOrd="1" destOrd="0" presId="urn:microsoft.com/office/officeart/2005/8/layout/chart3"/>
    <dgm:cxn modelId="{B3CDD930-0BEF-42C8-8651-40134E2E19F8}" type="presOf" srcId="{D3EEEEBB-EC00-4A90-BFFC-6457DEBE05A3}" destId="{7E96C1C9-B828-4C1C-91F3-9003ABD7606C}" srcOrd="0" destOrd="0" presId="urn:microsoft.com/office/officeart/2005/8/layout/chart3"/>
    <dgm:cxn modelId="{68C81168-4F34-42B3-8C7B-6CA87DFA7FF0}" type="presOf" srcId="{26867196-84E0-4C74-9CD8-FB621F7A3CF7}" destId="{F9C088F2-B973-4425-AE9A-7F625A894DA2}" srcOrd="0" destOrd="1" presId="urn:microsoft.com/office/officeart/2005/8/layout/chart3"/>
    <dgm:cxn modelId="{54D4BD19-3F2F-4C48-A8A3-E5D3ABC7623E}" srcId="{62CEA1F6-4177-49BB-9564-9CE486905014}" destId="{26867196-84E0-4C74-9CD8-FB621F7A3CF7}" srcOrd="0" destOrd="0" parTransId="{04F5BF17-F8A9-49D3-9255-F8D34808C62B}" sibTransId="{0A7DF652-2DA6-437B-81D2-39E737843C87}"/>
    <dgm:cxn modelId="{5707B9D9-E9AE-49D2-9A4E-CDEBC3EE41F6}" type="presOf" srcId="{62CEA1F6-4177-49BB-9564-9CE486905014}" destId="{306A89AE-40A9-4317-85F1-E5A6830E0C11}" srcOrd="1" destOrd="0" presId="urn:microsoft.com/office/officeart/2005/8/layout/chart3"/>
    <dgm:cxn modelId="{D057E6E3-2CBA-4D22-8EA7-472E5B893125}" type="presOf" srcId="{9DC3C57F-CFF2-4EDB-B7BC-501CD22AE546}" destId="{2298B1C8-793E-4CDF-9535-561F0109647A}" srcOrd="0" destOrd="1" presId="urn:microsoft.com/office/officeart/2005/8/layout/chart3"/>
    <dgm:cxn modelId="{1E92A130-B68C-4DB7-AC84-C9DDF852F508}" type="presParOf" srcId="{7E96C1C9-B828-4C1C-91F3-9003ABD7606C}" destId="{109C35C1-D1D6-4906-94D9-62FF3D9210BD}" srcOrd="0" destOrd="0" presId="urn:microsoft.com/office/officeart/2005/8/layout/chart3"/>
    <dgm:cxn modelId="{E8267EA2-0A65-4FB1-A558-C6A073205701}" type="presParOf" srcId="{7E96C1C9-B828-4C1C-91F3-9003ABD7606C}" destId="{67792E96-F01E-4406-A4D1-AC2C360856B2}" srcOrd="1" destOrd="0" presId="urn:microsoft.com/office/officeart/2005/8/layout/chart3"/>
    <dgm:cxn modelId="{78775540-6A0D-4540-999B-FD57CDDBC4AE}" type="presParOf" srcId="{7E96C1C9-B828-4C1C-91F3-9003ABD7606C}" destId="{F9C088F2-B973-4425-AE9A-7F625A894DA2}" srcOrd="2" destOrd="0" presId="urn:microsoft.com/office/officeart/2005/8/layout/chart3"/>
    <dgm:cxn modelId="{9043284E-9DD9-4EE3-89CB-66CC614318AA}" type="presParOf" srcId="{7E96C1C9-B828-4C1C-91F3-9003ABD7606C}" destId="{306A89AE-40A9-4317-85F1-E5A6830E0C11}" srcOrd="3" destOrd="0" presId="urn:microsoft.com/office/officeart/2005/8/layout/chart3"/>
    <dgm:cxn modelId="{F4F8011C-C8DB-405F-9A97-11C095EE5BA7}" type="presParOf" srcId="{7E96C1C9-B828-4C1C-91F3-9003ABD7606C}" destId="{2298B1C8-793E-4CDF-9535-561F0109647A}" srcOrd="4" destOrd="0" presId="urn:microsoft.com/office/officeart/2005/8/layout/chart3"/>
    <dgm:cxn modelId="{FDB5B84A-B8E2-4D35-8C62-B13844379254}" type="presParOf" srcId="{7E96C1C9-B828-4C1C-91F3-9003ABD7606C}" destId="{863198BC-EB7A-4174-80E6-A3FF1F894D96}" srcOrd="5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3CE8D9A-2F5F-E04C-AF81-B61DA3187B58}" type="doc">
      <dgm:prSet loTypeId="urn:microsoft.com/office/officeart/2008/layout/LinedList" loCatId="" qsTypeId="urn:microsoft.com/office/officeart/2005/8/quickstyle/simple3" qsCatId="simple" csTypeId="urn:microsoft.com/office/officeart/2005/8/colors/colorful3" csCatId="colorful" phldr="1"/>
      <dgm:spPr/>
      <dgm:t>
        <a:bodyPr/>
        <a:lstStyle/>
        <a:p>
          <a:endParaRPr lang="es-ES"/>
        </a:p>
      </dgm:t>
    </dgm:pt>
    <dgm:pt modelId="{9C0C5B6B-88B0-0644-95CC-DA013289C236}">
      <dgm:prSet phldrT="[Texto]"/>
      <dgm:spPr/>
      <dgm:t>
        <a:bodyPr/>
        <a:lstStyle/>
        <a:p>
          <a:r>
            <a:rPr lang="es-ES" dirty="0"/>
            <a:t>¿Quiénes somos?</a:t>
          </a:r>
        </a:p>
      </dgm:t>
    </dgm:pt>
    <dgm:pt modelId="{B8FBE750-BA08-3745-BDB2-8DE244854305}" type="parTrans" cxnId="{B913582A-C51A-7948-8CD7-0EAADAC6E1E7}">
      <dgm:prSet/>
      <dgm:spPr/>
      <dgm:t>
        <a:bodyPr/>
        <a:lstStyle/>
        <a:p>
          <a:endParaRPr lang="es-ES"/>
        </a:p>
      </dgm:t>
    </dgm:pt>
    <dgm:pt modelId="{7720ED4A-2659-4441-8B8A-B12AAECACA03}" type="sibTrans" cxnId="{B913582A-C51A-7948-8CD7-0EAADAC6E1E7}">
      <dgm:prSet/>
      <dgm:spPr/>
      <dgm:t>
        <a:bodyPr/>
        <a:lstStyle/>
        <a:p>
          <a:endParaRPr lang="es-ES"/>
        </a:p>
      </dgm:t>
    </dgm:pt>
    <dgm:pt modelId="{4D7DCE72-F1C7-3648-B096-B3BF2FA1BA56}">
      <dgm:prSet phldrT="[Texto]"/>
      <dgm:spPr/>
      <dgm:t>
        <a:bodyPr/>
        <a:lstStyle/>
        <a:p>
          <a:r>
            <a:rPr lang="es-ES" dirty="0"/>
            <a:t>Proyectos</a:t>
          </a:r>
        </a:p>
      </dgm:t>
    </dgm:pt>
    <dgm:pt modelId="{4130B51B-54F0-CE46-A291-A4358F1F6F5A}" type="parTrans" cxnId="{CEF75630-A106-2C4A-813E-06273EBC269D}">
      <dgm:prSet/>
      <dgm:spPr/>
      <dgm:t>
        <a:bodyPr/>
        <a:lstStyle/>
        <a:p>
          <a:endParaRPr lang="es-ES"/>
        </a:p>
      </dgm:t>
    </dgm:pt>
    <dgm:pt modelId="{44AA0FEF-23B0-9044-91B0-9D01CCB0457B}" type="sibTrans" cxnId="{CEF75630-A106-2C4A-813E-06273EBC269D}">
      <dgm:prSet/>
      <dgm:spPr/>
      <dgm:t>
        <a:bodyPr/>
        <a:lstStyle/>
        <a:p>
          <a:endParaRPr lang="es-ES"/>
        </a:p>
      </dgm:t>
    </dgm:pt>
    <dgm:pt modelId="{EA05A323-1CD6-E844-BD1C-19A2225C0340}">
      <dgm:prSet phldrT="[Texto]"/>
      <dgm:spPr/>
      <dgm:t>
        <a:bodyPr/>
        <a:lstStyle/>
        <a:p>
          <a:r>
            <a:rPr lang="es-ES" dirty="0"/>
            <a:t>Organizaciones con las que se ha colaborado</a:t>
          </a:r>
        </a:p>
      </dgm:t>
    </dgm:pt>
    <dgm:pt modelId="{30E5782B-3D30-E84E-8B09-5F18CE4DBC15}" type="parTrans" cxnId="{170E0A80-D936-D547-94C5-570AC1082D21}">
      <dgm:prSet/>
      <dgm:spPr/>
      <dgm:t>
        <a:bodyPr/>
        <a:lstStyle/>
        <a:p>
          <a:endParaRPr lang="es-ES"/>
        </a:p>
      </dgm:t>
    </dgm:pt>
    <dgm:pt modelId="{A735D71C-2096-F344-B726-857D36F14FEB}" type="sibTrans" cxnId="{170E0A80-D936-D547-94C5-570AC1082D21}">
      <dgm:prSet/>
      <dgm:spPr/>
      <dgm:t>
        <a:bodyPr/>
        <a:lstStyle/>
        <a:p>
          <a:endParaRPr lang="es-ES"/>
        </a:p>
      </dgm:t>
    </dgm:pt>
    <dgm:pt modelId="{A00DC1EC-B999-A640-8654-4E50ABDDE020}">
      <dgm:prSet phldrT="[Texto]"/>
      <dgm:spPr/>
      <dgm:t>
        <a:bodyPr/>
        <a:lstStyle/>
        <a:p>
          <a:r>
            <a:rPr lang="es-ES" dirty="0"/>
            <a:t>Proyecto</a:t>
          </a:r>
        </a:p>
      </dgm:t>
    </dgm:pt>
    <dgm:pt modelId="{C1FC985A-8FE8-944A-89F3-975B9C62D138}" type="parTrans" cxnId="{C36FE991-C046-254D-B645-ED7CD9E49D91}">
      <dgm:prSet/>
      <dgm:spPr/>
      <dgm:t>
        <a:bodyPr/>
        <a:lstStyle/>
        <a:p>
          <a:endParaRPr lang="es-ES"/>
        </a:p>
      </dgm:t>
    </dgm:pt>
    <dgm:pt modelId="{48BA50DD-A1B0-B142-8134-1733EC7E096A}" type="sibTrans" cxnId="{C36FE991-C046-254D-B645-ED7CD9E49D91}">
      <dgm:prSet/>
      <dgm:spPr/>
      <dgm:t>
        <a:bodyPr/>
        <a:lstStyle/>
        <a:p>
          <a:endParaRPr lang="es-ES"/>
        </a:p>
      </dgm:t>
    </dgm:pt>
    <dgm:pt modelId="{C067AB59-C7C5-C74B-8B60-2FA743781E39}">
      <dgm:prSet phldrT="[Texto]"/>
      <dgm:spPr/>
      <dgm:t>
        <a:bodyPr/>
        <a:lstStyle/>
        <a:p>
          <a:r>
            <a:rPr lang="es-ES" dirty="0"/>
            <a:t>Características</a:t>
          </a:r>
        </a:p>
      </dgm:t>
    </dgm:pt>
    <dgm:pt modelId="{E4F708B6-A4DC-E54B-965A-6A91932F4F21}" type="parTrans" cxnId="{FA015F84-3A27-6341-B5E5-5AAABF15FCA7}">
      <dgm:prSet/>
      <dgm:spPr/>
      <dgm:t>
        <a:bodyPr/>
        <a:lstStyle/>
        <a:p>
          <a:endParaRPr lang="es-ES"/>
        </a:p>
      </dgm:t>
    </dgm:pt>
    <dgm:pt modelId="{07AED4AD-A571-FA4C-8F60-2811AAEB8399}" type="sibTrans" cxnId="{FA015F84-3A27-6341-B5E5-5AAABF15FCA7}">
      <dgm:prSet/>
      <dgm:spPr/>
      <dgm:t>
        <a:bodyPr/>
        <a:lstStyle/>
        <a:p>
          <a:endParaRPr lang="es-ES"/>
        </a:p>
      </dgm:t>
    </dgm:pt>
    <dgm:pt modelId="{D1D10F65-8C36-4800-AD9D-4A75930380A4}">
      <dgm:prSet phldrT="[Texto]"/>
      <dgm:spPr/>
      <dgm:t>
        <a:bodyPr/>
        <a:lstStyle/>
        <a:p>
          <a:r>
            <a:rPr lang="es-ES" dirty="0"/>
            <a:t>Empresa</a:t>
          </a:r>
        </a:p>
      </dgm:t>
    </dgm:pt>
    <dgm:pt modelId="{90F18EEC-639F-4363-B4CF-89223F0F6C38}" type="parTrans" cxnId="{7D1D3080-7900-4CC4-B4C0-BD39D5B7C3EE}">
      <dgm:prSet/>
      <dgm:spPr/>
      <dgm:t>
        <a:bodyPr/>
        <a:lstStyle/>
        <a:p>
          <a:endParaRPr lang="es-ES_tradnl"/>
        </a:p>
      </dgm:t>
    </dgm:pt>
    <dgm:pt modelId="{99324C82-0C51-4B8E-B7FB-AB0EDB6CDB40}" type="sibTrans" cxnId="{7D1D3080-7900-4CC4-B4C0-BD39D5B7C3EE}">
      <dgm:prSet/>
      <dgm:spPr/>
      <dgm:t>
        <a:bodyPr/>
        <a:lstStyle/>
        <a:p>
          <a:endParaRPr lang="es-ES_tradnl"/>
        </a:p>
      </dgm:t>
    </dgm:pt>
    <dgm:pt modelId="{3440283F-7B94-41E1-A678-109BA5967928}">
      <dgm:prSet phldrT="[Texto]"/>
      <dgm:spPr/>
      <dgm:t>
        <a:bodyPr/>
        <a:lstStyle/>
        <a:p>
          <a:r>
            <a:rPr lang="es-ES" dirty="0"/>
            <a:t>Calidad</a:t>
          </a:r>
        </a:p>
      </dgm:t>
    </dgm:pt>
    <dgm:pt modelId="{620191C0-423A-4FE9-A4F1-5C5D36C0C76E}" type="parTrans" cxnId="{2B3AB939-F741-4B55-BCEC-AC60F4C0DC14}">
      <dgm:prSet/>
      <dgm:spPr/>
      <dgm:t>
        <a:bodyPr/>
        <a:lstStyle/>
        <a:p>
          <a:endParaRPr lang="es-ES_tradnl"/>
        </a:p>
      </dgm:t>
    </dgm:pt>
    <dgm:pt modelId="{23C99D01-59D4-4C59-997C-A7CC57B9FF58}" type="sibTrans" cxnId="{2B3AB939-F741-4B55-BCEC-AC60F4C0DC14}">
      <dgm:prSet/>
      <dgm:spPr/>
      <dgm:t>
        <a:bodyPr/>
        <a:lstStyle/>
        <a:p>
          <a:endParaRPr lang="es-ES_tradnl"/>
        </a:p>
      </dgm:t>
    </dgm:pt>
    <dgm:pt modelId="{D206AD7D-6FCF-BA4A-A881-D49C0A782FC3}">
      <dgm:prSet phldrT="[Texto]"/>
      <dgm:spPr/>
      <dgm:t>
        <a:bodyPr/>
        <a:lstStyle/>
        <a:p>
          <a:r>
            <a:rPr lang="es-ES" dirty="0"/>
            <a:t>Tiempo + Fases (WBS)</a:t>
          </a:r>
        </a:p>
      </dgm:t>
    </dgm:pt>
    <dgm:pt modelId="{948F4234-2DCD-C24A-ABA8-79BDA4601848}" type="sibTrans" cxnId="{DBA51B96-2BDF-C04D-8EE9-74101BC05F2E}">
      <dgm:prSet/>
      <dgm:spPr/>
      <dgm:t>
        <a:bodyPr/>
        <a:lstStyle/>
        <a:p>
          <a:endParaRPr lang="es-ES"/>
        </a:p>
      </dgm:t>
    </dgm:pt>
    <dgm:pt modelId="{2FAF4929-896A-4142-A9D4-FCF51F2A7AA6}" type="parTrans" cxnId="{DBA51B96-2BDF-C04D-8EE9-74101BC05F2E}">
      <dgm:prSet/>
      <dgm:spPr/>
      <dgm:t>
        <a:bodyPr/>
        <a:lstStyle/>
        <a:p>
          <a:endParaRPr lang="es-ES"/>
        </a:p>
      </dgm:t>
    </dgm:pt>
    <dgm:pt modelId="{5B536FDF-F2F3-4D05-AF9A-89E79C92380B}">
      <dgm:prSet phldrT="[Texto]"/>
      <dgm:spPr/>
      <dgm:t>
        <a:bodyPr/>
        <a:lstStyle/>
        <a:p>
          <a:r>
            <a:rPr lang="es-ES" dirty="0"/>
            <a:t>Presupuesto</a:t>
          </a:r>
        </a:p>
      </dgm:t>
    </dgm:pt>
    <dgm:pt modelId="{3DAEA229-1474-4E45-A55F-BA78088D2142}" type="sibTrans" cxnId="{366F432C-1A26-4011-8836-F1CB5F23632D}">
      <dgm:prSet/>
      <dgm:spPr/>
      <dgm:t>
        <a:bodyPr/>
        <a:lstStyle/>
        <a:p>
          <a:endParaRPr lang="es-ES_tradnl"/>
        </a:p>
      </dgm:t>
    </dgm:pt>
    <dgm:pt modelId="{56E7C592-F553-41EA-A0F8-EBF440BF702D}" type="parTrans" cxnId="{366F432C-1A26-4011-8836-F1CB5F23632D}">
      <dgm:prSet/>
      <dgm:spPr/>
      <dgm:t>
        <a:bodyPr/>
        <a:lstStyle/>
        <a:p>
          <a:endParaRPr lang="es-ES_tradnl"/>
        </a:p>
      </dgm:t>
    </dgm:pt>
    <dgm:pt modelId="{9C72B4A7-9E41-F145-8AD3-8256C9A803CC}">
      <dgm:prSet phldrT="[Texto]"/>
      <dgm:spPr/>
      <dgm:t>
        <a:bodyPr/>
        <a:lstStyle/>
        <a:p>
          <a:r>
            <a:rPr lang="es-ES" dirty="0"/>
            <a:t>Líneas futuras</a:t>
          </a:r>
        </a:p>
      </dgm:t>
    </dgm:pt>
    <dgm:pt modelId="{039D7ABA-FFC7-B445-A429-CFC439A2367F}" type="parTrans" cxnId="{A916F14C-FD8F-1041-9237-07A7F4B0E424}">
      <dgm:prSet/>
      <dgm:spPr/>
      <dgm:t>
        <a:bodyPr/>
        <a:lstStyle/>
        <a:p>
          <a:endParaRPr lang="es-ES"/>
        </a:p>
      </dgm:t>
    </dgm:pt>
    <dgm:pt modelId="{05E1DC99-928D-904E-97A5-EF73BF8DD59B}" type="sibTrans" cxnId="{A916F14C-FD8F-1041-9237-07A7F4B0E424}">
      <dgm:prSet/>
      <dgm:spPr/>
      <dgm:t>
        <a:bodyPr/>
        <a:lstStyle/>
        <a:p>
          <a:endParaRPr lang="es-ES"/>
        </a:p>
      </dgm:t>
    </dgm:pt>
    <dgm:pt modelId="{A4615577-DB07-0E46-BAD9-752076C1E8EB}" type="pres">
      <dgm:prSet presAssocID="{C3CE8D9A-2F5F-E04C-AF81-B61DA3187B58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es-ES"/>
        </a:p>
      </dgm:t>
    </dgm:pt>
    <dgm:pt modelId="{4324E71C-51E4-4FFA-9638-472734009553}" type="pres">
      <dgm:prSet presAssocID="{D1D10F65-8C36-4800-AD9D-4A75930380A4}" presName="thickLine" presStyleLbl="alignNode1" presStyleIdx="0" presStyleCnt="3" custLinFactNeighborY="-59234"/>
      <dgm:spPr/>
    </dgm:pt>
    <dgm:pt modelId="{35D4AF3C-4879-491B-8004-F3B88F6D9FB5}" type="pres">
      <dgm:prSet presAssocID="{D1D10F65-8C36-4800-AD9D-4A75930380A4}" presName="horz1" presStyleCnt="0"/>
      <dgm:spPr/>
    </dgm:pt>
    <dgm:pt modelId="{792A15AE-68CB-4B5E-A488-D8B2430819E0}" type="pres">
      <dgm:prSet presAssocID="{D1D10F65-8C36-4800-AD9D-4A75930380A4}" presName="tx1" presStyleLbl="revTx" presStyleIdx="0" presStyleCnt="10" custScaleY="81135"/>
      <dgm:spPr/>
      <dgm:t>
        <a:bodyPr/>
        <a:lstStyle/>
        <a:p>
          <a:endParaRPr lang="es-ES"/>
        </a:p>
      </dgm:t>
    </dgm:pt>
    <dgm:pt modelId="{162AB6D4-F395-4B55-9519-21B610CC0382}" type="pres">
      <dgm:prSet presAssocID="{D1D10F65-8C36-4800-AD9D-4A75930380A4}" presName="vert1" presStyleCnt="0"/>
      <dgm:spPr/>
    </dgm:pt>
    <dgm:pt modelId="{412C8F4B-57E8-4EE2-95F4-7EAB16DF68B6}" type="pres">
      <dgm:prSet presAssocID="{9C0C5B6B-88B0-0644-95CC-DA013289C236}" presName="vertSpace2a" presStyleCnt="0"/>
      <dgm:spPr/>
    </dgm:pt>
    <dgm:pt modelId="{706ACAA7-2B5D-4D39-81AB-5DAABC04EC1D}" type="pres">
      <dgm:prSet presAssocID="{9C0C5B6B-88B0-0644-95CC-DA013289C236}" presName="horz2" presStyleCnt="0"/>
      <dgm:spPr/>
    </dgm:pt>
    <dgm:pt modelId="{3456CDB8-701B-42F1-87C2-C295CD1E48EE}" type="pres">
      <dgm:prSet presAssocID="{9C0C5B6B-88B0-0644-95CC-DA013289C236}" presName="horzSpace2" presStyleCnt="0"/>
      <dgm:spPr/>
    </dgm:pt>
    <dgm:pt modelId="{520D1D2C-1114-41BF-8F7E-61F71B01A781}" type="pres">
      <dgm:prSet presAssocID="{9C0C5B6B-88B0-0644-95CC-DA013289C236}" presName="tx2" presStyleLbl="revTx" presStyleIdx="1" presStyleCnt="10"/>
      <dgm:spPr/>
      <dgm:t>
        <a:bodyPr/>
        <a:lstStyle/>
        <a:p>
          <a:endParaRPr lang="es-ES"/>
        </a:p>
      </dgm:t>
    </dgm:pt>
    <dgm:pt modelId="{D6DDDC7E-F1A5-4153-9143-0972F5C1698F}" type="pres">
      <dgm:prSet presAssocID="{9C0C5B6B-88B0-0644-95CC-DA013289C236}" presName="vert2" presStyleCnt="0"/>
      <dgm:spPr/>
    </dgm:pt>
    <dgm:pt modelId="{0A0EB41C-54BD-4DBD-AE20-1F9966450DC3}" type="pres">
      <dgm:prSet presAssocID="{9C0C5B6B-88B0-0644-95CC-DA013289C236}" presName="thinLine2b" presStyleLbl="callout" presStyleIdx="0" presStyleCnt="7"/>
      <dgm:spPr/>
    </dgm:pt>
    <dgm:pt modelId="{BD1DC2FA-97F1-47D7-B64D-204FB692D739}" type="pres">
      <dgm:prSet presAssocID="{9C0C5B6B-88B0-0644-95CC-DA013289C236}" presName="vertSpace2b" presStyleCnt="0"/>
      <dgm:spPr/>
    </dgm:pt>
    <dgm:pt modelId="{AA817BFD-CFD8-4863-BA21-FE68B817CC3C}" type="pres">
      <dgm:prSet presAssocID="{4D7DCE72-F1C7-3648-B096-B3BF2FA1BA56}" presName="horz2" presStyleCnt="0"/>
      <dgm:spPr/>
    </dgm:pt>
    <dgm:pt modelId="{BD57D683-A942-4221-A2F2-BB0CF711AC57}" type="pres">
      <dgm:prSet presAssocID="{4D7DCE72-F1C7-3648-B096-B3BF2FA1BA56}" presName="horzSpace2" presStyleCnt="0"/>
      <dgm:spPr/>
    </dgm:pt>
    <dgm:pt modelId="{F1E3A902-B27E-4D1E-9D62-838DBF77570E}" type="pres">
      <dgm:prSet presAssocID="{4D7DCE72-F1C7-3648-B096-B3BF2FA1BA56}" presName="tx2" presStyleLbl="revTx" presStyleIdx="2" presStyleCnt="10"/>
      <dgm:spPr/>
      <dgm:t>
        <a:bodyPr/>
        <a:lstStyle/>
        <a:p>
          <a:endParaRPr lang="es-ES"/>
        </a:p>
      </dgm:t>
    </dgm:pt>
    <dgm:pt modelId="{4F138E20-5633-4DCC-BBC2-20DFBFC7868F}" type="pres">
      <dgm:prSet presAssocID="{4D7DCE72-F1C7-3648-B096-B3BF2FA1BA56}" presName="vert2" presStyleCnt="0"/>
      <dgm:spPr/>
    </dgm:pt>
    <dgm:pt modelId="{2B79C5B5-7045-4C8A-A0D3-ED34D320DACE}" type="pres">
      <dgm:prSet presAssocID="{4D7DCE72-F1C7-3648-B096-B3BF2FA1BA56}" presName="thinLine2b" presStyleLbl="callout" presStyleIdx="1" presStyleCnt="7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8C3B0260-807F-409D-975C-EBFF816514C3}" type="pres">
      <dgm:prSet presAssocID="{4D7DCE72-F1C7-3648-B096-B3BF2FA1BA56}" presName="vertSpace2b" presStyleCnt="0"/>
      <dgm:spPr/>
    </dgm:pt>
    <dgm:pt modelId="{DCC37064-A6D2-4A55-A252-3829429045E5}" type="pres">
      <dgm:prSet presAssocID="{EA05A323-1CD6-E844-BD1C-19A2225C0340}" presName="horz2" presStyleCnt="0"/>
      <dgm:spPr/>
    </dgm:pt>
    <dgm:pt modelId="{AF620EF4-9246-40B0-95DD-0F97FD557889}" type="pres">
      <dgm:prSet presAssocID="{EA05A323-1CD6-E844-BD1C-19A2225C0340}" presName="horzSpace2" presStyleCnt="0"/>
      <dgm:spPr/>
    </dgm:pt>
    <dgm:pt modelId="{821592CB-BF1E-40A4-88FF-532C668728A8}" type="pres">
      <dgm:prSet presAssocID="{EA05A323-1CD6-E844-BD1C-19A2225C0340}" presName="tx2" presStyleLbl="revTx" presStyleIdx="3" presStyleCnt="10"/>
      <dgm:spPr/>
      <dgm:t>
        <a:bodyPr/>
        <a:lstStyle/>
        <a:p>
          <a:endParaRPr lang="es-ES"/>
        </a:p>
      </dgm:t>
    </dgm:pt>
    <dgm:pt modelId="{4A2BC687-FFD6-4EBF-9A58-5F5A5936D128}" type="pres">
      <dgm:prSet presAssocID="{EA05A323-1CD6-E844-BD1C-19A2225C0340}" presName="vert2" presStyleCnt="0"/>
      <dgm:spPr/>
    </dgm:pt>
    <dgm:pt modelId="{AFB2C275-AEA0-46EA-8FAC-DEEB17253C42}" type="pres">
      <dgm:prSet presAssocID="{EA05A323-1CD6-E844-BD1C-19A2225C0340}" presName="thinLine2b" presStyleLbl="callout" presStyleIdx="2" presStyleCnt="7" custLinFactNeighborY="-22571"/>
      <dgm:spPr/>
    </dgm:pt>
    <dgm:pt modelId="{B63F60B4-89E7-4E26-9559-C63693EDEACE}" type="pres">
      <dgm:prSet presAssocID="{EA05A323-1CD6-E844-BD1C-19A2225C0340}" presName="vertSpace2b" presStyleCnt="0"/>
      <dgm:spPr/>
    </dgm:pt>
    <dgm:pt modelId="{B2F277F3-7CF1-994E-B28A-0B3155C31199}" type="pres">
      <dgm:prSet presAssocID="{A00DC1EC-B999-A640-8654-4E50ABDDE020}" presName="thickLine" presStyleLbl="alignNode1" presStyleIdx="1" presStyleCnt="3" custLinFactNeighborY="-696"/>
      <dgm:spPr/>
    </dgm:pt>
    <dgm:pt modelId="{0C40495D-3188-9E48-A89E-F64BB2F461F5}" type="pres">
      <dgm:prSet presAssocID="{A00DC1EC-B999-A640-8654-4E50ABDDE020}" presName="horz1" presStyleCnt="0"/>
      <dgm:spPr/>
    </dgm:pt>
    <dgm:pt modelId="{9891002C-403A-A043-B663-E6FEB51C2557}" type="pres">
      <dgm:prSet presAssocID="{A00DC1EC-B999-A640-8654-4E50ABDDE020}" presName="tx1" presStyleLbl="revTx" presStyleIdx="4" presStyleCnt="10"/>
      <dgm:spPr/>
      <dgm:t>
        <a:bodyPr/>
        <a:lstStyle/>
        <a:p>
          <a:endParaRPr lang="es-ES"/>
        </a:p>
      </dgm:t>
    </dgm:pt>
    <dgm:pt modelId="{84783DB1-8E64-8549-92F0-B23833CEE8B0}" type="pres">
      <dgm:prSet presAssocID="{A00DC1EC-B999-A640-8654-4E50ABDDE020}" presName="vert1" presStyleCnt="0"/>
      <dgm:spPr/>
    </dgm:pt>
    <dgm:pt modelId="{7639A2F8-0310-4BED-B4BD-EAB6A5C40B77}" type="pres">
      <dgm:prSet presAssocID="{C067AB59-C7C5-C74B-8B60-2FA743781E39}" presName="vertSpace2a" presStyleCnt="0"/>
      <dgm:spPr/>
    </dgm:pt>
    <dgm:pt modelId="{6A69390F-9BF9-4ABA-8159-EAF93506C37D}" type="pres">
      <dgm:prSet presAssocID="{C067AB59-C7C5-C74B-8B60-2FA743781E39}" presName="horz2" presStyleCnt="0"/>
      <dgm:spPr/>
    </dgm:pt>
    <dgm:pt modelId="{80389192-84FD-488B-A175-87A5FB0572BA}" type="pres">
      <dgm:prSet presAssocID="{C067AB59-C7C5-C74B-8B60-2FA743781E39}" presName="horzSpace2" presStyleCnt="0"/>
      <dgm:spPr/>
    </dgm:pt>
    <dgm:pt modelId="{CECABC1D-D0D2-4346-AB17-5BDF3AE0B320}" type="pres">
      <dgm:prSet presAssocID="{C067AB59-C7C5-C74B-8B60-2FA743781E39}" presName="tx2" presStyleLbl="revTx" presStyleIdx="5" presStyleCnt="10"/>
      <dgm:spPr/>
      <dgm:t>
        <a:bodyPr/>
        <a:lstStyle/>
        <a:p>
          <a:endParaRPr lang="es-ES"/>
        </a:p>
      </dgm:t>
    </dgm:pt>
    <dgm:pt modelId="{C56FE37B-F98C-4D15-95CF-6DC56554B5B4}" type="pres">
      <dgm:prSet presAssocID="{C067AB59-C7C5-C74B-8B60-2FA743781E39}" presName="vert2" presStyleCnt="0"/>
      <dgm:spPr/>
    </dgm:pt>
    <dgm:pt modelId="{5D84D3DB-F553-4712-A813-E34BD39795E9}" type="pres">
      <dgm:prSet presAssocID="{C067AB59-C7C5-C74B-8B60-2FA743781E39}" presName="thinLine2b" presStyleLbl="callout" presStyleIdx="3" presStyleCnt="7"/>
      <dgm:spPr/>
    </dgm:pt>
    <dgm:pt modelId="{2128B8DA-3804-468D-B525-5F0093F85BA2}" type="pres">
      <dgm:prSet presAssocID="{C067AB59-C7C5-C74B-8B60-2FA743781E39}" presName="vertSpace2b" presStyleCnt="0"/>
      <dgm:spPr/>
    </dgm:pt>
    <dgm:pt modelId="{4F42B568-F39A-4181-8658-EC1C2143BBA0}" type="pres">
      <dgm:prSet presAssocID="{D206AD7D-6FCF-BA4A-A881-D49C0A782FC3}" presName="horz2" presStyleCnt="0"/>
      <dgm:spPr/>
    </dgm:pt>
    <dgm:pt modelId="{4F8359BF-8C47-4A90-A343-AF5BDC5F9DE8}" type="pres">
      <dgm:prSet presAssocID="{D206AD7D-6FCF-BA4A-A881-D49C0A782FC3}" presName="horzSpace2" presStyleCnt="0"/>
      <dgm:spPr/>
    </dgm:pt>
    <dgm:pt modelId="{70B24025-E2C6-417F-99E1-3AE2064C772D}" type="pres">
      <dgm:prSet presAssocID="{D206AD7D-6FCF-BA4A-A881-D49C0A782FC3}" presName="tx2" presStyleLbl="revTx" presStyleIdx="6" presStyleCnt="10"/>
      <dgm:spPr/>
      <dgm:t>
        <a:bodyPr/>
        <a:lstStyle/>
        <a:p>
          <a:endParaRPr lang="es-ES"/>
        </a:p>
      </dgm:t>
    </dgm:pt>
    <dgm:pt modelId="{7CEB9B09-60D8-4882-A2D8-38EF68D5C19F}" type="pres">
      <dgm:prSet presAssocID="{D206AD7D-6FCF-BA4A-A881-D49C0A782FC3}" presName="vert2" presStyleCnt="0"/>
      <dgm:spPr/>
    </dgm:pt>
    <dgm:pt modelId="{5E350EE4-2D6A-4A16-A0FE-9FACA9074727}" type="pres">
      <dgm:prSet presAssocID="{D206AD7D-6FCF-BA4A-A881-D49C0A782FC3}" presName="thinLine2b" presStyleLbl="callout" presStyleIdx="4" presStyleCnt="7"/>
      <dgm:spPr/>
    </dgm:pt>
    <dgm:pt modelId="{9BB5AFB5-07F7-4132-85A2-44E6D0516C88}" type="pres">
      <dgm:prSet presAssocID="{D206AD7D-6FCF-BA4A-A881-D49C0A782FC3}" presName="vertSpace2b" presStyleCnt="0"/>
      <dgm:spPr/>
    </dgm:pt>
    <dgm:pt modelId="{CFD8E1A3-90D3-46A8-AE85-EB36E0237BB5}" type="pres">
      <dgm:prSet presAssocID="{3440283F-7B94-41E1-A678-109BA5967928}" presName="horz2" presStyleCnt="0"/>
      <dgm:spPr/>
    </dgm:pt>
    <dgm:pt modelId="{274EF02C-7D1A-409B-A859-EE71E535A688}" type="pres">
      <dgm:prSet presAssocID="{3440283F-7B94-41E1-A678-109BA5967928}" presName="horzSpace2" presStyleCnt="0"/>
      <dgm:spPr/>
    </dgm:pt>
    <dgm:pt modelId="{1AB85A7C-0FFD-4546-B83C-987E91EDF1C9}" type="pres">
      <dgm:prSet presAssocID="{3440283F-7B94-41E1-A678-109BA5967928}" presName="tx2" presStyleLbl="revTx" presStyleIdx="7" presStyleCnt="10"/>
      <dgm:spPr/>
      <dgm:t>
        <a:bodyPr/>
        <a:lstStyle/>
        <a:p>
          <a:endParaRPr lang="es-ES"/>
        </a:p>
      </dgm:t>
    </dgm:pt>
    <dgm:pt modelId="{6F7BAE7F-F22E-4343-8455-8D1D04AE6291}" type="pres">
      <dgm:prSet presAssocID="{3440283F-7B94-41E1-A678-109BA5967928}" presName="vert2" presStyleCnt="0"/>
      <dgm:spPr/>
    </dgm:pt>
    <dgm:pt modelId="{DF72560F-E95F-423D-A8FF-AAE8DAA00A74}" type="pres">
      <dgm:prSet presAssocID="{3440283F-7B94-41E1-A678-109BA5967928}" presName="thinLine2b" presStyleLbl="callout" presStyleIdx="5" presStyleCnt="7"/>
      <dgm:spPr/>
    </dgm:pt>
    <dgm:pt modelId="{D8D1CF1A-EF09-4022-8D03-FD002D4FE754}" type="pres">
      <dgm:prSet presAssocID="{3440283F-7B94-41E1-A678-109BA5967928}" presName="vertSpace2b" presStyleCnt="0"/>
      <dgm:spPr/>
    </dgm:pt>
    <dgm:pt modelId="{00451E5C-D19E-4AC4-8C6F-60950BA475F2}" type="pres">
      <dgm:prSet presAssocID="{5B536FDF-F2F3-4D05-AF9A-89E79C92380B}" presName="horz2" presStyleCnt="0"/>
      <dgm:spPr/>
    </dgm:pt>
    <dgm:pt modelId="{3C367370-E70B-40CC-9DCF-3FC0C33EDE1B}" type="pres">
      <dgm:prSet presAssocID="{5B536FDF-F2F3-4D05-AF9A-89E79C92380B}" presName="horzSpace2" presStyleCnt="0"/>
      <dgm:spPr/>
    </dgm:pt>
    <dgm:pt modelId="{EDBBCE88-88E0-4C06-BA01-B4EFB6C685E1}" type="pres">
      <dgm:prSet presAssocID="{5B536FDF-F2F3-4D05-AF9A-89E79C92380B}" presName="tx2" presStyleLbl="revTx" presStyleIdx="8" presStyleCnt="10"/>
      <dgm:spPr/>
      <dgm:t>
        <a:bodyPr/>
        <a:lstStyle/>
        <a:p>
          <a:endParaRPr lang="es-ES"/>
        </a:p>
      </dgm:t>
    </dgm:pt>
    <dgm:pt modelId="{5EA7847F-7A65-4DE6-AFB0-0784772E4EA1}" type="pres">
      <dgm:prSet presAssocID="{5B536FDF-F2F3-4D05-AF9A-89E79C92380B}" presName="vert2" presStyleCnt="0"/>
      <dgm:spPr/>
    </dgm:pt>
    <dgm:pt modelId="{22FFB06E-FF71-449B-9AA1-BDA4A6D85DF8}" type="pres">
      <dgm:prSet presAssocID="{5B536FDF-F2F3-4D05-AF9A-89E79C92380B}" presName="thinLine2b" presStyleLbl="callout" presStyleIdx="6" presStyleCnt="7"/>
      <dgm:spPr/>
    </dgm:pt>
    <dgm:pt modelId="{D29BEB5B-2E19-4BA8-823B-ABEF6ECE6E88}" type="pres">
      <dgm:prSet presAssocID="{5B536FDF-F2F3-4D05-AF9A-89E79C92380B}" presName="vertSpace2b" presStyleCnt="0"/>
      <dgm:spPr/>
    </dgm:pt>
    <dgm:pt modelId="{F3F97593-6E83-0F47-AC56-87F880B5136A}" type="pres">
      <dgm:prSet presAssocID="{9C72B4A7-9E41-F145-8AD3-8256C9A803CC}" presName="thickLine" presStyleLbl="alignNode1" presStyleIdx="2" presStyleCnt="3"/>
      <dgm:spPr/>
    </dgm:pt>
    <dgm:pt modelId="{5252C1B0-2D3F-E946-88C3-3B9DE026AA3B}" type="pres">
      <dgm:prSet presAssocID="{9C72B4A7-9E41-F145-8AD3-8256C9A803CC}" presName="horz1" presStyleCnt="0"/>
      <dgm:spPr/>
    </dgm:pt>
    <dgm:pt modelId="{DB02E969-16E1-B544-B84F-34044CEA806B}" type="pres">
      <dgm:prSet presAssocID="{9C72B4A7-9E41-F145-8AD3-8256C9A803CC}" presName="tx1" presStyleLbl="revTx" presStyleIdx="9" presStyleCnt="10"/>
      <dgm:spPr/>
      <dgm:t>
        <a:bodyPr/>
        <a:lstStyle/>
        <a:p>
          <a:endParaRPr lang="es-ES"/>
        </a:p>
      </dgm:t>
    </dgm:pt>
    <dgm:pt modelId="{198006FC-E4EB-0749-8807-9F4FBE5C6BCC}" type="pres">
      <dgm:prSet presAssocID="{9C72B4A7-9E41-F145-8AD3-8256C9A803CC}" presName="vert1" presStyleCnt="0"/>
      <dgm:spPr/>
    </dgm:pt>
  </dgm:ptLst>
  <dgm:cxnLst>
    <dgm:cxn modelId="{2B3AB939-F741-4B55-BCEC-AC60F4C0DC14}" srcId="{A00DC1EC-B999-A640-8654-4E50ABDDE020}" destId="{3440283F-7B94-41E1-A678-109BA5967928}" srcOrd="2" destOrd="0" parTransId="{620191C0-423A-4FE9-A4F1-5C5D36C0C76E}" sibTransId="{23C99D01-59D4-4C59-997C-A7CC57B9FF58}"/>
    <dgm:cxn modelId="{9B92625F-F6BB-B542-BFDD-1C913DC7F688}" type="presOf" srcId="{9C72B4A7-9E41-F145-8AD3-8256C9A803CC}" destId="{DB02E969-16E1-B544-B84F-34044CEA806B}" srcOrd="0" destOrd="0" presId="urn:microsoft.com/office/officeart/2008/layout/LinedList"/>
    <dgm:cxn modelId="{DBA51B96-2BDF-C04D-8EE9-74101BC05F2E}" srcId="{A00DC1EC-B999-A640-8654-4E50ABDDE020}" destId="{D206AD7D-6FCF-BA4A-A881-D49C0A782FC3}" srcOrd="1" destOrd="0" parTransId="{2FAF4929-896A-4142-A9D4-FCF51F2A7AA6}" sibTransId="{948F4234-2DCD-C24A-ABA8-79BDA4601848}"/>
    <dgm:cxn modelId="{B913582A-C51A-7948-8CD7-0EAADAC6E1E7}" srcId="{D1D10F65-8C36-4800-AD9D-4A75930380A4}" destId="{9C0C5B6B-88B0-0644-95CC-DA013289C236}" srcOrd="0" destOrd="0" parTransId="{B8FBE750-BA08-3745-BDB2-8DE244854305}" sibTransId="{7720ED4A-2659-4441-8B8A-B12AAECACA03}"/>
    <dgm:cxn modelId="{9F261941-24ED-402A-AAD4-7E453770E726}" type="presOf" srcId="{EA05A323-1CD6-E844-BD1C-19A2225C0340}" destId="{821592CB-BF1E-40A4-88FF-532C668728A8}" srcOrd="0" destOrd="0" presId="urn:microsoft.com/office/officeart/2008/layout/LinedList"/>
    <dgm:cxn modelId="{BE140C54-7845-4FA6-BD16-779C89E4A191}" type="presOf" srcId="{C067AB59-C7C5-C74B-8B60-2FA743781E39}" destId="{CECABC1D-D0D2-4346-AB17-5BDF3AE0B320}" srcOrd="0" destOrd="0" presId="urn:microsoft.com/office/officeart/2008/layout/LinedList"/>
    <dgm:cxn modelId="{88CAD25B-4863-724E-A8BB-5EA65B911430}" type="presOf" srcId="{C3CE8D9A-2F5F-E04C-AF81-B61DA3187B58}" destId="{A4615577-DB07-0E46-BAD9-752076C1E8EB}" srcOrd="0" destOrd="0" presId="urn:microsoft.com/office/officeart/2008/layout/LinedList"/>
    <dgm:cxn modelId="{170E0A80-D936-D547-94C5-570AC1082D21}" srcId="{D1D10F65-8C36-4800-AD9D-4A75930380A4}" destId="{EA05A323-1CD6-E844-BD1C-19A2225C0340}" srcOrd="2" destOrd="0" parTransId="{30E5782B-3D30-E84E-8B09-5F18CE4DBC15}" sibTransId="{A735D71C-2096-F344-B726-857D36F14FEB}"/>
    <dgm:cxn modelId="{A916F14C-FD8F-1041-9237-07A7F4B0E424}" srcId="{C3CE8D9A-2F5F-E04C-AF81-B61DA3187B58}" destId="{9C72B4A7-9E41-F145-8AD3-8256C9A803CC}" srcOrd="2" destOrd="0" parTransId="{039D7ABA-FFC7-B445-A429-CFC439A2367F}" sibTransId="{05E1DC99-928D-904E-97A5-EF73BF8DD59B}"/>
    <dgm:cxn modelId="{6FCFE956-A4B8-4040-A710-4C204E8AB087}" type="presOf" srcId="{5B536FDF-F2F3-4D05-AF9A-89E79C92380B}" destId="{EDBBCE88-88E0-4C06-BA01-B4EFB6C685E1}" srcOrd="0" destOrd="0" presId="urn:microsoft.com/office/officeart/2008/layout/LinedList"/>
    <dgm:cxn modelId="{7D1D3080-7900-4CC4-B4C0-BD39D5B7C3EE}" srcId="{C3CE8D9A-2F5F-E04C-AF81-B61DA3187B58}" destId="{D1D10F65-8C36-4800-AD9D-4A75930380A4}" srcOrd="0" destOrd="0" parTransId="{90F18EEC-639F-4363-B4CF-89223F0F6C38}" sibTransId="{99324C82-0C51-4B8E-B7FB-AB0EDB6CDB40}"/>
    <dgm:cxn modelId="{AFE1BFFD-BCE2-4B07-8778-349DF1D2A1BC}" type="presOf" srcId="{D206AD7D-6FCF-BA4A-A881-D49C0A782FC3}" destId="{70B24025-E2C6-417F-99E1-3AE2064C772D}" srcOrd="0" destOrd="0" presId="urn:microsoft.com/office/officeart/2008/layout/LinedList"/>
    <dgm:cxn modelId="{2FE6312A-8E9C-42E4-A35F-065C47954353}" type="presOf" srcId="{D1D10F65-8C36-4800-AD9D-4A75930380A4}" destId="{792A15AE-68CB-4B5E-A488-D8B2430819E0}" srcOrd="0" destOrd="0" presId="urn:microsoft.com/office/officeart/2008/layout/LinedList"/>
    <dgm:cxn modelId="{FA015F84-3A27-6341-B5E5-5AAABF15FCA7}" srcId="{A00DC1EC-B999-A640-8654-4E50ABDDE020}" destId="{C067AB59-C7C5-C74B-8B60-2FA743781E39}" srcOrd="0" destOrd="0" parTransId="{E4F708B6-A4DC-E54B-965A-6A91932F4F21}" sibTransId="{07AED4AD-A571-FA4C-8F60-2811AAEB8399}"/>
    <dgm:cxn modelId="{3E29948C-DFFC-AB42-9C68-F162D26487F0}" type="presOf" srcId="{A00DC1EC-B999-A640-8654-4E50ABDDE020}" destId="{9891002C-403A-A043-B663-E6FEB51C2557}" srcOrd="0" destOrd="0" presId="urn:microsoft.com/office/officeart/2008/layout/LinedList"/>
    <dgm:cxn modelId="{3BDFFADE-29A9-481E-B58F-434B0C851ADE}" type="presOf" srcId="{4D7DCE72-F1C7-3648-B096-B3BF2FA1BA56}" destId="{F1E3A902-B27E-4D1E-9D62-838DBF77570E}" srcOrd="0" destOrd="0" presId="urn:microsoft.com/office/officeart/2008/layout/LinedList"/>
    <dgm:cxn modelId="{366F432C-1A26-4011-8836-F1CB5F23632D}" srcId="{A00DC1EC-B999-A640-8654-4E50ABDDE020}" destId="{5B536FDF-F2F3-4D05-AF9A-89E79C92380B}" srcOrd="3" destOrd="0" parTransId="{56E7C592-F553-41EA-A0F8-EBF440BF702D}" sibTransId="{3DAEA229-1474-4E45-A55F-BA78088D2142}"/>
    <dgm:cxn modelId="{85AEC94C-8398-42E2-BCFF-BE328E528E4F}" type="presOf" srcId="{9C0C5B6B-88B0-0644-95CC-DA013289C236}" destId="{520D1D2C-1114-41BF-8F7E-61F71B01A781}" srcOrd="0" destOrd="0" presId="urn:microsoft.com/office/officeart/2008/layout/LinedList"/>
    <dgm:cxn modelId="{57DCF56E-A877-4D98-80BC-07F249D9A3FF}" type="presOf" srcId="{3440283F-7B94-41E1-A678-109BA5967928}" destId="{1AB85A7C-0FFD-4546-B83C-987E91EDF1C9}" srcOrd="0" destOrd="0" presId="urn:microsoft.com/office/officeart/2008/layout/LinedList"/>
    <dgm:cxn modelId="{C36FE991-C046-254D-B645-ED7CD9E49D91}" srcId="{C3CE8D9A-2F5F-E04C-AF81-B61DA3187B58}" destId="{A00DC1EC-B999-A640-8654-4E50ABDDE020}" srcOrd="1" destOrd="0" parTransId="{C1FC985A-8FE8-944A-89F3-975B9C62D138}" sibTransId="{48BA50DD-A1B0-B142-8134-1733EC7E096A}"/>
    <dgm:cxn modelId="{CEF75630-A106-2C4A-813E-06273EBC269D}" srcId="{D1D10F65-8C36-4800-AD9D-4A75930380A4}" destId="{4D7DCE72-F1C7-3648-B096-B3BF2FA1BA56}" srcOrd="1" destOrd="0" parTransId="{4130B51B-54F0-CE46-A291-A4358F1F6F5A}" sibTransId="{44AA0FEF-23B0-9044-91B0-9D01CCB0457B}"/>
    <dgm:cxn modelId="{4DB7B23E-B30F-4C81-8ACC-F20339733989}" type="presParOf" srcId="{A4615577-DB07-0E46-BAD9-752076C1E8EB}" destId="{4324E71C-51E4-4FFA-9638-472734009553}" srcOrd="0" destOrd="0" presId="urn:microsoft.com/office/officeart/2008/layout/LinedList"/>
    <dgm:cxn modelId="{5F89DA01-B92A-4DC0-9CEE-1F6FA1D40ECE}" type="presParOf" srcId="{A4615577-DB07-0E46-BAD9-752076C1E8EB}" destId="{35D4AF3C-4879-491B-8004-F3B88F6D9FB5}" srcOrd="1" destOrd="0" presId="urn:microsoft.com/office/officeart/2008/layout/LinedList"/>
    <dgm:cxn modelId="{F3D6BEA2-B2D9-4B81-A154-A2B392387994}" type="presParOf" srcId="{35D4AF3C-4879-491B-8004-F3B88F6D9FB5}" destId="{792A15AE-68CB-4B5E-A488-D8B2430819E0}" srcOrd="0" destOrd="0" presId="urn:microsoft.com/office/officeart/2008/layout/LinedList"/>
    <dgm:cxn modelId="{F7785119-16D5-4918-A11C-76CAE3186FCE}" type="presParOf" srcId="{35D4AF3C-4879-491B-8004-F3B88F6D9FB5}" destId="{162AB6D4-F395-4B55-9519-21B610CC0382}" srcOrd="1" destOrd="0" presId="urn:microsoft.com/office/officeart/2008/layout/LinedList"/>
    <dgm:cxn modelId="{B8EBD6DE-7A50-4C60-B506-ECD05FE59218}" type="presParOf" srcId="{162AB6D4-F395-4B55-9519-21B610CC0382}" destId="{412C8F4B-57E8-4EE2-95F4-7EAB16DF68B6}" srcOrd="0" destOrd="0" presId="urn:microsoft.com/office/officeart/2008/layout/LinedList"/>
    <dgm:cxn modelId="{956FD370-326D-4EB3-801A-A29C8A2FA36A}" type="presParOf" srcId="{162AB6D4-F395-4B55-9519-21B610CC0382}" destId="{706ACAA7-2B5D-4D39-81AB-5DAABC04EC1D}" srcOrd="1" destOrd="0" presId="urn:microsoft.com/office/officeart/2008/layout/LinedList"/>
    <dgm:cxn modelId="{A39098EB-962C-4166-8037-F95585B9F478}" type="presParOf" srcId="{706ACAA7-2B5D-4D39-81AB-5DAABC04EC1D}" destId="{3456CDB8-701B-42F1-87C2-C295CD1E48EE}" srcOrd="0" destOrd="0" presId="urn:microsoft.com/office/officeart/2008/layout/LinedList"/>
    <dgm:cxn modelId="{342403CE-B025-4D29-8793-EA37F41E586D}" type="presParOf" srcId="{706ACAA7-2B5D-4D39-81AB-5DAABC04EC1D}" destId="{520D1D2C-1114-41BF-8F7E-61F71B01A781}" srcOrd="1" destOrd="0" presId="urn:microsoft.com/office/officeart/2008/layout/LinedList"/>
    <dgm:cxn modelId="{25A3F28B-6CD7-4F31-890F-F8CF5F90629E}" type="presParOf" srcId="{706ACAA7-2B5D-4D39-81AB-5DAABC04EC1D}" destId="{D6DDDC7E-F1A5-4153-9143-0972F5C1698F}" srcOrd="2" destOrd="0" presId="urn:microsoft.com/office/officeart/2008/layout/LinedList"/>
    <dgm:cxn modelId="{4E8BB94C-449C-4BAA-89E5-7B4012CC296E}" type="presParOf" srcId="{162AB6D4-F395-4B55-9519-21B610CC0382}" destId="{0A0EB41C-54BD-4DBD-AE20-1F9966450DC3}" srcOrd="2" destOrd="0" presId="urn:microsoft.com/office/officeart/2008/layout/LinedList"/>
    <dgm:cxn modelId="{AB79C922-1D85-4408-9FB6-F8CFB8C36573}" type="presParOf" srcId="{162AB6D4-F395-4B55-9519-21B610CC0382}" destId="{BD1DC2FA-97F1-47D7-B64D-204FB692D739}" srcOrd="3" destOrd="0" presId="urn:microsoft.com/office/officeart/2008/layout/LinedList"/>
    <dgm:cxn modelId="{6F9AF466-E2B6-4D13-8F7D-DC885CC31B1D}" type="presParOf" srcId="{162AB6D4-F395-4B55-9519-21B610CC0382}" destId="{AA817BFD-CFD8-4863-BA21-FE68B817CC3C}" srcOrd="4" destOrd="0" presId="urn:microsoft.com/office/officeart/2008/layout/LinedList"/>
    <dgm:cxn modelId="{A4CC1812-D46A-48BC-9422-20B9EC6ECAAB}" type="presParOf" srcId="{AA817BFD-CFD8-4863-BA21-FE68B817CC3C}" destId="{BD57D683-A942-4221-A2F2-BB0CF711AC57}" srcOrd="0" destOrd="0" presId="urn:microsoft.com/office/officeart/2008/layout/LinedList"/>
    <dgm:cxn modelId="{5AA14EA0-0813-473C-8163-DCE2FD80C8FD}" type="presParOf" srcId="{AA817BFD-CFD8-4863-BA21-FE68B817CC3C}" destId="{F1E3A902-B27E-4D1E-9D62-838DBF77570E}" srcOrd="1" destOrd="0" presId="urn:microsoft.com/office/officeart/2008/layout/LinedList"/>
    <dgm:cxn modelId="{F341795B-4F8D-40FC-BB87-DB28B4CBE845}" type="presParOf" srcId="{AA817BFD-CFD8-4863-BA21-FE68B817CC3C}" destId="{4F138E20-5633-4DCC-BBC2-20DFBFC7868F}" srcOrd="2" destOrd="0" presId="urn:microsoft.com/office/officeart/2008/layout/LinedList"/>
    <dgm:cxn modelId="{60B4EA34-669B-44B0-849E-7820221DB9C4}" type="presParOf" srcId="{162AB6D4-F395-4B55-9519-21B610CC0382}" destId="{2B79C5B5-7045-4C8A-A0D3-ED34D320DACE}" srcOrd="5" destOrd="0" presId="urn:microsoft.com/office/officeart/2008/layout/LinedList"/>
    <dgm:cxn modelId="{7E569D0C-3428-435B-AF6F-5E8C383648C2}" type="presParOf" srcId="{162AB6D4-F395-4B55-9519-21B610CC0382}" destId="{8C3B0260-807F-409D-975C-EBFF816514C3}" srcOrd="6" destOrd="0" presId="urn:microsoft.com/office/officeart/2008/layout/LinedList"/>
    <dgm:cxn modelId="{8F968DE2-01A0-490A-A10A-5EF138830341}" type="presParOf" srcId="{162AB6D4-F395-4B55-9519-21B610CC0382}" destId="{DCC37064-A6D2-4A55-A252-3829429045E5}" srcOrd="7" destOrd="0" presId="urn:microsoft.com/office/officeart/2008/layout/LinedList"/>
    <dgm:cxn modelId="{F7599D3A-2E6E-4C65-9E0D-25F128761943}" type="presParOf" srcId="{DCC37064-A6D2-4A55-A252-3829429045E5}" destId="{AF620EF4-9246-40B0-95DD-0F97FD557889}" srcOrd="0" destOrd="0" presId="urn:microsoft.com/office/officeart/2008/layout/LinedList"/>
    <dgm:cxn modelId="{BCF95899-7917-4EDB-8FD2-FCB40A438ECB}" type="presParOf" srcId="{DCC37064-A6D2-4A55-A252-3829429045E5}" destId="{821592CB-BF1E-40A4-88FF-532C668728A8}" srcOrd="1" destOrd="0" presId="urn:microsoft.com/office/officeart/2008/layout/LinedList"/>
    <dgm:cxn modelId="{51DE40F6-3A87-480E-99D8-89C0632D8E40}" type="presParOf" srcId="{DCC37064-A6D2-4A55-A252-3829429045E5}" destId="{4A2BC687-FFD6-4EBF-9A58-5F5A5936D128}" srcOrd="2" destOrd="0" presId="urn:microsoft.com/office/officeart/2008/layout/LinedList"/>
    <dgm:cxn modelId="{ACEB100A-F77A-4DDF-BF04-639FA07CDC79}" type="presParOf" srcId="{162AB6D4-F395-4B55-9519-21B610CC0382}" destId="{AFB2C275-AEA0-46EA-8FAC-DEEB17253C42}" srcOrd="8" destOrd="0" presId="urn:microsoft.com/office/officeart/2008/layout/LinedList"/>
    <dgm:cxn modelId="{48D32097-7681-4FF5-B71E-2581D6375AB7}" type="presParOf" srcId="{162AB6D4-F395-4B55-9519-21B610CC0382}" destId="{B63F60B4-89E7-4E26-9559-C63693EDEACE}" srcOrd="9" destOrd="0" presId="urn:microsoft.com/office/officeart/2008/layout/LinedList"/>
    <dgm:cxn modelId="{35AF335E-5A39-7049-B788-36F0EF331E73}" type="presParOf" srcId="{A4615577-DB07-0E46-BAD9-752076C1E8EB}" destId="{B2F277F3-7CF1-994E-B28A-0B3155C31199}" srcOrd="2" destOrd="0" presId="urn:microsoft.com/office/officeart/2008/layout/LinedList"/>
    <dgm:cxn modelId="{5F47EFD6-2CBD-894E-8B6E-5A8B8B366D05}" type="presParOf" srcId="{A4615577-DB07-0E46-BAD9-752076C1E8EB}" destId="{0C40495D-3188-9E48-A89E-F64BB2F461F5}" srcOrd="3" destOrd="0" presId="urn:microsoft.com/office/officeart/2008/layout/LinedList"/>
    <dgm:cxn modelId="{E3857465-52FE-4043-A3F9-DA9E495DC241}" type="presParOf" srcId="{0C40495D-3188-9E48-A89E-F64BB2F461F5}" destId="{9891002C-403A-A043-B663-E6FEB51C2557}" srcOrd="0" destOrd="0" presId="urn:microsoft.com/office/officeart/2008/layout/LinedList"/>
    <dgm:cxn modelId="{A92C2B0F-4EC0-EE40-994C-464482B0D0DE}" type="presParOf" srcId="{0C40495D-3188-9E48-A89E-F64BB2F461F5}" destId="{84783DB1-8E64-8549-92F0-B23833CEE8B0}" srcOrd="1" destOrd="0" presId="urn:microsoft.com/office/officeart/2008/layout/LinedList"/>
    <dgm:cxn modelId="{EA0B3910-EB80-4029-B60B-20F24CE2843C}" type="presParOf" srcId="{84783DB1-8E64-8549-92F0-B23833CEE8B0}" destId="{7639A2F8-0310-4BED-B4BD-EAB6A5C40B77}" srcOrd="0" destOrd="0" presId="urn:microsoft.com/office/officeart/2008/layout/LinedList"/>
    <dgm:cxn modelId="{99DBFB21-0FC2-4CBA-BB47-36270808838D}" type="presParOf" srcId="{84783DB1-8E64-8549-92F0-B23833CEE8B0}" destId="{6A69390F-9BF9-4ABA-8159-EAF93506C37D}" srcOrd="1" destOrd="0" presId="urn:microsoft.com/office/officeart/2008/layout/LinedList"/>
    <dgm:cxn modelId="{E87F3EA4-77CE-4F0C-A375-D165481E49A8}" type="presParOf" srcId="{6A69390F-9BF9-4ABA-8159-EAF93506C37D}" destId="{80389192-84FD-488B-A175-87A5FB0572BA}" srcOrd="0" destOrd="0" presId="urn:microsoft.com/office/officeart/2008/layout/LinedList"/>
    <dgm:cxn modelId="{98F27296-CAFF-422A-B24C-47C3377364FE}" type="presParOf" srcId="{6A69390F-9BF9-4ABA-8159-EAF93506C37D}" destId="{CECABC1D-D0D2-4346-AB17-5BDF3AE0B320}" srcOrd="1" destOrd="0" presId="urn:microsoft.com/office/officeart/2008/layout/LinedList"/>
    <dgm:cxn modelId="{052522D8-E186-4A8F-8FE7-EA5F2E68B10F}" type="presParOf" srcId="{6A69390F-9BF9-4ABA-8159-EAF93506C37D}" destId="{C56FE37B-F98C-4D15-95CF-6DC56554B5B4}" srcOrd="2" destOrd="0" presId="urn:microsoft.com/office/officeart/2008/layout/LinedList"/>
    <dgm:cxn modelId="{7C9E3284-09F1-4CA9-82F8-E7DCFD250D0D}" type="presParOf" srcId="{84783DB1-8E64-8549-92F0-B23833CEE8B0}" destId="{5D84D3DB-F553-4712-A813-E34BD39795E9}" srcOrd="2" destOrd="0" presId="urn:microsoft.com/office/officeart/2008/layout/LinedList"/>
    <dgm:cxn modelId="{ECC376FD-6EF2-45B9-BD59-10867BC46682}" type="presParOf" srcId="{84783DB1-8E64-8549-92F0-B23833CEE8B0}" destId="{2128B8DA-3804-468D-B525-5F0093F85BA2}" srcOrd="3" destOrd="0" presId="urn:microsoft.com/office/officeart/2008/layout/LinedList"/>
    <dgm:cxn modelId="{48D72E68-5752-4B2B-9C23-189D22095748}" type="presParOf" srcId="{84783DB1-8E64-8549-92F0-B23833CEE8B0}" destId="{4F42B568-F39A-4181-8658-EC1C2143BBA0}" srcOrd="4" destOrd="0" presId="urn:microsoft.com/office/officeart/2008/layout/LinedList"/>
    <dgm:cxn modelId="{7B8AE250-CE81-48B4-9208-19C32DF7C56A}" type="presParOf" srcId="{4F42B568-F39A-4181-8658-EC1C2143BBA0}" destId="{4F8359BF-8C47-4A90-A343-AF5BDC5F9DE8}" srcOrd="0" destOrd="0" presId="urn:microsoft.com/office/officeart/2008/layout/LinedList"/>
    <dgm:cxn modelId="{0C28ACEF-4949-4BC4-8F57-81F3A45D35D3}" type="presParOf" srcId="{4F42B568-F39A-4181-8658-EC1C2143BBA0}" destId="{70B24025-E2C6-417F-99E1-3AE2064C772D}" srcOrd="1" destOrd="0" presId="urn:microsoft.com/office/officeart/2008/layout/LinedList"/>
    <dgm:cxn modelId="{E92263C1-B8F6-4C1D-9693-B108FE254198}" type="presParOf" srcId="{4F42B568-F39A-4181-8658-EC1C2143BBA0}" destId="{7CEB9B09-60D8-4882-A2D8-38EF68D5C19F}" srcOrd="2" destOrd="0" presId="urn:microsoft.com/office/officeart/2008/layout/LinedList"/>
    <dgm:cxn modelId="{21102A85-9357-401E-A673-0BF1CA8FA349}" type="presParOf" srcId="{84783DB1-8E64-8549-92F0-B23833CEE8B0}" destId="{5E350EE4-2D6A-4A16-A0FE-9FACA9074727}" srcOrd="5" destOrd="0" presId="urn:microsoft.com/office/officeart/2008/layout/LinedList"/>
    <dgm:cxn modelId="{9B609360-89AD-4D2E-BC1F-E6E995D442B6}" type="presParOf" srcId="{84783DB1-8E64-8549-92F0-B23833CEE8B0}" destId="{9BB5AFB5-07F7-4132-85A2-44E6D0516C88}" srcOrd="6" destOrd="0" presId="urn:microsoft.com/office/officeart/2008/layout/LinedList"/>
    <dgm:cxn modelId="{B47D9EEA-531A-408A-B090-E475DC65E74E}" type="presParOf" srcId="{84783DB1-8E64-8549-92F0-B23833CEE8B0}" destId="{CFD8E1A3-90D3-46A8-AE85-EB36E0237BB5}" srcOrd="7" destOrd="0" presId="urn:microsoft.com/office/officeart/2008/layout/LinedList"/>
    <dgm:cxn modelId="{1CBE25E4-EADF-4AAE-87EC-0BCA7409E3B2}" type="presParOf" srcId="{CFD8E1A3-90D3-46A8-AE85-EB36E0237BB5}" destId="{274EF02C-7D1A-409B-A859-EE71E535A688}" srcOrd="0" destOrd="0" presId="urn:microsoft.com/office/officeart/2008/layout/LinedList"/>
    <dgm:cxn modelId="{54B6A375-8841-450A-97F1-0DBCCB36C37E}" type="presParOf" srcId="{CFD8E1A3-90D3-46A8-AE85-EB36E0237BB5}" destId="{1AB85A7C-0FFD-4546-B83C-987E91EDF1C9}" srcOrd="1" destOrd="0" presId="urn:microsoft.com/office/officeart/2008/layout/LinedList"/>
    <dgm:cxn modelId="{7F9619CE-2F45-4ACE-ADA7-09AC737613F7}" type="presParOf" srcId="{CFD8E1A3-90D3-46A8-AE85-EB36E0237BB5}" destId="{6F7BAE7F-F22E-4343-8455-8D1D04AE6291}" srcOrd="2" destOrd="0" presId="urn:microsoft.com/office/officeart/2008/layout/LinedList"/>
    <dgm:cxn modelId="{FB008851-06D7-4855-A24F-22E0D73AB55F}" type="presParOf" srcId="{84783DB1-8E64-8549-92F0-B23833CEE8B0}" destId="{DF72560F-E95F-423D-A8FF-AAE8DAA00A74}" srcOrd="8" destOrd="0" presId="urn:microsoft.com/office/officeart/2008/layout/LinedList"/>
    <dgm:cxn modelId="{F864CF38-EDB0-4C21-B8CD-8F6468AED3AB}" type="presParOf" srcId="{84783DB1-8E64-8549-92F0-B23833CEE8B0}" destId="{D8D1CF1A-EF09-4022-8D03-FD002D4FE754}" srcOrd="9" destOrd="0" presId="urn:microsoft.com/office/officeart/2008/layout/LinedList"/>
    <dgm:cxn modelId="{FA6E8390-3117-4B0E-A8CD-C8525D3476EE}" type="presParOf" srcId="{84783DB1-8E64-8549-92F0-B23833CEE8B0}" destId="{00451E5C-D19E-4AC4-8C6F-60950BA475F2}" srcOrd="10" destOrd="0" presId="urn:microsoft.com/office/officeart/2008/layout/LinedList"/>
    <dgm:cxn modelId="{A1DC1013-3554-4925-8C05-0BA40D7B62CE}" type="presParOf" srcId="{00451E5C-D19E-4AC4-8C6F-60950BA475F2}" destId="{3C367370-E70B-40CC-9DCF-3FC0C33EDE1B}" srcOrd="0" destOrd="0" presId="urn:microsoft.com/office/officeart/2008/layout/LinedList"/>
    <dgm:cxn modelId="{5DEED33B-11D0-4E73-B9C5-AC7FE88CE993}" type="presParOf" srcId="{00451E5C-D19E-4AC4-8C6F-60950BA475F2}" destId="{EDBBCE88-88E0-4C06-BA01-B4EFB6C685E1}" srcOrd="1" destOrd="0" presId="urn:microsoft.com/office/officeart/2008/layout/LinedList"/>
    <dgm:cxn modelId="{13C1FCD6-38EA-422D-AE65-723CF6BA7FF9}" type="presParOf" srcId="{00451E5C-D19E-4AC4-8C6F-60950BA475F2}" destId="{5EA7847F-7A65-4DE6-AFB0-0784772E4EA1}" srcOrd="2" destOrd="0" presId="urn:microsoft.com/office/officeart/2008/layout/LinedList"/>
    <dgm:cxn modelId="{36F58C88-C89C-4347-A57A-4CC7FDCF4B52}" type="presParOf" srcId="{84783DB1-8E64-8549-92F0-B23833CEE8B0}" destId="{22FFB06E-FF71-449B-9AA1-BDA4A6D85DF8}" srcOrd="11" destOrd="0" presId="urn:microsoft.com/office/officeart/2008/layout/LinedList"/>
    <dgm:cxn modelId="{8343C662-277E-438C-9E8E-2477EFCDC4EE}" type="presParOf" srcId="{84783DB1-8E64-8549-92F0-B23833CEE8B0}" destId="{D29BEB5B-2E19-4BA8-823B-ABEF6ECE6E88}" srcOrd="12" destOrd="0" presId="urn:microsoft.com/office/officeart/2008/layout/LinedList"/>
    <dgm:cxn modelId="{301FE55C-B156-C245-81DE-948BDE672DA3}" type="presParOf" srcId="{A4615577-DB07-0E46-BAD9-752076C1E8EB}" destId="{F3F97593-6E83-0F47-AC56-87F880B5136A}" srcOrd="4" destOrd="0" presId="urn:microsoft.com/office/officeart/2008/layout/LinedList"/>
    <dgm:cxn modelId="{534EAD63-809B-3546-9FE8-02A4711C8CF2}" type="presParOf" srcId="{A4615577-DB07-0E46-BAD9-752076C1E8EB}" destId="{5252C1B0-2D3F-E946-88C3-3B9DE026AA3B}" srcOrd="5" destOrd="0" presId="urn:microsoft.com/office/officeart/2008/layout/LinedList"/>
    <dgm:cxn modelId="{7F3CEEB0-1800-574C-9892-E20C22089DAD}" type="presParOf" srcId="{5252C1B0-2D3F-E946-88C3-3B9DE026AA3B}" destId="{DB02E969-16E1-B544-B84F-34044CEA806B}" srcOrd="0" destOrd="0" presId="urn:microsoft.com/office/officeart/2008/layout/LinedList"/>
    <dgm:cxn modelId="{C19916A7-6A83-F942-927D-DA81C8F3CA9B}" type="presParOf" srcId="{5252C1B0-2D3F-E946-88C3-3B9DE026AA3B}" destId="{198006FC-E4EB-0749-8807-9F4FBE5C6BC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3CE8D9A-2F5F-E04C-AF81-B61DA3187B58}" type="doc">
      <dgm:prSet loTypeId="urn:microsoft.com/office/officeart/2008/layout/LinedList" loCatId="" qsTypeId="urn:microsoft.com/office/officeart/2005/8/quickstyle/simple3" qsCatId="simple" csTypeId="urn:microsoft.com/office/officeart/2005/8/colors/colorful3" csCatId="colorful" phldr="1"/>
      <dgm:spPr/>
      <dgm:t>
        <a:bodyPr/>
        <a:lstStyle/>
        <a:p>
          <a:endParaRPr lang="es-ES"/>
        </a:p>
      </dgm:t>
    </dgm:pt>
    <dgm:pt modelId="{9C0C5B6B-88B0-0644-95CC-DA013289C236}">
      <dgm:prSet phldrT="[Texto]"/>
      <dgm:spPr/>
      <dgm:t>
        <a:bodyPr/>
        <a:lstStyle/>
        <a:p>
          <a:r>
            <a:rPr lang="es-ES" dirty="0"/>
            <a:t>¿Quiénes somos?</a:t>
          </a:r>
        </a:p>
      </dgm:t>
    </dgm:pt>
    <dgm:pt modelId="{B8FBE750-BA08-3745-BDB2-8DE244854305}" type="parTrans" cxnId="{B913582A-C51A-7948-8CD7-0EAADAC6E1E7}">
      <dgm:prSet/>
      <dgm:spPr/>
      <dgm:t>
        <a:bodyPr/>
        <a:lstStyle/>
        <a:p>
          <a:endParaRPr lang="es-ES"/>
        </a:p>
      </dgm:t>
    </dgm:pt>
    <dgm:pt modelId="{7720ED4A-2659-4441-8B8A-B12AAECACA03}" type="sibTrans" cxnId="{B913582A-C51A-7948-8CD7-0EAADAC6E1E7}">
      <dgm:prSet/>
      <dgm:spPr/>
      <dgm:t>
        <a:bodyPr/>
        <a:lstStyle/>
        <a:p>
          <a:endParaRPr lang="es-ES"/>
        </a:p>
      </dgm:t>
    </dgm:pt>
    <dgm:pt modelId="{4D7DCE72-F1C7-3648-B096-B3BF2FA1BA56}">
      <dgm:prSet phldrT="[Texto]"/>
      <dgm:spPr/>
      <dgm:t>
        <a:bodyPr/>
        <a:lstStyle/>
        <a:p>
          <a:r>
            <a:rPr lang="es-ES" dirty="0"/>
            <a:t>Proyectos</a:t>
          </a:r>
        </a:p>
      </dgm:t>
    </dgm:pt>
    <dgm:pt modelId="{4130B51B-54F0-CE46-A291-A4358F1F6F5A}" type="parTrans" cxnId="{CEF75630-A106-2C4A-813E-06273EBC269D}">
      <dgm:prSet/>
      <dgm:spPr/>
      <dgm:t>
        <a:bodyPr/>
        <a:lstStyle/>
        <a:p>
          <a:endParaRPr lang="es-ES"/>
        </a:p>
      </dgm:t>
    </dgm:pt>
    <dgm:pt modelId="{44AA0FEF-23B0-9044-91B0-9D01CCB0457B}" type="sibTrans" cxnId="{CEF75630-A106-2C4A-813E-06273EBC269D}">
      <dgm:prSet/>
      <dgm:spPr/>
      <dgm:t>
        <a:bodyPr/>
        <a:lstStyle/>
        <a:p>
          <a:endParaRPr lang="es-ES"/>
        </a:p>
      </dgm:t>
    </dgm:pt>
    <dgm:pt modelId="{EA05A323-1CD6-E844-BD1C-19A2225C0340}">
      <dgm:prSet phldrT="[Texto]"/>
      <dgm:spPr/>
      <dgm:t>
        <a:bodyPr/>
        <a:lstStyle/>
        <a:p>
          <a:r>
            <a:rPr lang="es-ES" dirty="0"/>
            <a:t>Organizaciones con las que se ha colaborado</a:t>
          </a:r>
        </a:p>
      </dgm:t>
    </dgm:pt>
    <dgm:pt modelId="{30E5782B-3D30-E84E-8B09-5F18CE4DBC15}" type="parTrans" cxnId="{170E0A80-D936-D547-94C5-570AC1082D21}">
      <dgm:prSet/>
      <dgm:spPr/>
      <dgm:t>
        <a:bodyPr/>
        <a:lstStyle/>
        <a:p>
          <a:endParaRPr lang="es-ES"/>
        </a:p>
      </dgm:t>
    </dgm:pt>
    <dgm:pt modelId="{A735D71C-2096-F344-B726-857D36F14FEB}" type="sibTrans" cxnId="{170E0A80-D936-D547-94C5-570AC1082D21}">
      <dgm:prSet/>
      <dgm:spPr/>
      <dgm:t>
        <a:bodyPr/>
        <a:lstStyle/>
        <a:p>
          <a:endParaRPr lang="es-ES"/>
        </a:p>
      </dgm:t>
    </dgm:pt>
    <dgm:pt modelId="{A00DC1EC-B999-A640-8654-4E50ABDDE020}">
      <dgm:prSet phldrT="[Texto]"/>
      <dgm:spPr/>
      <dgm:t>
        <a:bodyPr/>
        <a:lstStyle/>
        <a:p>
          <a:r>
            <a:rPr lang="es-ES" dirty="0"/>
            <a:t>Proyecto</a:t>
          </a:r>
        </a:p>
      </dgm:t>
    </dgm:pt>
    <dgm:pt modelId="{C1FC985A-8FE8-944A-89F3-975B9C62D138}" type="parTrans" cxnId="{C36FE991-C046-254D-B645-ED7CD9E49D91}">
      <dgm:prSet/>
      <dgm:spPr/>
      <dgm:t>
        <a:bodyPr/>
        <a:lstStyle/>
        <a:p>
          <a:endParaRPr lang="es-ES"/>
        </a:p>
      </dgm:t>
    </dgm:pt>
    <dgm:pt modelId="{48BA50DD-A1B0-B142-8134-1733EC7E096A}" type="sibTrans" cxnId="{C36FE991-C046-254D-B645-ED7CD9E49D91}">
      <dgm:prSet/>
      <dgm:spPr/>
      <dgm:t>
        <a:bodyPr/>
        <a:lstStyle/>
        <a:p>
          <a:endParaRPr lang="es-ES"/>
        </a:p>
      </dgm:t>
    </dgm:pt>
    <dgm:pt modelId="{C067AB59-C7C5-C74B-8B60-2FA743781E39}">
      <dgm:prSet phldrT="[Texto]"/>
      <dgm:spPr/>
      <dgm:t>
        <a:bodyPr/>
        <a:lstStyle/>
        <a:p>
          <a:r>
            <a:rPr lang="es-ES" dirty="0"/>
            <a:t>Características</a:t>
          </a:r>
        </a:p>
      </dgm:t>
    </dgm:pt>
    <dgm:pt modelId="{E4F708B6-A4DC-E54B-965A-6A91932F4F21}" type="parTrans" cxnId="{FA015F84-3A27-6341-B5E5-5AAABF15FCA7}">
      <dgm:prSet/>
      <dgm:spPr/>
      <dgm:t>
        <a:bodyPr/>
        <a:lstStyle/>
        <a:p>
          <a:endParaRPr lang="es-ES"/>
        </a:p>
      </dgm:t>
    </dgm:pt>
    <dgm:pt modelId="{07AED4AD-A571-FA4C-8F60-2811AAEB8399}" type="sibTrans" cxnId="{FA015F84-3A27-6341-B5E5-5AAABF15FCA7}">
      <dgm:prSet/>
      <dgm:spPr/>
      <dgm:t>
        <a:bodyPr/>
        <a:lstStyle/>
        <a:p>
          <a:endParaRPr lang="es-ES"/>
        </a:p>
      </dgm:t>
    </dgm:pt>
    <dgm:pt modelId="{D1D10F65-8C36-4800-AD9D-4A75930380A4}">
      <dgm:prSet phldrT="[Texto]"/>
      <dgm:spPr/>
      <dgm:t>
        <a:bodyPr/>
        <a:lstStyle/>
        <a:p>
          <a:r>
            <a:rPr lang="es-ES" dirty="0"/>
            <a:t>Empresa</a:t>
          </a:r>
        </a:p>
      </dgm:t>
    </dgm:pt>
    <dgm:pt modelId="{90F18EEC-639F-4363-B4CF-89223F0F6C38}" type="parTrans" cxnId="{7D1D3080-7900-4CC4-B4C0-BD39D5B7C3EE}">
      <dgm:prSet/>
      <dgm:spPr/>
      <dgm:t>
        <a:bodyPr/>
        <a:lstStyle/>
        <a:p>
          <a:endParaRPr lang="es-ES_tradnl"/>
        </a:p>
      </dgm:t>
    </dgm:pt>
    <dgm:pt modelId="{99324C82-0C51-4B8E-B7FB-AB0EDB6CDB40}" type="sibTrans" cxnId="{7D1D3080-7900-4CC4-B4C0-BD39D5B7C3EE}">
      <dgm:prSet/>
      <dgm:spPr/>
      <dgm:t>
        <a:bodyPr/>
        <a:lstStyle/>
        <a:p>
          <a:endParaRPr lang="es-ES_tradnl"/>
        </a:p>
      </dgm:t>
    </dgm:pt>
    <dgm:pt modelId="{3440283F-7B94-41E1-A678-109BA5967928}">
      <dgm:prSet phldrT="[Texto]"/>
      <dgm:spPr/>
      <dgm:t>
        <a:bodyPr/>
        <a:lstStyle/>
        <a:p>
          <a:r>
            <a:rPr lang="es-ES" dirty="0"/>
            <a:t>Calidad</a:t>
          </a:r>
        </a:p>
      </dgm:t>
    </dgm:pt>
    <dgm:pt modelId="{620191C0-423A-4FE9-A4F1-5C5D36C0C76E}" type="parTrans" cxnId="{2B3AB939-F741-4B55-BCEC-AC60F4C0DC14}">
      <dgm:prSet/>
      <dgm:spPr/>
      <dgm:t>
        <a:bodyPr/>
        <a:lstStyle/>
        <a:p>
          <a:endParaRPr lang="es-ES_tradnl"/>
        </a:p>
      </dgm:t>
    </dgm:pt>
    <dgm:pt modelId="{23C99D01-59D4-4C59-997C-A7CC57B9FF58}" type="sibTrans" cxnId="{2B3AB939-F741-4B55-BCEC-AC60F4C0DC14}">
      <dgm:prSet/>
      <dgm:spPr/>
      <dgm:t>
        <a:bodyPr/>
        <a:lstStyle/>
        <a:p>
          <a:endParaRPr lang="es-ES_tradnl"/>
        </a:p>
      </dgm:t>
    </dgm:pt>
    <dgm:pt modelId="{D206AD7D-6FCF-BA4A-A881-D49C0A782FC3}">
      <dgm:prSet phldrT="[Texto]"/>
      <dgm:spPr/>
      <dgm:t>
        <a:bodyPr/>
        <a:lstStyle/>
        <a:p>
          <a:r>
            <a:rPr lang="es-ES" dirty="0"/>
            <a:t>Tiempo + Fases (WBS)</a:t>
          </a:r>
        </a:p>
      </dgm:t>
    </dgm:pt>
    <dgm:pt modelId="{948F4234-2DCD-C24A-ABA8-79BDA4601848}" type="sibTrans" cxnId="{DBA51B96-2BDF-C04D-8EE9-74101BC05F2E}">
      <dgm:prSet/>
      <dgm:spPr/>
      <dgm:t>
        <a:bodyPr/>
        <a:lstStyle/>
        <a:p>
          <a:endParaRPr lang="es-ES"/>
        </a:p>
      </dgm:t>
    </dgm:pt>
    <dgm:pt modelId="{2FAF4929-896A-4142-A9D4-FCF51F2A7AA6}" type="parTrans" cxnId="{DBA51B96-2BDF-C04D-8EE9-74101BC05F2E}">
      <dgm:prSet/>
      <dgm:spPr/>
      <dgm:t>
        <a:bodyPr/>
        <a:lstStyle/>
        <a:p>
          <a:endParaRPr lang="es-ES"/>
        </a:p>
      </dgm:t>
    </dgm:pt>
    <dgm:pt modelId="{5B536FDF-F2F3-4D05-AF9A-89E79C92380B}">
      <dgm:prSet phldrT="[Texto]"/>
      <dgm:spPr/>
      <dgm:t>
        <a:bodyPr/>
        <a:lstStyle/>
        <a:p>
          <a:r>
            <a:rPr lang="es-ES" dirty="0"/>
            <a:t>Presupuesto</a:t>
          </a:r>
        </a:p>
      </dgm:t>
    </dgm:pt>
    <dgm:pt modelId="{3DAEA229-1474-4E45-A55F-BA78088D2142}" type="sibTrans" cxnId="{366F432C-1A26-4011-8836-F1CB5F23632D}">
      <dgm:prSet/>
      <dgm:spPr/>
      <dgm:t>
        <a:bodyPr/>
        <a:lstStyle/>
        <a:p>
          <a:endParaRPr lang="es-ES_tradnl"/>
        </a:p>
      </dgm:t>
    </dgm:pt>
    <dgm:pt modelId="{56E7C592-F553-41EA-A0F8-EBF440BF702D}" type="parTrans" cxnId="{366F432C-1A26-4011-8836-F1CB5F23632D}">
      <dgm:prSet/>
      <dgm:spPr/>
      <dgm:t>
        <a:bodyPr/>
        <a:lstStyle/>
        <a:p>
          <a:endParaRPr lang="es-ES_tradnl"/>
        </a:p>
      </dgm:t>
    </dgm:pt>
    <dgm:pt modelId="{9C72B4A7-9E41-F145-8AD3-8256C9A803CC}">
      <dgm:prSet phldrT="[Texto]"/>
      <dgm:spPr/>
      <dgm:t>
        <a:bodyPr/>
        <a:lstStyle/>
        <a:p>
          <a:r>
            <a:rPr lang="es-ES" dirty="0"/>
            <a:t>Líneas futuras</a:t>
          </a:r>
        </a:p>
      </dgm:t>
    </dgm:pt>
    <dgm:pt modelId="{039D7ABA-FFC7-B445-A429-CFC439A2367F}" type="parTrans" cxnId="{A916F14C-FD8F-1041-9237-07A7F4B0E424}">
      <dgm:prSet/>
      <dgm:spPr/>
      <dgm:t>
        <a:bodyPr/>
        <a:lstStyle/>
        <a:p>
          <a:endParaRPr lang="es-ES"/>
        </a:p>
      </dgm:t>
    </dgm:pt>
    <dgm:pt modelId="{05E1DC99-928D-904E-97A5-EF73BF8DD59B}" type="sibTrans" cxnId="{A916F14C-FD8F-1041-9237-07A7F4B0E424}">
      <dgm:prSet/>
      <dgm:spPr/>
      <dgm:t>
        <a:bodyPr/>
        <a:lstStyle/>
        <a:p>
          <a:endParaRPr lang="es-ES"/>
        </a:p>
      </dgm:t>
    </dgm:pt>
    <dgm:pt modelId="{A4615577-DB07-0E46-BAD9-752076C1E8EB}" type="pres">
      <dgm:prSet presAssocID="{C3CE8D9A-2F5F-E04C-AF81-B61DA3187B58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es-ES"/>
        </a:p>
      </dgm:t>
    </dgm:pt>
    <dgm:pt modelId="{4324E71C-51E4-4FFA-9638-472734009553}" type="pres">
      <dgm:prSet presAssocID="{D1D10F65-8C36-4800-AD9D-4A75930380A4}" presName="thickLine" presStyleLbl="alignNode1" presStyleIdx="0" presStyleCnt="3" custLinFactNeighborY="-59234"/>
      <dgm:spPr/>
    </dgm:pt>
    <dgm:pt modelId="{35D4AF3C-4879-491B-8004-F3B88F6D9FB5}" type="pres">
      <dgm:prSet presAssocID="{D1D10F65-8C36-4800-AD9D-4A75930380A4}" presName="horz1" presStyleCnt="0"/>
      <dgm:spPr/>
    </dgm:pt>
    <dgm:pt modelId="{792A15AE-68CB-4B5E-A488-D8B2430819E0}" type="pres">
      <dgm:prSet presAssocID="{D1D10F65-8C36-4800-AD9D-4A75930380A4}" presName="tx1" presStyleLbl="revTx" presStyleIdx="0" presStyleCnt="10" custScaleY="81135"/>
      <dgm:spPr/>
      <dgm:t>
        <a:bodyPr/>
        <a:lstStyle/>
        <a:p>
          <a:endParaRPr lang="es-ES"/>
        </a:p>
      </dgm:t>
    </dgm:pt>
    <dgm:pt modelId="{162AB6D4-F395-4B55-9519-21B610CC0382}" type="pres">
      <dgm:prSet presAssocID="{D1D10F65-8C36-4800-AD9D-4A75930380A4}" presName="vert1" presStyleCnt="0"/>
      <dgm:spPr/>
    </dgm:pt>
    <dgm:pt modelId="{412C8F4B-57E8-4EE2-95F4-7EAB16DF68B6}" type="pres">
      <dgm:prSet presAssocID="{9C0C5B6B-88B0-0644-95CC-DA013289C236}" presName="vertSpace2a" presStyleCnt="0"/>
      <dgm:spPr/>
    </dgm:pt>
    <dgm:pt modelId="{706ACAA7-2B5D-4D39-81AB-5DAABC04EC1D}" type="pres">
      <dgm:prSet presAssocID="{9C0C5B6B-88B0-0644-95CC-DA013289C236}" presName="horz2" presStyleCnt="0"/>
      <dgm:spPr/>
    </dgm:pt>
    <dgm:pt modelId="{3456CDB8-701B-42F1-87C2-C295CD1E48EE}" type="pres">
      <dgm:prSet presAssocID="{9C0C5B6B-88B0-0644-95CC-DA013289C236}" presName="horzSpace2" presStyleCnt="0"/>
      <dgm:spPr/>
    </dgm:pt>
    <dgm:pt modelId="{520D1D2C-1114-41BF-8F7E-61F71B01A781}" type="pres">
      <dgm:prSet presAssocID="{9C0C5B6B-88B0-0644-95CC-DA013289C236}" presName="tx2" presStyleLbl="revTx" presStyleIdx="1" presStyleCnt="10"/>
      <dgm:spPr/>
      <dgm:t>
        <a:bodyPr/>
        <a:lstStyle/>
        <a:p>
          <a:endParaRPr lang="es-ES"/>
        </a:p>
      </dgm:t>
    </dgm:pt>
    <dgm:pt modelId="{D6DDDC7E-F1A5-4153-9143-0972F5C1698F}" type="pres">
      <dgm:prSet presAssocID="{9C0C5B6B-88B0-0644-95CC-DA013289C236}" presName="vert2" presStyleCnt="0"/>
      <dgm:spPr/>
    </dgm:pt>
    <dgm:pt modelId="{0A0EB41C-54BD-4DBD-AE20-1F9966450DC3}" type="pres">
      <dgm:prSet presAssocID="{9C0C5B6B-88B0-0644-95CC-DA013289C236}" presName="thinLine2b" presStyleLbl="callout" presStyleIdx="0" presStyleCnt="7"/>
      <dgm:spPr/>
    </dgm:pt>
    <dgm:pt modelId="{BD1DC2FA-97F1-47D7-B64D-204FB692D739}" type="pres">
      <dgm:prSet presAssocID="{9C0C5B6B-88B0-0644-95CC-DA013289C236}" presName="vertSpace2b" presStyleCnt="0"/>
      <dgm:spPr/>
    </dgm:pt>
    <dgm:pt modelId="{AA817BFD-CFD8-4863-BA21-FE68B817CC3C}" type="pres">
      <dgm:prSet presAssocID="{4D7DCE72-F1C7-3648-B096-B3BF2FA1BA56}" presName="horz2" presStyleCnt="0"/>
      <dgm:spPr/>
    </dgm:pt>
    <dgm:pt modelId="{BD57D683-A942-4221-A2F2-BB0CF711AC57}" type="pres">
      <dgm:prSet presAssocID="{4D7DCE72-F1C7-3648-B096-B3BF2FA1BA56}" presName="horzSpace2" presStyleCnt="0"/>
      <dgm:spPr/>
    </dgm:pt>
    <dgm:pt modelId="{F1E3A902-B27E-4D1E-9D62-838DBF77570E}" type="pres">
      <dgm:prSet presAssocID="{4D7DCE72-F1C7-3648-B096-B3BF2FA1BA56}" presName="tx2" presStyleLbl="revTx" presStyleIdx="2" presStyleCnt="10"/>
      <dgm:spPr/>
      <dgm:t>
        <a:bodyPr/>
        <a:lstStyle/>
        <a:p>
          <a:endParaRPr lang="es-ES"/>
        </a:p>
      </dgm:t>
    </dgm:pt>
    <dgm:pt modelId="{4F138E20-5633-4DCC-BBC2-20DFBFC7868F}" type="pres">
      <dgm:prSet presAssocID="{4D7DCE72-F1C7-3648-B096-B3BF2FA1BA56}" presName="vert2" presStyleCnt="0"/>
      <dgm:spPr/>
    </dgm:pt>
    <dgm:pt modelId="{2B79C5B5-7045-4C8A-A0D3-ED34D320DACE}" type="pres">
      <dgm:prSet presAssocID="{4D7DCE72-F1C7-3648-B096-B3BF2FA1BA56}" presName="thinLine2b" presStyleLbl="callout" presStyleIdx="1" presStyleCnt="7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8C3B0260-807F-409D-975C-EBFF816514C3}" type="pres">
      <dgm:prSet presAssocID="{4D7DCE72-F1C7-3648-B096-B3BF2FA1BA56}" presName="vertSpace2b" presStyleCnt="0"/>
      <dgm:spPr/>
    </dgm:pt>
    <dgm:pt modelId="{DCC37064-A6D2-4A55-A252-3829429045E5}" type="pres">
      <dgm:prSet presAssocID="{EA05A323-1CD6-E844-BD1C-19A2225C0340}" presName="horz2" presStyleCnt="0"/>
      <dgm:spPr/>
    </dgm:pt>
    <dgm:pt modelId="{AF620EF4-9246-40B0-95DD-0F97FD557889}" type="pres">
      <dgm:prSet presAssocID="{EA05A323-1CD6-E844-BD1C-19A2225C0340}" presName="horzSpace2" presStyleCnt="0"/>
      <dgm:spPr/>
    </dgm:pt>
    <dgm:pt modelId="{821592CB-BF1E-40A4-88FF-532C668728A8}" type="pres">
      <dgm:prSet presAssocID="{EA05A323-1CD6-E844-BD1C-19A2225C0340}" presName="tx2" presStyleLbl="revTx" presStyleIdx="3" presStyleCnt="10"/>
      <dgm:spPr/>
      <dgm:t>
        <a:bodyPr/>
        <a:lstStyle/>
        <a:p>
          <a:endParaRPr lang="es-ES"/>
        </a:p>
      </dgm:t>
    </dgm:pt>
    <dgm:pt modelId="{4A2BC687-FFD6-4EBF-9A58-5F5A5936D128}" type="pres">
      <dgm:prSet presAssocID="{EA05A323-1CD6-E844-BD1C-19A2225C0340}" presName="vert2" presStyleCnt="0"/>
      <dgm:spPr/>
    </dgm:pt>
    <dgm:pt modelId="{AFB2C275-AEA0-46EA-8FAC-DEEB17253C42}" type="pres">
      <dgm:prSet presAssocID="{EA05A323-1CD6-E844-BD1C-19A2225C0340}" presName="thinLine2b" presStyleLbl="callout" presStyleIdx="2" presStyleCnt="7" custLinFactNeighborY="-22571"/>
      <dgm:spPr/>
    </dgm:pt>
    <dgm:pt modelId="{B63F60B4-89E7-4E26-9559-C63693EDEACE}" type="pres">
      <dgm:prSet presAssocID="{EA05A323-1CD6-E844-BD1C-19A2225C0340}" presName="vertSpace2b" presStyleCnt="0"/>
      <dgm:spPr/>
    </dgm:pt>
    <dgm:pt modelId="{B2F277F3-7CF1-994E-B28A-0B3155C31199}" type="pres">
      <dgm:prSet presAssocID="{A00DC1EC-B999-A640-8654-4E50ABDDE020}" presName="thickLine" presStyleLbl="alignNode1" presStyleIdx="1" presStyleCnt="3" custLinFactNeighborY="-696"/>
      <dgm:spPr/>
    </dgm:pt>
    <dgm:pt modelId="{0C40495D-3188-9E48-A89E-F64BB2F461F5}" type="pres">
      <dgm:prSet presAssocID="{A00DC1EC-B999-A640-8654-4E50ABDDE020}" presName="horz1" presStyleCnt="0"/>
      <dgm:spPr/>
    </dgm:pt>
    <dgm:pt modelId="{9891002C-403A-A043-B663-E6FEB51C2557}" type="pres">
      <dgm:prSet presAssocID="{A00DC1EC-B999-A640-8654-4E50ABDDE020}" presName="tx1" presStyleLbl="revTx" presStyleIdx="4" presStyleCnt="10"/>
      <dgm:spPr/>
      <dgm:t>
        <a:bodyPr/>
        <a:lstStyle/>
        <a:p>
          <a:endParaRPr lang="es-ES"/>
        </a:p>
      </dgm:t>
    </dgm:pt>
    <dgm:pt modelId="{84783DB1-8E64-8549-92F0-B23833CEE8B0}" type="pres">
      <dgm:prSet presAssocID="{A00DC1EC-B999-A640-8654-4E50ABDDE020}" presName="vert1" presStyleCnt="0"/>
      <dgm:spPr/>
    </dgm:pt>
    <dgm:pt modelId="{7639A2F8-0310-4BED-B4BD-EAB6A5C40B77}" type="pres">
      <dgm:prSet presAssocID="{C067AB59-C7C5-C74B-8B60-2FA743781E39}" presName="vertSpace2a" presStyleCnt="0"/>
      <dgm:spPr/>
    </dgm:pt>
    <dgm:pt modelId="{6A69390F-9BF9-4ABA-8159-EAF93506C37D}" type="pres">
      <dgm:prSet presAssocID="{C067AB59-C7C5-C74B-8B60-2FA743781E39}" presName="horz2" presStyleCnt="0"/>
      <dgm:spPr/>
    </dgm:pt>
    <dgm:pt modelId="{80389192-84FD-488B-A175-87A5FB0572BA}" type="pres">
      <dgm:prSet presAssocID="{C067AB59-C7C5-C74B-8B60-2FA743781E39}" presName="horzSpace2" presStyleCnt="0"/>
      <dgm:spPr/>
    </dgm:pt>
    <dgm:pt modelId="{CECABC1D-D0D2-4346-AB17-5BDF3AE0B320}" type="pres">
      <dgm:prSet presAssocID="{C067AB59-C7C5-C74B-8B60-2FA743781E39}" presName="tx2" presStyleLbl="revTx" presStyleIdx="5" presStyleCnt="10"/>
      <dgm:spPr/>
      <dgm:t>
        <a:bodyPr/>
        <a:lstStyle/>
        <a:p>
          <a:endParaRPr lang="es-ES"/>
        </a:p>
      </dgm:t>
    </dgm:pt>
    <dgm:pt modelId="{C56FE37B-F98C-4D15-95CF-6DC56554B5B4}" type="pres">
      <dgm:prSet presAssocID="{C067AB59-C7C5-C74B-8B60-2FA743781E39}" presName="vert2" presStyleCnt="0"/>
      <dgm:spPr/>
    </dgm:pt>
    <dgm:pt modelId="{5D84D3DB-F553-4712-A813-E34BD39795E9}" type="pres">
      <dgm:prSet presAssocID="{C067AB59-C7C5-C74B-8B60-2FA743781E39}" presName="thinLine2b" presStyleLbl="callout" presStyleIdx="3" presStyleCnt="7"/>
      <dgm:spPr/>
    </dgm:pt>
    <dgm:pt modelId="{2128B8DA-3804-468D-B525-5F0093F85BA2}" type="pres">
      <dgm:prSet presAssocID="{C067AB59-C7C5-C74B-8B60-2FA743781E39}" presName="vertSpace2b" presStyleCnt="0"/>
      <dgm:spPr/>
    </dgm:pt>
    <dgm:pt modelId="{4F42B568-F39A-4181-8658-EC1C2143BBA0}" type="pres">
      <dgm:prSet presAssocID="{D206AD7D-6FCF-BA4A-A881-D49C0A782FC3}" presName="horz2" presStyleCnt="0"/>
      <dgm:spPr/>
    </dgm:pt>
    <dgm:pt modelId="{4F8359BF-8C47-4A90-A343-AF5BDC5F9DE8}" type="pres">
      <dgm:prSet presAssocID="{D206AD7D-6FCF-BA4A-A881-D49C0A782FC3}" presName="horzSpace2" presStyleCnt="0"/>
      <dgm:spPr/>
    </dgm:pt>
    <dgm:pt modelId="{70B24025-E2C6-417F-99E1-3AE2064C772D}" type="pres">
      <dgm:prSet presAssocID="{D206AD7D-6FCF-BA4A-A881-D49C0A782FC3}" presName="tx2" presStyleLbl="revTx" presStyleIdx="6" presStyleCnt="10"/>
      <dgm:spPr/>
      <dgm:t>
        <a:bodyPr/>
        <a:lstStyle/>
        <a:p>
          <a:endParaRPr lang="es-ES"/>
        </a:p>
      </dgm:t>
    </dgm:pt>
    <dgm:pt modelId="{7CEB9B09-60D8-4882-A2D8-38EF68D5C19F}" type="pres">
      <dgm:prSet presAssocID="{D206AD7D-6FCF-BA4A-A881-D49C0A782FC3}" presName="vert2" presStyleCnt="0"/>
      <dgm:spPr/>
    </dgm:pt>
    <dgm:pt modelId="{5E350EE4-2D6A-4A16-A0FE-9FACA9074727}" type="pres">
      <dgm:prSet presAssocID="{D206AD7D-6FCF-BA4A-A881-D49C0A782FC3}" presName="thinLine2b" presStyleLbl="callout" presStyleIdx="4" presStyleCnt="7"/>
      <dgm:spPr/>
    </dgm:pt>
    <dgm:pt modelId="{9BB5AFB5-07F7-4132-85A2-44E6D0516C88}" type="pres">
      <dgm:prSet presAssocID="{D206AD7D-6FCF-BA4A-A881-D49C0A782FC3}" presName="vertSpace2b" presStyleCnt="0"/>
      <dgm:spPr/>
    </dgm:pt>
    <dgm:pt modelId="{CFD8E1A3-90D3-46A8-AE85-EB36E0237BB5}" type="pres">
      <dgm:prSet presAssocID="{3440283F-7B94-41E1-A678-109BA5967928}" presName="horz2" presStyleCnt="0"/>
      <dgm:spPr/>
    </dgm:pt>
    <dgm:pt modelId="{274EF02C-7D1A-409B-A859-EE71E535A688}" type="pres">
      <dgm:prSet presAssocID="{3440283F-7B94-41E1-A678-109BA5967928}" presName="horzSpace2" presStyleCnt="0"/>
      <dgm:spPr/>
    </dgm:pt>
    <dgm:pt modelId="{1AB85A7C-0FFD-4546-B83C-987E91EDF1C9}" type="pres">
      <dgm:prSet presAssocID="{3440283F-7B94-41E1-A678-109BA5967928}" presName="tx2" presStyleLbl="revTx" presStyleIdx="7" presStyleCnt="10"/>
      <dgm:spPr/>
      <dgm:t>
        <a:bodyPr/>
        <a:lstStyle/>
        <a:p>
          <a:endParaRPr lang="es-ES"/>
        </a:p>
      </dgm:t>
    </dgm:pt>
    <dgm:pt modelId="{6F7BAE7F-F22E-4343-8455-8D1D04AE6291}" type="pres">
      <dgm:prSet presAssocID="{3440283F-7B94-41E1-A678-109BA5967928}" presName="vert2" presStyleCnt="0"/>
      <dgm:spPr/>
    </dgm:pt>
    <dgm:pt modelId="{DF72560F-E95F-423D-A8FF-AAE8DAA00A74}" type="pres">
      <dgm:prSet presAssocID="{3440283F-7B94-41E1-A678-109BA5967928}" presName="thinLine2b" presStyleLbl="callout" presStyleIdx="5" presStyleCnt="7"/>
      <dgm:spPr/>
    </dgm:pt>
    <dgm:pt modelId="{D8D1CF1A-EF09-4022-8D03-FD002D4FE754}" type="pres">
      <dgm:prSet presAssocID="{3440283F-7B94-41E1-A678-109BA5967928}" presName="vertSpace2b" presStyleCnt="0"/>
      <dgm:spPr/>
    </dgm:pt>
    <dgm:pt modelId="{00451E5C-D19E-4AC4-8C6F-60950BA475F2}" type="pres">
      <dgm:prSet presAssocID="{5B536FDF-F2F3-4D05-AF9A-89E79C92380B}" presName="horz2" presStyleCnt="0"/>
      <dgm:spPr/>
    </dgm:pt>
    <dgm:pt modelId="{3C367370-E70B-40CC-9DCF-3FC0C33EDE1B}" type="pres">
      <dgm:prSet presAssocID="{5B536FDF-F2F3-4D05-AF9A-89E79C92380B}" presName="horzSpace2" presStyleCnt="0"/>
      <dgm:spPr/>
    </dgm:pt>
    <dgm:pt modelId="{EDBBCE88-88E0-4C06-BA01-B4EFB6C685E1}" type="pres">
      <dgm:prSet presAssocID="{5B536FDF-F2F3-4D05-AF9A-89E79C92380B}" presName="tx2" presStyleLbl="revTx" presStyleIdx="8" presStyleCnt="10"/>
      <dgm:spPr/>
      <dgm:t>
        <a:bodyPr/>
        <a:lstStyle/>
        <a:p>
          <a:endParaRPr lang="es-ES"/>
        </a:p>
      </dgm:t>
    </dgm:pt>
    <dgm:pt modelId="{5EA7847F-7A65-4DE6-AFB0-0784772E4EA1}" type="pres">
      <dgm:prSet presAssocID="{5B536FDF-F2F3-4D05-AF9A-89E79C92380B}" presName="vert2" presStyleCnt="0"/>
      <dgm:spPr/>
    </dgm:pt>
    <dgm:pt modelId="{22FFB06E-FF71-449B-9AA1-BDA4A6D85DF8}" type="pres">
      <dgm:prSet presAssocID="{5B536FDF-F2F3-4D05-AF9A-89E79C92380B}" presName="thinLine2b" presStyleLbl="callout" presStyleIdx="6" presStyleCnt="7"/>
      <dgm:spPr/>
    </dgm:pt>
    <dgm:pt modelId="{D29BEB5B-2E19-4BA8-823B-ABEF6ECE6E88}" type="pres">
      <dgm:prSet presAssocID="{5B536FDF-F2F3-4D05-AF9A-89E79C92380B}" presName="vertSpace2b" presStyleCnt="0"/>
      <dgm:spPr/>
    </dgm:pt>
    <dgm:pt modelId="{F3F97593-6E83-0F47-AC56-87F880B5136A}" type="pres">
      <dgm:prSet presAssocID="{9C72B4A7-9E41-F145-8AD3-8256C9A803CC}" presName="thickLine" presStyleLbl="alignNode1" presStyleIdx="2" presStyleCnt="3"/>
      <dgm:spPr/>
    </dgm:pt>
    <dgm:pt modelId="{5252C1B0-2D3F-E946-88C3-3B9DE026AA3B}" type="pres">
      <dgm:prSet presAssocID="{9C72B4A7-9E41-F145-8AD3-8256C9A803CC}" presName="horz1" presStyleCnt="0"/>
      <dgm:spPr/>
    </dgm:pt>
    <dgm:pt modelId="{DB02E969-16E1-B544-B84F-34044CEA806B}" type="pres">
      <dgm:prSet presAssocID="{9C72B4A7-9E41-F145-8AD3-8256C9A803CC}" presName="tx1" presStyleLbl="revTx" presStyleIdx="9" presStyleCnt="10"/>
      <dgm:spPr/>
      <dgm:t>
        <a:bodyPr/>
        <a:lstStyle/>
        <a:p>
          <a:endParaRPr lang="es-ES"/>
        </a:p>
      </dgm:t>
    </dgm:pt>
    <dgm:pt modelId="{198006FC-E4EB-0749-8807-9F4FBE5C6BCC}" type="pres">
      <dgm:prSet presAssocID="{9C72B4A7-9E41-F145-8AD3-8256C9A803CC}" presName="vert1" presStyleCnt="0"/>
      <dgm:spPr/>
    </dgm:pt>
  </dgm:ptLst>
  <dgm:cxnLst>
    <dgm:cxn modelId="{2B3AB939-F741-4B55-BCEC-AC60F4C0DC14}" srcId="{A00DC1EC-B999-A640-8654-4E50ABDDE020}" destId="{3440283F-7B94-41E1-A678-109BA5967928}" srcOrd="2" destOrd="0" parTransId="{620191C0-423A-4FE9-A4F1-5C5D36C0C76E}" sibTransId="{23C99D01-59D4-4C59-997C-A7CC57B9FF58}"/>
    <dgm:cxn modelId="{9B92625F-F6BB-B542-BFDD-1C913DC7F688}" type="presOf" srcId="{9C72B4A7-9E41-F145-8AD3-8256C9A803CC}" destId="{DB02E969-16E1-B544-B84F-34044CEA806B}" srcOrd="0" destOrd="0" presId="urn:microsoft.com/office/officeart/2008/layout/LinedList"/>
    <dgm:cxn modelId="{DBA51B96-2BDF-C04D-8EE9-74101BC05F2E}" srcId="{A00DC1EC-B999-A640-8654-4E50ABDDE020}" destId="{D206AD7D-6FCF-BA4A-A881-D49C0A782FC3}" srcOrd="1" destOrd="0" parTransId="{2FAF4929-896A-4142-A9D4-FCF51F2A7AA6}" sibTransId="{948F4234-2DCD-C24A-ABA8-79BDA4601848}"/>
    <dgm:cxn modelId="{B913582A-C51A-7948-8CD7-0EAADAC6E1E7}" srcId="{D1D10F65-8C36-4800-AD9D-4A75930380A4}" destId="{9C0C5B6B-88B0-0644-95CC-DA013289C236}" srcOrd="0" destOrd="0" parTransId="{B8FBE750-BA08-3745-BDB2-8DE244854305}" sibTransId="{7720ED4A-2659-4441-8B8A-B12AAECACA03}"/>
    <dgm:cxn modelId="{9F261941-24ED-402A-AAD4-7E453770E726}" type="presOf" srcId="{EA05A323-1CD6-E844-BD1C-19A2225C0340}" destId="{821592CB-BF1E-40A4-88FF-532C668728A8}" srcOrd="0" destOrd="0" presId="urn:microsoft.com/office/officeart/2008/layout/LinedList"/>
    <dgm:cxn modelId="{BE140C54-7845-4FA6-BD16-779C89E4A191}" type="presOf" srcId="{C067AB59-C7C5-C74B-8B60-2FA743781E39}" destId="{CECABC1D-D0D2-4346-AB17-5BDF3AE0B320}" srcOrd="0" destOrd="0" presId="urn:microsoft.com/office/officeart/2008/layout/LinedList"/>
    <dgm:cxn modelId="{88CAD25B-4863-724E-A8BB-5EA65B911430}" type="presOf" srcId="{C3CE8D9A-2F5F-E04C-AF81-B61DA3187B58}" destId="{A4615577-DB07-0E46-BAD9-752076C1E8EB}" srcOrd="0" destOrd="0" presId="urn:microsoft.com/office/officeart/2008/layout/LinedList"/>
    <dgm:cxn modelId="{170E0A80-D936-D547-94C5-570AC1082D21}" srcId="{D1D10F65-8C36-4800-AD9D-4A75930380A4}" destId="{EA05A323-1CD6-E844-BD1C-19A2225C0340}" srcOrd="2" destOrd="0" parTransId="{30E5782B-3D30-E84E-8B09-5F18CE4DBC15}" sibTransId="{A735D71C-2096-F344-B726-857D36F14FEB}"/>
    <dgm:cxn modelId="{A916F14C-FD8F-1041-9237-07A7F4B0E424}" srcId="{C3CE8D9A-2F5F-E04C-AF81-B61DA3187B58}" destId="{9C72B4A7-9E41-F145-8AD3-8256C9A803CC}" srcOrd="2" destOrd="0" parTransId="{039D7ABA-FFC7-B445-A429-CFC439A2367F}" sibTransId="{05E1DC99-928D-904E-97A5-EF73BF8DD59B}"/>
    <dgm:cxn modelId="{6FCFE956-A4B8-4040-A710-4C204E8AB087}" type="presOf" srcId="{5B536FDF-F2F3-4D05-AF9A-89E79C92380B}" destId="{EDBBCE88-88E0-4C06-BA01-B4EFB6C685E1}" srcOrd="0" destOrd="0" presId="urn:microsoft.com/office/officeart/2008/layout/LinedList"/>
    <dgm:cxn modelId="{7D1D3080-7900-4CC4-B4C0-BD39D5B7C3EE}" srcId="{C3CE8D9A-2F5F-E04C-AF81-B61DA3187B58}" destId="{D1D10F65-8C36-4800-AD9D-4A75930380A4}" srcOrd="0" destOrd="0" parTransId="{90F18EEC-639F-4363-B4CF-89223F0F6C38}" sibTransId="{99324C82-0C51-4B8E-B7FB-AB0EDB6CDB40}"/>
    <dgm:cxn modelId="{AFE1BFFD-BCE2-4B07-8778-349DF1D2A1BC}" type="presOf" srcId="{D206AD7D-6FCF-BA4A-A881-D49C0A782FC3}" destId="{70B24025-E2C6-417F-99E1-3AE2064C772D}" srcOrd="0" destOrd="0" presId="urn:microsoft.com/office/officeart/2008/layout/LinedList"/>
    <dgm:cxn modelId="{2FE6312A-8E9C-42E4-A35F-065C47954353}" type="presOf" srcId="{D1D10F65-8C36-4800-AD9D-4A75930380A4}" destId="{792A15AE-68CB-4B5E-A488-D8B2430819E0}" srcOrd="0" destOrd="0" presId="urn:microsoft.com/office/officeart/2008/layout/LinedList"/>
    <dgm:cxn modelId="{FA015F84-3A27-6341-B5E5-5AAABF15FCA7}" srcId="{A00DC1EC-B999-A640-8654-4E50ABDDE020}" destId="{C067AB59-C7C5-C74B-8B60-2FA743781E39}" srcOrd="0" destOrd="0" parTransId="{E4F708B6-A4DC-E54B-965A-6A91932F4F21}" sibTransId="{07AED4AD-A571-FA4C-8F60-2811AAEB8399}"/>
    <dgm:cxn modelId="{3E29948C-DFFC-AB42-9C68-F162D26487F0}" type="presOf" srcId="{A00DC1EC-B999-A640-8654-4E50ABDDE020}" destId="{9891002C-403A-A043-B663-E6FEB51C2557}" srcOrd="0" destOrd="0" presId="urn:microsoft.com/office/officeart/2008/layout/LinedList"/>
    <dgm:cxn modelId="{3BDFFADE-29A9-481E-B58F-434B0C851ADE}" type="presOf" srcId="{4D7DCE72-F1C7-3648-B096-B3BF2FA1BA56}" destId="{F1E3A902-B27E-4D1E-9D62-838DBF77570E}" srcOrd="0" destOrd="0" presId="urn:microsoft.com/office/officeart/2008/layout/LinedList"/>
    <dgm:cxn modelId="{366F432C-1A26-4011-8836-F1CB5F23632D}" srcId="{A00DC1EC-B999-A640-8654-4E50ABDDE020}" destId="{5B536FDF-F2F3-4D05-AF9A-89E79C92380B}" srcOrd="3" destOrd="0" parTransId="{56E7C592-F553-41EA-A0F8-EBF440BF702D}" sibTransId="{3DAEA229-1474-4E45-A55F-BA78088D2142}"/>
    <dgm:cxn modelId="{85AEC94C-8398-42E2-BCFF-BE328E528E4F}" type="presOf" srcId="{9C0C5B6B-88B0-0644-95CC-DA013289C236}" destId="{520D1D2C-1114-41BF-8F7E-61F71B01A781}" srcOrd="0" destOrd="0" presId="urn:microsoft.com/office/officeart/2008/layout/LinedList"/>
    <dgm:cxn modelId="{57DCF56E-A877-4D98-80BC-07F249D9A3FF}" type="presOf" srcId="{3440283F-7B94-41E1-A678-109BA5967928}" destId="{1AB85A7C-0FFD-4546-B83C-987E91EDF1C9}" srcOrd="0" destOrd="0" presId="urn:microsoft.com/office/officeart/2008/layout/LinedList"/>
    <dgm:cxn modelId="{C36FE991-C046-254D-B645-ED7CD9E49D91}" srcId="{C3CE8D9A-2F5F-E04C-AF81-B61DA3187B58}" destId="{A00DC1EC-B999-A640-8654-4E50ABDDE020}" srcOrd="1" destOrd="0" parTransId="{C1FC985A-8FE8-944A-89F3-975B9C62D138}" sibTransId="{48BA50DD-A1B0-B142-8134-1733EC7E096A}"/>
    <dgm:cxn modelId="{CEF75630-A106-2C4A-813E-06273EBC269D}" srcId="{D1D10F65-8C36-4800-AD9D-4A75930380A4}" destId="{4D7DCE72-F1C7-3648-B096-B3BF2FA1BA56}" srcOrd="1" destOrd="0" parTransId="{4130B51B-54F0-CE46-A291-A4358F1F6F5A}" sibTransId="{44AA0FEF-23B0-9044-91B0-9D01CCB0457B}"/>
    <dgm:cxn modelId="{4DB7B23E-B30F-4C81-8ACC-F20339733989}" type="presParOf" srcId="{A4615577-DB07-0E46-BAD9-752076C1E8EB}" destId="{4324E71C-51E4-4FFA-9638-472734009553}" srcOrd="0" destOrd="0" presId="urn:microsoft.com/office/officeart/2008/layout/LinedList"/>
    <dgm:cxn modelId="{5F89DA01-B92A-4DC0-9CEE-1F6FA1D40ECE}" type="presParOf" srcId="{A4615577-DB07-0E46-BAD9-752076C1E8EB}" destId="{35D4AF3C-4879-491B-8004-F3B88F6D9FB5}" srcOrd="1" destOrd="0" presId="urn:microsoft.com/office/officeart/2008/layout/LinedList"/>
    <dgm:cxn modelId="{F3D6BEA2-B2D9-4B81-A154-A2B392387994}" type="presParOf" srcId="{35D4AF3C-4879-491B-8004-F3B88F6D9FB5}" destId="{792A15AE-68CB-4B5E-A488-D8B2430819E0}" srcOrd="0" destOrd="0" presId="urn:microsoft.com/office/officeart/2008/layout/LinedList"/>
    <dgm:cxn modelId="{F7785119-16D5-4918-A11C-76CAE3186FCE}" type="presParOf" srcId="{35D4AF3C-4879-491B-8004-F3B88F6D9FB5}" destId="{162AB6D4-F395-4B55-9519-21B610CC0382}" srcOrd="1" destOrd="0" presId="urn:microsoft.com/office/officeart/2008/layout/LinedList"/>
    <dgm:cxn modelId="{B8EBD6DE-7A50-4C60-B506-ECD05FE59218}" type="presParOf" srcId="{162AB6D4-F395-4B55-9519-21B610CC0382}" destId="{412C8F4B-57E8-4EE2-95F4-7EAB16DF68B6}" srcOrd="0" destOrd="0" presId="urn:microsoft.com/office/officeart/2008/layout/LinedList"/>
    <dgm:cxn modelId="{956FD370-326D-4EB3-801A-A29C8A2FA36A}" type="presParOf" srcId="{162AB6D4-F395-4B55-9519-21B610CC0382}" destId="{706ACAA7-2B5D-4D39-81AB-5DAABC04EC1D}" srcOrd="1" destOrd="0" presId="urn:microsoft.com/office/officeart/2008/layout/LinedList"/>
    <dgm:cxn modelId="{A39098EB-962C-4166-8037-F95585B9F478}" type="presParOf" srcId="{706ACAA7-2B5D-4D39-81AB-5DAABC04EC1D}" destId="{3456CDB8-701B-42F1-87C2-C295CD1E48EE}" srcOrd="0" destOrd="0" presId="urn:microsoft.com/office/officeart/2008/layout/LinedList"/>
    <dgm:cxn modelId="{342403CE-B025-4D29-8793-EA37F41E586D}" type="presParOf" srcId="{706ACAA7-2B5D-4D39-81AB-5DAABC04EC1D}" destId="{520D1D2C-1114-41BF-8F7E-61F71B01A781}" srcOrd="1" destOrd="0" presId="urn:microsoft.com/office/officeart/2008/layout/LinedList"/>
    <dgm:cxn modelId="{25A3F28B-6CD7-4F31-890F-F8CF5F90629E}" type="presParOf" srcId="{706ACAA7-2B5D-4D39-81AB-5DAABC04EC1D}" destId="{D6DDDC7E-F1A5-4153-9143-0972F5C1698F}" srcOrd="2" destOrd="0" presId="urn:microsoft.com/office/officeart/2008/layout/LinedList"/>
    <dgm:cxn modelId="{4E8BB94C-449C-4BAA-89E5-7B4012CC296E}" type="presParOf" srcId="{162AB6D4-F395-4B55-9519-21B610CC0382}" destId="{0A0EB41C-54BD-4DBD-AE20-1F9966450DC3}" srcOrd="2" destOrd="0" presId="urn:microsoft.com/office/officeart/2008/layout/LinedList"/>
    <dgm:cxn modelId="{AB79C922-1D85-4408-9FB6-F8CFB8C36573}" type="presParOf" srcId="{162AB6D4-F395-4B55-9519-21B610CC0382}" destId="{BD1DC2FA-97F1-47D7-B64D-204FB692D739}" srcOrd="3" destOrd="0" presId="urn:microsoft.com/office/officeart/2008/layout/LinedList"/>
    <dgm:cxn modelId="{6F9AF466-E2B6-4D13-8F7D-DC885CC31B1D}" type="presParOf" srcId="{162AB6D4-F395-4B55-9519-21B610CC0382}" destId="{AA817BFD-CFD8-4863-BA21-FE68B817CC3C}" srcOrd="4" destOrd="0" presId="urn:microsoft.com/office/officeart/2008/layout/LinedList"/>
    <dgm:cxn modelId="{A4CC1812-D46A-48BC-9422-20B9EC6ECAAB}" type="presParOf" srcId="{AA817BFD-CFD8-4863-BA21-FE68B817CC3C}" destId="{BD57D683-A942-4221-A2F2-BB0CF711AC57}" srcOrd="0" destOrd="0" presId="urn:microsoft.com/office/officeart/2008/layout/LinedList"/>
    <dgm:cxn modelId="{5AA14EA0-0813-473C-8163-DCE2FD80C8FD}" type="presParOf" srcId="{AA817BFD-CFD8-4863-BA21-FE68B817CC3C}" destId="{F1E3A902-B27E-4D1E-9D62-838DBF77570E}" srcOrd="1" destOrd="0" presId="urn:microsoft.com/office/officeart/2008/layout/LinedList"/>
    <dgm:cxn modelId="{F341795B-4F8D-40FC-BB87-DB28B4CBE845}" type="presParOf" srcId="{AA817BFD-CFD8-4863-BA21-FE68B817CC3C}" destId="{4F138E20-5633-4DCC-BBC2-20DFBFC7868F}" srcOrd="2" destOrd="0" presId="urn:microsoft.com/office/officeart/2008/layout/LinedList"/>
    <dgm:cxn modelId="{60B4EA34-669B-44B0-849E-7820221DB9C4}" type="presParOf" srcId="{162AB6D4-F395-4B55-9519-21B610CC0382}" destId="{2B79C5B5-7045-4C8A-A0D3-ED34D320DACE}" srcOrd="5" destOrd="0" presId="urn:microsoft.com/office/officeart/2008/layout/LinedList"/>
    <dgm:cxn modelId="{7E569D0C-3428-435B-AF6F-5E8C383648C2}" type="presParOf" srcId="{162AB6D4-F395-4B55-9519-21B610CC0382}" destId="{8C3B0260-807F-409D-975C-EBFF816514C3}" srcOrd="6" destOrd="0" presId="urn:microsoft.com/office/officeart/2008/layout/LinedList"/>
    <dgm:cxn modelId="{8F968DE2-01A0-490A-A10A-5EF138830341}" type="presParOf" srcId="{162AB6D4-F395-4B55-9519-21B610CC0382}" destId="{DCC37064-A6D2-4A55-A252-3829429045E5}" srcOrd="7" destOrd="0" presId="urn:microsoft.com/office/officeart/2008/layout/LinedList"/>
    <dgm:cxn modelId="{F7599D3A-2E6E-4C65-9E0D-25F128761943}" type="presParOf" srcId="{DCC37064-A6D2-4A55-A252-3829429045E5}" destId="{AF620EF4-9246-40B0-95DD-0F97FD557889}" srcOrd="0" destOrd="0" presId="urn:microsoft.com/office/officeart/2008/layout/LinedList"/>
    <dgm:cxn modelId="{BCF95899-7917-4EDB-8FD2-FCB40A438ECB}" type="presParOf" srcId="{DCC37064-A6D2-4A55-A252-3829429045E5}" destId="{821592CB-BF1E-40A4-88FF-532C668728A8}" srcOrd="1" destOrd="0" presId="urn:microsoft.com/office/officeart/2008/layout/LinedList"/>
    <dgm:cxn modelId="{51DE40F6-3A87-480E-99D8-89C0632D8E40}" type="presParOf" srcId="{DCC37064-A6D2-4A55-A252-3829429045E5}" destId="{4A2BC687-FFD6-4EBF-9A58-5F5A5936D128}" srcOrd="2" destOrd="0" presId="urn:microsoft.com/office/officeart/2008/layout/LinedList"/>
    <dgm:cxn modelId="{ACEB100A-F77A-4DDF-BF04-639FA07CDC79}" type="presParOf" srcId="{162AB6D4-F395-4B55-9519-21B610CC0382}" destId="{AFB2C275-AEA0-46EA-8FAC-DEEB17253C42}" srcOrd="8" destOrd="0" presId="urn:microsoft.com/office/officeart/2008/layout/LinedList"/>
    <dgm:cxn modelId="{48D32097-7681-4FF5-B71E-2581D6375AB7}" type="presParOf" srcId="{162AB6D4-F395-4B55-9519-21B610CC0382}" destId="{B63F60B4-89E7-4E26-9559-C63693EDEACE}" srcOrd="9" destOrd="0" presId="urn:microsoft.com/office/officeart/2008/layout/LinedList"/>
    <dgm:cxn modelId="{35AF335E-5A39-7049-B788-36F0EF331E73}" type="presParOf" srcId="{A4615577-DB07-0E46-BAD9-752076C1E8EB}" destId="{B2F277F3-7CF1-994E-B28A-0B3155C31199}" srcOrd="2" destOrd="0" presId="urn:microsoft.com/office/officeart/2008/layout/LinedList"/>
    <dgm:cxn modelId="{5F47EFD6-2CBD-894E-8B6E-5A8B8B366D05}" type="presParOf" srcId="{A4615577-DB07-0E46-BAD9-752076C1E8EB}" destId="{0C40495D-3188-9E48-A89E-F64BB2F461F5}" srcOrd="3" destOrd="0" presId="urn:microsoft.com/office/officeart/2008/layout/LinedList"/>
    <dgm:cxn modelId="{E3857465-52FE-4043-A3F9-DA9E495DC241}" type="presParOf" srcId="{0C40495D-3188-9E48-A89E-F64BB2F461F5}" destId="{9891002C-403A-A043-B663-E6FEB51C2557}" srcOrd="0" destOrd="0" presId="urn:microsoft.com/office/officeart/2008/layout/LinedList"/>
    <dgm:cxn modelId="{A92C2B0F-4EC0-EE40-994C-464482B0D0DE}" type="presParOf" srcId="{0C40495D-3188-9E48-A89E-F64BB2F461F5}" destId="{84783DB1-8E64-8549-92F0-B23833CEE8B0}" srcOrd="1" destOrd="0" presId="urn:microsoft.com/office/officeart/2008/layout/LinedList"/>
    <dgm:cxn modelId="{EA0B3910-EB80-4029-B60B-20F24CE2843C}" type="presParOf" srcId="{84783DB1-8E64-8549-92F0-B23833CEE8B0}" destId="{7639A2F8-0310-4BED-B4BD-EAB6A5C40B77}" srcOrd="0" destOrd="0" presId="urn:microsoft.com/office/officeart/2008/layout/LinedList"/>
    <dgm:cxn modelId="{99DBFB21-0FC2-4CBA-BB47-36270808838D}" type="presParOf" srcId="{84783DB1-8E64-8549-92F0-B23833CEE8B0}" destId="{6A69390F-9BF9-4ABA-8159-EAF93506C37D}" srcOrd="1" destOrd="0" presId="urn:microsoft.com/office/officeart/2008/layout/LinedList"/>
    <dgm:cxn modelId="{E87F3EA4-77CE-4F0C-A375-D165481E49A8}" type="presParOf" srcId="{6A69390F-9BF9-4ABA-8159-EAF93506C37D}" destId="{80389192-84FD-488B-A175-87A5FB0572BA}" srcOrd="0" destOrd="0" presId="urn:microsoft.com/office/officeart/2008/layout/LinedList"/>
    <dgm:cxn modelId="{98F27296-CAFF-422A-B24C-47C3377364FE}" type="presParOf" srcId="{6A69390F-9BF9-4ABA-8159-EAF93506C37D}" destId="{CECABC1D-D0D2-4346-AB17-5BDF3AE0B320}" srcOrd="1" destOrd="0" presId="urn:microsoft.com/office/officeart/2008/layout/LinedList"/>
    <dgm:cxn modelId="{052522D8-E186-4A8F-8FE7-EA5F2E68B10F}" type="presParOf" srcId="{6A69390F-9BF9-4ABA-8159-EAF93506C37D}" destId="{C56FE37B-F98C-4D15-95CF-6DC56554B5B4}" srcOrd="2" destOrd="0" presId="urn:microsoft.com/office/officeart/2008/layout/LinedList"/>
    <dgm:cxn modelId="{7C9E3284-09F1-4CA9-82F8-E7DCFD250D0D}" type="presParOf" srcId="{84783DB1-8E64-8549-92F0-B23833CEE8B0}" destId="{5D84D3DB-F553-4712-A813-E34BD39795E9}" srcOrd="2" destOrd="0" presId="urn:microsoft.com/office/officeart/2008/layout/LinedList"/>
    <dgm:cxn modelId="{ECC376FD-6EF2-45B9-BD59-10867BC46682}" type="presParOf" srcId="{84783DB1-8E64-8549-92F0-B23833CEE8B0}" destId="{2128B8DA-3804-468D-B525-5F0093F85BA2}" srcOrd="3" destOrd="0" presId="urn:microsoft.com/office/officeart/2008/layout/LinedList"/>
    <dgm:cxn modelId="{48D72E68-5752-4B2B-9C23-189D22095748}" type="presParOf" srcId="{84783DB1-8E64-8549-92F0-B23833CEE8B0}" destId="{4F42B568-F39A-4181-8658-EC1C2143BBA0}" srcOrd="4" destOrd="0" presId="urn:microsoft.com/office/officeart/2008/layout/LinedList"/>
    <dgm:cxn modelId="{7B8AE250-CE81-48B4-9208-19C32DF7C56A}" type="presParOf" srcId="{4F42B568-F39A-4181-8658-EC1C2143BBA0}" destId="{4F8359BF-8C47-4A90-A343-AF5BDC5F9DE8}" srcOrd="0" destOrd="0" presId="urn:microsoft.com/office/officeart/2008/layout/LinedList"/>
    <dgm:cxn modelId="{0C28ACEF-4949-4BC4-8F57-81F3A45D35D3}" type="presParOf" srcId="{4F42B568-F39A-4181-8658-EC1C2143BBA0}" destId="{70B24025-E2C6-417F-99E1-3AE2064C772D}" srcOrd="1" destOrd="0" presId="urn:microsoft.com/office/officeart/2008/layout/LinedList"/>
    <dgm:cxn modelId="{E92263C1-B8F6-4C1D-9693-B108FE254198}" type="presParOf" srcId="{4F42B568-F39A-4181-8658-EC1C2143BBA0}" destId="{7CEB9B09-60D8-4882-A2D8-38EF68D5C19F}" srcOrd="2" destOrd="0" presId="urn:microsoft.com/office/officeart/2008/layout/LinedList"/>
    <dgm:cxn modelId="{21102A85-9357-401E-A673-0BF1CA8FA349}" type="presParOf" srcId="{84783DB1-8E64-8549-92F0-B23833CEE8B0}" destId="{5E350EE4-2D6A-4A16-A0FE-9FACA9074727}" srcOrd="5" destOrd="0" presId="urn:microsoft.com/office/officeart/2008/layout/LinedList"/>
    <dgm:cxn modelId="{9B609360-89AD-4D2E-BC1F-E6E995D442B6}" type="presParOf" srcId="{84783DB1-8E64-8549-92F0-B23833CEE8B0}" destId="{9BB5AFB5-07F7-4132-85A2-44E6D0516C88}" srcOrd="6" destOrd="0" presId="urn:microsoft.com/office/officeart/2008/layout/LinedList"/>
    <dgm:cxn modelId="{B47D9EEA-531A-408A-B090-E475DC65E74E}" type="presParOf" srcId="{84783DB1-8E64-8549-92F0-B23833CEE8B0}" destId="{CFD8E1A3-90D3-46A8-AE85-EB36E0237BB5}" srcOrd="7" destOrd="0" presId="urn:microsoft.com/office/officeart/2008/layout/LinedList"/>
    <dgm:cxn modelId="{1CBE25E4-EADF-4AAE-87EC-0BCA7409E3B2}" type="presParOf" srcId="{CFD8E1A3-90D3-46A8-AE85-EB36E0237BB5}" destId="{274EF02C-7D1A-409B-A859-EE71E535A688}" srcOrd="0" destOrd="0" presId="urn:microsoft.com/office/officeart/2008/layout/LinedList"/>
    <dgm:cxn modelId="{54B6A375-8841-450A-97F1-0DBCCB36C37E}" type="presParOf" srcId="{CFD8E1A3-90D3-46A8-AE85-EB36E0237BB5}" destId="{1AB85A7C-0FFD-4546-B83C-987E91EDF1C9}" srcOrd="1" destOrd="0" presId="urn:microsoft.com/office/officeart/2008/layout/LinedList"/>
    <dgm:cxn modelId="{7F9619CE-2F45-4ACE-ADA7-09AC737613F7}" type="presParOf" srcId="{CFD8E1A3-90D3-46A8-AE85-EB36E0237BB5}" destId="{6F7BAE7F-F22E-4343-8455-8D1D04AE6291}" srcOrd="2" destOrd="0" presId="urn:microsoft.com/office/officeart/2008/layout/LinedList"/>
    <dgm:cxn modelId="{FB008851-06D7-4855-A24F-22E0D73AB55F}" type="presParOf" srcId="{84783DB1-8E64-8549-92F0-B23833CEE8B0}" destId="{DF72560F-E95F-423D-A8FF-AAE8DAA00A74}" srcOrd="8" destOrd="0" presId="urn:microsoft.com/office/officeart/2008/layout/LinedList"/>
    <dgm:cxn modelId="{F864CF38-EDB0-4C21-B8CD-8F6468AED3AB}" type="presParOf" srcId="{84783DB1-8E64-8549-92F0-B23833CEE8B0}" destId="{D8D1CF1A-EF09-4022-8D03-FD002D4FE754}" srcOrd="9" destOrd="0" presId="urn:microsoft.com/office/officeart/2008/layout/LinedList"/>
    <dgm:cxn modelId="{FA6E8390-3117-4B0E-A8CD-C8525D3476EE}" type="presParOf" srcId="{84783DB1-8E64-8549-92F0-B23833CEE8B0}" destId="{00451E5C-D19E-4AC4-8C6F-60950BA475F2}" srcOrd="10" destOrd="0" presId="urn:microsoft.com/office/officeart/2008/layout/LinedList"/>
    <dgm:cxn modelId="{A1DC1013-3554-4925-8C05-0BA40D7B62CE}" type="presParOf" srcId="{00451E5C-D19E-4AC4-8C6F-60950BA475F2}" destId="{3C367370-E70B-40CC-9DCF-3FC0C33EDE1B}" srcOrd="0" destOrd="0" presId="urn:microsoft.com/office/officeart/2008/layout/LinedList"/>
    <dgm:cxn modelId="{5DEED33B-11D0-4E73-B9C5-AC7FE88CE993}" type="presParOf" srcId="{00451E5C-D19E-4AC4-8C6F-60950BA475F2}" destId="{EDBBCE88-88E0-4C06-BA01-B4EFB6C685E1}" srcOrd="1" destOrd="0" presId="urn:microsoft.com/office/officeart/2008/layout/LinedList"/>
    <dgm:cxn modelId="{13C1FCD6-38EA-422D-AE65-723CF6BA7FF9}" type="presParOf" srcId="{00451E5C-D19E-4AC4-8C6F-60950BA475F2}" destId="{5EA7847F-7A65-4DE6-AFB0-0784772E4EA1}" srcOrd="2" destOrd="0" presId="urn:microsoft.com/office/officeart/2008/layout/LinedList"/>
    <dgm:cxn modelId="{36F58C88-C89C-4347-A57A-4CC7FDCF4B52}" type="presParOf" srcId="{84783DB1-8E64-8549-92F0-B23833CEE8B0}" destId="{22FFB06E-FF71-449B-9AA1-BDA4A6D85DF8}" srcOrd="11" destOrd="0" presId="urn:microsoft.com/office/officeart/2008/layout/LinedList"/>
    <dgm:cxn modelId="{8343C662-277E-438C-9E8E-2477EFCDC4EE}" type="presParOf" srcId="{84783DB1-8E64-8549-92F0-B23833CEE8B0}" destId="{D29BEB5B-2E19-4BA8-823B-ABEF6ECE6E88}" srcOrd="12" destOrd="0" presId="urn:microsoft.com/office/officeart/2008/layout/LinedList"/>
    <dgm:cxn modelId="{301FE55C-B156-C245-81DE-948BDE672DA3}" type="presParOf" srcId="{A4615577-DB07-0E46-BAD9-752076C1E8EB}" destId="{F3F97593-6E83-0F47-AC56-87F880B5136A}" srcOrd="4" destOrd="0" presId="urn:microsoft.com/office/officeart/2008/layout/LinedList"/>
    <dgm:cxn modelId="{534EAD63-809B-3546-9FE8-02A4711C8CF2}" type="presParOf" srcId="{A4615577-DB07-0E46-BAD9-752076C1E8EB}" destId="{5252C1B0-2D3F-E946-88C3-3B9DE026AA3B}" srcOrd="5" destOrd="0" presId="urn:microsoft.com/office/officeart/2008/layout/LinedList"/>
    <dgm:cxn modelId="{7F3CEEB0-1800-574C-9892-E20C22089DAD}" type="presParOf" srcId="{5252C1B0-2D3F-E946-88C3-3B9DE026AA3B}" destId="{DB02E969-16E1-B544-B84F-34044CEA806B}" srcOrd="0" destOrd="0" presId="urn:microsoft.com/office/officeart/2008/layout/LinedList"/>
    <dgm:cxn modelId="{C19916A7-6A83-F942-927D-DA81C8F3CA9B}" type="presParOf" srcId="{5252C1B0-2D3F-E946-88C3-3B9DE026AA3B}" destId="{198006FC-E4EB-0749-8807-9F4FBE5C6BC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24E71C-51E4-4FFA-9638-472734009553}">
      <dsp:nvSpPr>
        <dsp:cNvPr id="0" name=""/>
        <dsp:cNvSpPr/>
      </dsp:nvSpPr>
      <dsp:spPr>
        <a:xfrm>
          <a:off x="0" y="0"/>
          <a:ext cx="7486835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792A15AE-68CB-4B5E-A488-D8B2430819E0}">
      <dsp:nvSpPr>
        <dsp:cNvPr id="0" name=""/>
        <dsp:cNvSpPr/>
      </dsp:nvSpPr>
      <dsp:spPr>
        <a:xfrm>
          <a:off x="0" y="2228"/>
          <a:ext cx="1497367" cy="12332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300" kern="1200" dirty="0"/>
            <a:t>Empresa</a:t>
          </a:r>
        </a:p>
      </dsp:txBody>
      <dsp:txXfrm>
        <a:off x="0" y="2228"/>
        <a:ext cx="1497367" cy="1233209"/>
      </dsp:txXfrm>
    </dsp:sp>
    <dsp:sp modelId="{520D1D2C-1114-41BF-8F7E-61F71B01A781}">
      <dsp:nvSpPr>
        <dsp:cNvPr id="0" name=""/>
        <dsp:cNvSpPr/>
      </dsp:nvSpPr>
      <dsp:spPr>
        <a:xfrm>
          <a:off x="1609669" y="25977"/>
          <a:ext cx="5877165" cy="4749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/>
            <a:t>¿Quiénes somos?</a:t>
          </a:r>
        </a:p>
      </dsp:txBody>
      <dsp:txXfrm>
        <a:off x="1609669" y="25977"/>
        <a:ext cx="5877165" cy="474983"/>
      </dsp:txXfrm>
    </dsp:sp>
    <dsp:sp modelId="{0A0EB41C-54BD-4DBD-AE20-1F9966450DC3}">
      <dsp:nvSpPr>
        <dsp:cNvPr id="0" name=""/>
        <dsp:cNvSpPr/>
      </dsp:nvSpPr>
      <dsp:spPr>
        <a:xfrm>
          <a:off x="1497366" y="500961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F1E3A902-B27E-4D1E-9D62-838DBF77570E}">
      <dsp:nvSpPr>
        <dsp:cNvPr id="0" name=""/>
        <dsp:cNvSpPr/>
      </dsp:nvSpPr>
      <dsp:spPr>
        <a:xfrm>
          <a:off x="1609669" y="524710"/>
          <a:ext cx="5877165" cy="4749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/>
            <a:t>Proyectos</a:t>
          </a:r>
        </a:p>
      </dsp:txBody>
      <dsp:txXfrm>
        <a:off x="1609669" y="524710"/>
        <a:ext cx="5877165" cy="474983"/>
      </dsp:txXfrm>
    </dsp:sp>
    <dsp:sp modelId="{2B79C5B5-7045-4C8A-A0D3-ED34D320DACE}">
      <dsp:nvSpPr>
        <dsp:cNvPr id="0" name=""/>
        <dsp:cNvSpPr/>
      </dsp:nvSpPr>
      <dsp:spPr>
        <a:xfrm>
          <a:off x="1497366" y="999694"/>
          <a:ext cx="5989468" cy="0"/>
        </a:xfrm>
        <a:prstGeom prst="line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821592CB-BF1E-40A4-88FF-532C668728A8}">
      <dsp:nvSpPr>
        <dsp:cNvPr id="0" name=""/>
        <dsp:cNvSpPr/>
      </dsp:nvSpPr>
      <dsp:spPr>
        <a:xfrm>
          <a:off x="1609669" y="1023443"/>
          <a:ext cx="5877165" cy="4749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/>
            <a:t>Organizaciones con las que se ha colaborado</a:t>
          </a:r>
        </a:p>
      </dsp:txBody>
      <dsp:txXfrm>
        <a:off x="1609669" y="1023443"/>
        <a:ext cx="5877165" cy="474983"/>
      </dsp:txXfrm>
    </dsp:sp>
    <dsp:sp modelId="{AFB2C275-AEA0-46EA-8FAC-DEEB17253C42}">
      <dsp:nvSpPr>
        <dsp:cNvPr id="0" name=""/>
        <dsp:cNvSpPr/>
      </dsp:nvSpPr>
      <dsp:spPr>
        <a:xfrm>
          <a:off x="1497366" y="1493067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B2F277F3-7CF1-994E-B28A-0B3155C31199}">
      <dsp:nvSpPr>
        <dsp:cNvPr id="0" name=""/>
        <dsp:cNvSpPr/>
      </dsp:nvSpPr>
      <dsp:spPr>
        <a:xfrm>
          <a:off x="0" y="1511598"/>
          <a:ext cx="7486835" cy="0"/>
        </a:xfrm>
        <a:prstGeom prst="line">
          <a:avLst/>
        </a:prstGeom>
        <a:gradFill rotWithShape="0">
          <a:gsLst>
            <a:gs pos="0">
              <a:schemeClr val="accent3">
                <a:hueOff val="1270596"/>
                <a:satOff val="-12860"/>
                <a:lumOff val="-49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1270596"/>
                <a:satOff val="-12860"/>
                <a:lumOff val="-49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1270596"/>
                <a:satOff val="-12860"/>
                <a:lumOff val="-49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hueOff val="1270596"/>
              <a:satOff val="-12860"/>
              <a:lumOff val="-49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9891002C-403A-A043-B663-E6FEB51C2557}">
      <dsp:nvSpPr>
        <dsp:cNvPr id="0" name=""/>
        <dsp:cNvSpPr/>
      </dsp:nvSpPr>
      <dsp:spPr>
        <a:xfrm>
          <a:off x="0" y="1522176"/>
          <a:ext cx="1497367" cy="1519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300" kern="1200" dirty="0"/>
            <a:t>Proyecto</a:t>
          </a:r>
        </a:p>
      </dsp:txBody>
      <dsp:txXfrm>
        <a:off x="0" y="1522176"/>
        <a:ext cx="1497367" cy="1519948"/>
      </dsp:txXfrm>
    </dsp:sp>
    <dsp:sp modelId="{CECABC1D-D0D2-4346-AB17-5BDF3AE0B320}">
      <dsp:nvSpPr>
        <dsp:cNvPr id="0" name=""/>
        <dsp:cNvSpPr/>
      </dsp:nvSpPr>
      <dsp:spPr>
        <a:xfrm>
          <a:off x="1609669" y="1540044"/>
          <a:ext cx="5877165" cy="3573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/>
            <a:t>Características</a:t>
          </a:r>
        </a:p>
      </dsp:txBody>
      <dsp:txXfrm>
        <a:off x="1609669" y="1540044"/>
        <a:ext cx="5877165" cy="357351"/>
      </dsp:txXfrm>
    </dsp:sp>
    <dsp:sp modelId="{5D84D3DB-F553-4712-A813-E34BD39795E9}">
      <dsp:nvSpPr>
        <dsp:cNvPr id="0" name=""/>
        <dsp:cNvSpPr/>
      </dsp:nvSpPr>
      <dsp:spPr>
        <a:xfrm>
          <a:off x="1497366" y="1897395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70B24025-E2C6-417F-99E1-3AE2064C772D}">
      <dsp:nvSpPr>
        <dsp:cNvPr id="0" name=""/>
        <dsp:cNvSpPr/>
      </dsp:nvSpPr>
      <dsp:spPr>
        <a:xfrm>
          <a:off x="1609669" y="1915263"/>
          <a:ext cx="5877165" cy="3573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/>
            <a:t>Tiempo + Fases (WBS)</a:t>
          </a:r>
        </a:p>
      </dsp:txBody>
      <dsp:txXfrm>
        <a:off x="1609669" y="1915263"/>
        <a:ext cx="5877165" cy="357351"/>
      </dsp:txXfrm>
    </dsp:sp>
    <dsp:sp modelId="{5E350EE4-2D6A-4A16-A0FE-9FACA9074727}">
      <dsp:nvSpPr>
        <dsp:cNvPr id="0" name=""/>
        <dsp:cNvSpPr/>
      </dsp:nvSpPr>
      <dsp:spPr>
        <a:xfrm>
          <a:off x="1497366" y="2272614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1AB85A7C-0FFD-4546-B83C-987E91EDF1C9}">
      <dsp:nvSpPr>
        <dsp:cNvPr id="0" name=""/>
        <dsp:cNvSpPr/>
      </dsp:nvSpPr>
      <dsp:spPr>
        <a:xfrm>
          <a:off x="1609669" y="2290481"/>
          <a:ext cx="5877165" cy="3573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/>
            <a:t>Calidad</a:t>
          </a:r>
        </a:p>
      </dsp:txBody>
      <dsp:txXfrm>
        <a:off x="1609669" y="2290481"/>
        <a:ext cx="5877165" cy="357351"/>
      </dsp:txXfrm>
    </dsp:sp>
    <dsp:sp modelId="{DF72560F-E95F-423D-A8FF-AAE8DAA00A74}">
      <dsp:nvSpPr>
        <dsp:cNvPr id="0" name=""/>
        <dsp:cNvSpPr/>
      </dsp:nvSpPr>
      <dsp:spPr>
        <a:xfrm>
          <a:off x="1497366" y="2647832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EDBBCE88-88E0-4C06-BA01-B4EFB6C685E1}">
      <dsp:nvSpPr>
        <dsp:cNvPr id="0" name=""/>
        <dsp:cNvSpPr/>
      </dsp:nvSpPr>
      <dsp:spPr>
        <a:xfrm>
          <a:off x="1609669" y="2665700"/>
          <a:ext cx="5877165" cy="3573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/>
            <a:t>Presupuesto</a:t>
          </a:r>
        </a:p>
      </dsp:txBody>
      <dsp:txXfrm>
        <a:off x="1609669" y="2665700"/>
        <a:ext cx="5877165" cy="357351"/>
      </dsp:txXfrm>
    </dsp:sp>
    <dsp:sp modelId="{22FFB06E-FF71-449B-9AA1-BDA4A6D85DF8}">
      <dsp:nvSpPr>
        <dsp:cNvPr id="0" name=""/>
        <dsp:cNvSpPr/>
      </dsp:nvSpPr>
      <dsp:spPr>
        <a:xfrm>
          <a:off x="1497366" y="3023051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F3F97593-6E83-0F47-AC56-87F880B5136A}">
      <dsp:nvSpPr>
        <dsp:cNvPr id="0" name=""/>
        <dsp:cNvSpPr/>
      </dsp:nvSpPr>
      <dsp:spPr>
        <a:xfrm>
          <a:off x="0" y="3042125"/>
          <a:ext cx="7486835" cy="0"/>
        </a:xfrm>
        <a:prstGeom prst="line">
          <a:avLst/>
        </a:prstGeom>
        <a:gradFill rotWithShape="0">
          <a:gsLst>
            <a:gs pos="0">
              <a:schemeClr val="accent3">
                <a:hueOff val="2541193"/>
                <a:satOff val="-25720"/>
                <a:lumOff val="-98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2541193"/>
                <a:satOff val="-25720"/>
                <a:lumOff val="-98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2541193"/>
                <a:satOff val="-25720"/>
                <a:lumOff val="-98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hueOff val="2541193"/>
              <a:satOff val="-25720"/>
              <a:lumOff val="-98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DB02E969-16E1-B544-B84F-34044CEA806B}">
      <dsp:nvSpPr>
        <dsp:cNvPr id="0" name=""/>
        <dsp:cNvSpPr/>
      </dsp:nvSpPr>
      <dsp:spPr>
        <a:xfrm>
          <a:off x="0" y="3042125"/>
          <a:ext cx="1497367" cy="1519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300" kern="1200" dirty="0"/>
            <a:t>Líneas futuras</a:t>
          </a:r>
        </a:p>
      </dsp:txBody>
      <dsp:txXfrm>
        <a:off x="0" y="3042125"/>
        <a:ext cx="1497367" cy="15199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2BA6FC-43D8-4E1B-9B35-8A0F62895777}">
      <dsp:nvSpPr>
        <dsp:cNvPr id="0" name=""/>
        <dsp:cNvSpPr/>
      </dsp:nvSpPr>
      <dsp:spPr>
        <a:xfrm>
          <a:off x="53725" y="0"/>
          <a:ext cx="2560959" cy="2560923"/>
        </a:xfrm>
        <a:prstGeom prst="ellipse">
          <a:avLst/>
        </a:prstGeom>
        <a:solidFill>
          <a:schemeClr val="accent1">
            <a:shade val="80000"/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tx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700" kern="1200" dirty="0"/>
            <a:t>Bogotá</a:t>
          </a:r>
        </a:p>
      </dsp:txBody>
      <dsp:txXfrm>
        <a:off x="428769" y="375038"/>
        <a:ext cx="1810871" cy="1810847"/>
      </dsp:txXfrm>
    </dsp:sp>
    <dsp:sp modelId="{FD4394BC-3D6B-4E2D-A7C8-75D985B1D702}">
      <dsp:nvSpPr>
        <dsp:cNvPr id="0" name=""/>
        <dsp:cNvSpPr/>
      </dsp:nvSpPr>
      <dsp:spPr>
        <a:xfrm>
          <a:off x="1371874" y="1707993"/>
          <a:ext cx="2560959" cy="2560923"/>
        </a:xfrm>
        <a:prstGeom prst="ellipse">
          <a:avLst/>
        </a:prstGeom>
        <a:solidFill>
          <a:schemeClr val="accent1">
            <a:shade val="80000"/>
            <a:alpha val="50000"/>
            <a:hueOff val="122"/>
            <a:satOff val="-573"/>
            <a:lumOff val="2062"/>
            <a:alphaOff val="15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tx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700" kern="1200" dirty="0"/>
            <a:t>Buenos Aires</a:t>
          </a:r>
        </a:p>
      </dsp:txBody>
      <dsp:txXfrm>
        <a:off x="1746918" y="2083031"/>
        <a:ext cx="1810871" cy="1810847"/>
      </dsp:txXfrm>
    </dsp:sp>
    <dsp:sp modelId="{9682C507-032C-4EC9-A13F-C891C31BD75D}">
      <dsp:nvSpPr>
        <dsp:cNvPr id="0" name=""/>
        <dsp:cNvSpPr/>
      </dsp:nvSpPr>
      <dsp:spPr>
        <a:xfrm>
          <a:off x="2618114" y="0"/>
          <a:ext cx="2560959" cy="2560923"/>
        </a:xfrm>
        <a:prstGeom prst="ellipse">
          <a:avLst/>
        </a:prstGeom>
        <a:solidFill>
          <a:schemeClr val="accent1">
            <a:shade val="80000"/>
            <a:alpha val="50000"/>
            <a:hueOff val="244"/>
            <a:satOff val="-1147"/>
            <a:lumOff val="4124"/>
            <a:alphaOff val="30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tx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700" kern="1200" dirty="0"/>
            <a:t>Granada</a:t>
          </a:r>
        </a:p>
      </dsp:txBody>
      <dsp:txXfrm>
        <a:off x="2993158" y="375038"/>
        <a:ext cx="1810871" cy="181084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9C35C1-D1D6-4906-94D9-62FF3D9210BD}">
      <dsp:nvSpPr>
        <dsp:cNvPr id="0" name=""/>
        <dsp:cNvSpPr/>
      </dsp:nvSpPr>
      <dsp:spPr>
        <a:xfrm>
          <a:off x="2702956" y="343018"/>
          <a:ext cx="4268679" cy="4268679"/>
        </a:xfrm>
        <a:prstGeom prst="pie">
          <a:avLst>
            <a:gd name="adj1" fmla="val 16200000"/>
            <a:gd name="adj2" fmla="val 180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1590" tIns="21590" rIns="21590" bIns="21590" numCol="1" spcCol="1270" anchor="t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700" kern="1200" dirty="0"/>
            <a:t>Electronic </a:t>
          </a:r>
          <a:r>
            <a:rPr lang="es-ES" sz="1700" kern="1200" dirty="0" err="1"/>
            <a:t>Consultation</a:t>
          </a:r>
          <a:r>
            <a:rPr lang="es-ES" sz="1700" kern="1200" dirty="0"/>
            <a:t> </a:t>
          </a:r>
          <a:r>
            <a:rPr lang="es-ES" sz="1700" kern="1200" dirty="0" err="1"/>
            <a:t>Register</a:t>
          </a:r>
          <a:endParaRPr lang="es-ES" sz="17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ES" sz="1300" kern="1200" dirty="0"/>
            <a:t>Burkina Faso</a:t>
          </a:r>
        </a:p>
      </dsp:txBody>
      <dsp:txXfrm>
        <a:off x="5023796" y="1130691"/>
        <a:ext cx="1448301" cy="1422893"/>
      </dsp:txXfrm>
    </dsp:sp>
    <dsp:sp modelId="{F9C088F2-B973-4425-AE9A-7F625A894DA2}">
      <dsp:nvSpPr>
        <dsp:cNvPr id="0" name=""/>
        <dsp:cNvSpPr/>
      </dsp:nvSpPr>
      <dsp:spPr>
        <a:xfrm>
          <a:off x="2482916" y="470062"/>
          <a:ext cx="4268679" cy="4268679"/>
        </a:xfrm>
        <a:prstGeom prst="pie">
          <a:avLst>
            <a:gd name="adj1" fmla="val 1800000"/>
            <a:gd name="adj2" fmla="val 9000000"/>
          </a:avLst>
        </a:prstGeom>
        <a:solidFill>
          <a:schemeClr val="accent4">
            <a:hueOff val="2399126"/>
            <a:satOff val="-220"/>
            <a:lumOff val="686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1590" tIns="21590" rIns="21590" bIns="21590" numCol="1" spcCol="1270" anchor="t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700" kern="1200" dirty="0"/>
            <a:t>Medical Cloud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ES" sz="1300" kern="1200" dirty="0"/>
            <a:t>EEUU</a:t>
          </a:r>
        </a:p>
      </dsp:txBody>
      <dsp:txXfrm>
        <a:off x="3651721" y="3163396"/>
        <a:ext cx="1931069" cy="1321257"/>
      </dsp:txXfrm>
    </dsp:sp>
    <dsp:sp modelId="{2298B1C8-793E-4CDF-9535-561F0109647A}">
      <dsp:nvSpPr>
        <dsp:cNvPr id="0" name=""/>
        <dsp:cNvSpPr/>
      </dsp:nvSpPr>
      <dsp:spPr>
        <a:xfrm>
          <a:off x="2482916" y="470062"/>
          <a:ext cx="4268679" cy="4268679"/>
        </a:xfrm>
        <a:prstGeom prst="pie">
          <a:avLst>
            <a:gd name="adj1" fmla="val 9000000"/>
            <a:gd name="adj2" fmla="val 16200000"/>
          </a:avLst>
        </a:prstGeom>
        <a:solidFill>
          <a:schemeClr val="accent4">
            <a:hueOff val="4798252"/>
            <a:satOff val="-440"/>
            <a:lumOff val="1373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1590" tIns="21590" rIns="21590" bIns="21590" numCol="1" spcCol="1270" anchor="t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700" kern="1200" dirty="0" err="1"/>
            <a:t>Telemedicine</a:t>
          </a:r>
          <a:r>
            <a:rPr lang="es-ES" sz="1700" kern="1200" dirty="0"/>
            <a:t> Network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ES" sz="1300" kern="1200" dirty="0"/>
            <a:t>Suiza</a:t>
          </a:r>
        </a:p>
      </dsp:txBody>
      <dsp:txXfrm>
        <a:off x="2940274" y="1308553"/>
        <a:ext cx="1448301" cy="142289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24E71C-51E4-4FFA-9638-472734009553}">
      <dsp:nvSpPr>
        <dsp:cNvPr id="0" name=""/>
        <dsp:cNvSpPr/>
      </dsp:nvSpPr>
      <dsp:spPr>
        <a:xfrm>
          <a:off x="0" y="0"/>
          <a:ext cx="7486835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792A15AE-68CB-4B5E-A488-D8B2430819E0}">
      <dsp:nvSpPr>
        <dsp:cNvPr id="0" name=""/>
        <dsp:cNvSpPr/>
      </dsp:nvSpPr>
      <dsp:spPr>
        <a:xfrm>
          <a:off x="0" y="2228"/>
          <a:ext cx="1497367" cy="12332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300" kern="1200" dirty="0"/>
            <a:t>Empresa</a:t>
          </a:r>
        </a:p>
      </dsp:txBody>
      <dsp:txXfrm>
        <a:off x="0" y="2228"/>
        <a:ext cx="1497367" cy="1233209"/>
      </dsp:txXfrm>
    </dsp:sp>
    <dsp:sp modelId="{520D1D2C-1114-41BF-8F7E-61F71B01A781}">
      <dsp:nvSpPr>
        <dsp:cNvPr id="0" name=""/>
        <dsp:cNvSpPr/>
      </dsp:nvSpPr>
      <dsp:spPr>
        <a:xfrm>
          <a:off x="1609669" y="25977"/>
          <a:ext cx="5877165" cy="4749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/>
            <a:t>¿Quiénes somos?</a:t>
          </a:r>
        </a:p>
      </dsp:txBody>
      <dsp:txXfrm>
        <a:off x="1609669" y="25977"/>
        <a:ext cx="5877165" cy="474983"/>
      </dsp:txXfrm>
    </dsp:sp>
    <dsp:sp modelId="{0A0EB41C-54BD-4DBD-AE20-1F9966450DC3}">
      <dsp:nvSpPr>
        <dsp:cNvPr id="0" name=""/>
        <dsp:cNvSpPr/>
      </dsp:nvSpPr>
      <dsp:spPr>
        <a:xfrm>
          <a:off x="1497366" y="500961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F1E3A902-B27E-4D1E-9D62-838DBF77570E}">
      <dsp:nvSpPr>
        <dsp:cNvPr id="0" name=""/>
        <dsp:cNvSpPr/>
      </dsp:nvSpPr>
      <dsp:spPr>
        <a:xfrm>
          <a:off x="1609669" y="524710"/>
          <a:ext cx="5877165" cy="4749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/>
            <a:t>Proyectos</a:t>
          </a:r>
        </a:p>
      </dsp:txBody>
      <dsp:txXfrm>
        <a:off x="1609669" y="524710"/>
        <a:ext cx="5877165" cy="474983"/>
      </dsp:txXfrm>
    </dsp:sp>
    <dsp:sp modelId="{2B79C5B5-7045-4C8A-A0D3-ED34D320DACE}">
      <dsp:nvSpPr>
        <dsp:cNvPr id="0" name=""/>
        <dsp:cNvSpPr/>
      </dsp:nvSpPr>
      <dsp:spPr>
        <a:xfrm>
          <a:off x="1497366" y="999694"/>
          <a:ext cx="5989468" cy="0"/>
        </a:xfrm>
        <a:prstGeom prst="line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821592CB-BF1E-40A4-88FF-532C668728A8}">
      <dsp:nvSpPr>
        <dsp:cNvPr id="0" name=""/>
        <dsp:cNvSpPr/>
      </dsp:nvSpPr>
      <dsp:spPr>
        <a:xfrm>
          <a:off x="1609669" y="1023443"/>
          <a:ext cx="5877165" cy="4749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/>
            <a:t>Organizaciones con las que se ha colaborado</a:t>
          </a:r>
        </a:p>
      </dsp:txBody>
      <dsp:txXfrm>
        <a:off x="1609669" y="1023443"/>
        <a:ext cx="5877165" cy="474983"/>
      </dsp:txXfrm>
    </dsp:sp>
    <dsp:sp modelId="{AFB2C275-AEA0-46EA-8FAC-DEEB17253C42}">
      <dsp:nvSpPr>
        <dsp:cNvPr id="0" name=""/>
        <dsp:cNvSpPr/>
      </dsp:nvSpPr>
      <dsp:spPr>
        <a:xfrm>
          <a:off x="1497366" y="1493067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B2F277F3-7CF1-994E-B28A-0B3155C31199}">
      <dsp:nvSpPr>
        <dsp:cNvPr id="0" name=""/>
        <dsp:cNvSpPr/>
      </dsp:nvSpPr>
      <dsp:spPr>
        <a:xfrm>
          <a:off x="0" y="1511598"/>
          <a:ext cx="7486835" cy="0"/>
        </a:xfrm>
        <a:prstGeom prst="line">
          <a:avLst/>
        </a:prstGeom>
        <a:gradFill rotWithShape="0">
          <a:gsLst>
            <a:gs pos="0">
              <a:schemeClr val="accent3">
                <a:hueOff val="1270596"/>
                <a:satOff val="-12860"/>
                <a:lumOff val="-49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1270596"/>
                <a:satOff val="-12860"/>
                <a:lumOff val="-49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1270596"/>
                <a:satOff val="-12860"/>
                <a:lumOff val="-49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hueOff val="1270596"/>
              <a:satOff val="-12860"/>
              <a:lumOff val="-49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9891002C-403A-A043-B663-E6FEB51C2557}">
      <dsp:nvSpPr>
        <dsp:cNvPr id="0" name=""/>
        <dsp:cNvSpPr/>
      </dsp:nvSpPr>
      <dsp:spPr>
        <a:xfrm>
          <a:off x="0" y="1522176"/>
          <a:ext cx="1497367" cy="1519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300" kern="1200" dirty="0"/>
            <a:t>Proyecto</a:t>
          </a:r>
        </a:p>
      </dsp:txBody>
      <dsp:txXfrm>
        <a:off x="0" y="1522176"/>
        <a:ext cx="1497367" cy="1519948"/>
      </dsp:txXfrm>
    </dsp:sp>
    <dsp:sp modelId="{CECABC1D-D0D2-4346-AB17-5BDF3AE0B320}">
      <dsp:nvSpPr>
        <dsp:cNvPr id="0" name=""/>
        <dsp:cNvSpPr/>
      </dsp:nvSpPr>
      <dsp:spPr>
        <a:xfrm>
          <a:off x="1609669" y="1540044"/>
          <a:ext cx="5877165" cy="3573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/>
            <a:t>Características</a:t>
          </a:r>
        </a:p>
      </dsp:txBody>
      <dsp:txXfrm>
        <a:off x="1609669" y="1540044"/>
        <a:ext cx="5877165" cy="357351"/>
      </dsp:txXfrm>
    </dsp:sp>
    <dsp:sp modelId="{5D84D3DB-F553-4712-A813-E34BD39795E9}">
      <dsp:nvSpPr>
        <dsp:cNvPr id="0" name=""/>
        <dsp:cNvSpPr/>
      </dsp:nvSpPr>
      <dsp:spPr>
        <a:xfrm>
          <a:off x="1497366" y="1897395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70B24025-E2C6-417F-99E1-3AE2064C772D}">
      <dsp:nvSpPr>
        <dsp:cNvPr id="0" name=""/>
        <dsp:cNvSpPr/>
      </dsp:nvSpPr>
      <dsp:spPr>
        <a:xfrm>
          <a:off x="1609669" y="1915263"/>
          <a:ext cx="5877165" cy="3573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/>
            <a:t>Tiempo + Fases (WBS)</a:t>
          </a:r>
        </a:p>
      </dsp:txBody>
      <dsp:txXfrm>
        <a:off x="1609669" y="1915263"/>
        <a:ext cx="5877165" cy="357351"/>
      </dsp:txXfrm>
    </dsp:sp>
    <dsp:sp modelId="{5E350EE4-2D6A-4A16-A0FE-9FACA9074727}">
      <dsp:nvSpPr>
        <dsp:cNvPr id="0" name=""/>
        <dsp:cNvSpPr/>
      </dsp:nvSpPr>
      <dsp:spPr>
        <a:xfrm>
          <a:off x="1497366" y="2272614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1AB85A7C-0FFD-4546-B83C-987E91EDF1C9}">
      <dsp:nvSpPr>
        <dsp:cNvPr id="0" name=""/>
        <dsp:cNvSpPr/>
      </dsp:nvSpPr>
      <dsp:spPr>
        <a:xfrm>
          <a:off x="1609669" y="2290481"/>
          <a:ext cx="5877165" cy="3573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/>
            <a:t>Calidad</a:t>
          </a:r>
        </a:p>
      </dsp:txBody>
      <dsp:txXfrm>
        <a:off x="1609669" y="2290481"/>
        <a:ext cx="5877165" cy="357351"/>
      </dsp:txXfrm>
    </dsp:sp>
    <dsp:sp modelId="{DF72560F-E95F-423D-A8FF-AAE8DAA00A74}">
      <dsp:nvSpPr>
        <dsp:cNvPr id="0" name=""/>
        <dsp:cNvSpPr/>
      </dsp:nvSpPr>
      <dsp:spPr>
        <a:xfrm>
          <a:off x="1497366" y="2647832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EDBBCE88-88E0-4C06-BA01-B4EFB6C685E1}">
      <dsp:nvSpPr>
        <dsp:cNvPr id="0" name=""/>
        <dsp:cNvSpPr/>
      </dsp:nvSpPr>
      <dsp:spPr>
        <a:xfrm>
          <a:off x="1609669" y="2665700"/>
          <a:ext cx="5877165" cy="3573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/>
            <a:t>Presupuesto</a:t>
          </a:r>
        </a:p>
      </dsp:txBody>
      <dsp:txXfrm>
        <a:off x="1609669" y="2665700"/>
        <a:ext cx="5877165" cy="357351"/>
      </dsp:txXfrm>
    </dsp:sp>
    <dsp:sp modelId="{22FFB06E-FF71-449B-9AA1-BDA4A6D85DF8}">
      <dsp:nvSpPr>
        <dsp:cNvPr id="0" name=""/>
        <dsp:cNvSpPr/>
      </dsp:nvSpPr>
      <dsp:spPr>
        <a:xfrm>
          <a:off x="1497366" y="3023051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F3F97593-6E83-0F47-AC56-87F880B5136A}">
      <dsp:nvSpPr>
        <dsp:cNvPr id="0" name=""/>
        <dsp:cNvSpPr/>
      </dsp:nvSpPr>
      <dsp:spPr>
        <a:xfrm>
          <a:off x="0" y="3042125"/>
          <a:ext cx="7486835" cy="0"/>
        </a:xfrm>
        <a:prstGeom prst="line">
          <a:avLst/>
        </a:prstGeom>
        <a:gradFill rotWithShape="0">
          <a:gsLst>
            <a:gs pos="0">
              <a:schemeClr val="accent3">
                <a:hueOff val="2541193"/>
                <a:satOff val="-25720"/>
                <a:lumOff val="-98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2541193"/>
                <a:satOff val="-25720"/>
                <a:lumOff val="-98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2541193"/>
                <a:satOff val="-25720"/>
                <a:lumOff val="-98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hueOff val="2541193"/>
              <a:satOff val="-25720"/>
              <a:lumOff val="-98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DB02E969-16E1-B544-B84F-34044CEA806B}">
      <dsp:nvSpPr>
        <dsp:cNvPr id="0" name=""/>
        <dsp:cNvSpPr/>
      </dsp:nvSpPr>
      <dsp:spPr>
        <a:xfrm>
          <a:off x="0" y="3042125"/>
          <a:ext cx="1497367" cy="1519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300" kern="1200" dirty="0"/>
            <a:t>Líneas futuras</a:t>
          </a:r>
        </a:p>
      </dsp:txBody>
      <dsp:txXfrm>
        <a:off x="0" y="3042125"/>
        <a:ext cx="1497367" cy="151994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24E71C-51E4-4FFA-9638-472734009553}">
      <dsp:nvSpPr>
        <dsp:cNvPr id="0" name=""/>
        <dsp:cNvSpPr/>
      </dsp:nvSpPr>
      <dsp:spPr>
        <a:xfrm>
          <a:off x="0" y="0"/>
          <a:ext cx="7486835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792A15AE-68CB-4B5E-A488-D8B2430819E0}">
      <dsp:nvSpPr>
        <dsp:cNvPr id="0" name=""/>
        <dsp:cNvSpPr/>
      </dsp:nvSpPr>
      <dsp:spPr>
        <a:xfrm>
          <a:off x="0" y="2228"/>
          <a:ext cx="1497367" cy="12332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300" kern="1200" dirty="0"/>
            <a:t>Empresa</a:t>
          </a:r>
        </a:p>
      </dsp:txBody>
      <dsp:txXfrm>
        <a:off x="0" y="2228"/>
        <a:ext cx="1497367" cy="1233209"/>
      </dsp:txXfrm>
    </dsp:sp>
    <dsp:sp modelId="{520D1D2C-1114-41BF-8F7E-61F71B01A781}">
      <dsp:nvSpPr>
        <dsp:cNvPr id="0" name=""/>
        <dsp:cNvSpPr/>
      </dsp:nvSpPr>
      <dsp:spPr>
        <a:xfrm>
          <a:off x="1609669" y="25977"/>
          <a:ext cx="5877165" cy="4749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/>
            <a:t>¿Quiénes somos?</a:t>
          </a:r>
        </a:p>
      </dsp:txBody>
      <dsp:txXfrm>
        <a:off x="1609669" y="25977"/>
        <a:ext cx="5877165" cy="474983"/>
      </dsp:txXfrm>
    </dsp:sp>
    <dsp:sp modelId="{0A0EB41C-54BD-4DBD-AE20-1F9966450DC3}">
      <dsp:nvSpPr>
        <dsp:cNvPr id="0" name=""/>
        <dsp:cNvSpPr/>
      </dsp:nvSpPr>
      <dsp:spPr>
        <a:xfrm>
          <a:off x="1497366" y="500961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F1E3A902-B27E-4D1E-9D62-838DBF77570E}">
      <dsp:nvSpPr>
        <dsp:cNvPr id="0" name=""/>
        <dsp:cNvSpPr/>
      </dsp:nvSpPr>
      <dsp:spPr>
        <a:xfrm>
          <a:off x="1609669" y="524710"/>
          <a:ext cx="5877165" cy="4749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/>
            <a:t>Proyectos</a:t>
          </a:r>
        </a:p>
      </dsp:txBody>
      <dsp:txXfrm>
        <a:off x="1609669" y="524710"/>
        <a:ext cx="5877165" cy="474983"/>
      </dsp:txXfrm>
    </dsp:sp>
    <dsp:sp modelId="{2B79C5B5-7045-4C8A-A0D3-ED34D320DACE}">
      <dsp:nvSpPr>
        <dsp:cNvPr id="0" name=""/>
        <dsp:cNvSpPr/>
      </dsp:nvSpPr>
      <dsp:spPr>
        <a:xfrm>
          <a:off x="1497366" y="999694"/>
          <a:ext cx="5989468" cy="0"/>
        </a:xfrm>
        <a:prstGeom prst="line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821592CB-BF1E-40A4-88FF-532C668728A8}">
      <dsp:nvSpPr>
        <dsp:cNvPr id="0" name=""/>
        <dsp:cNvSpPr/>
      </dsp:nvSpPr>
      <dsp:spPr>
        <a:xfrm>
          <a:off x="1609669" y="1023443"/>
          <a:ext cx="5877165" cy="4749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/>
            <a:t>Organizaciones con las que se ha colaborado</a:t>
          </a:r>
        </a:p>
      </dsp:txBody>
      <dsp:txXfrm>
        <a:off x="1609669" y="1023443"/>
        <a:ext cx="5877165" cy="474983"/>
      </dsp:txXfrm>
    </dsp:sp>
    <dsp:sp modelId="{AFB2C275-AEA0-46EA-8FAC-DEEB17253C42}">
      <dsp:nvSpPr>
        <dsp:cNvPr id="0" name=""/>
        <dsp:cNvSpPr/>
      </dsp:nvSpPr>
      <dsp:spPr>
        <a:xfrm>
          <a:off x="1497366" y="1493067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B2F277F3-7CF1-994E-B28A-0B3155C31199}">
      <dsp:nvSpPr>
        <dsp:cNvPr id="0" name=""/>
        <dsp:cNvSpPr/>
      </dsp:nvSpPr>
      <dsp:spPr>
        <a:xfrm>
          <a:off x="0" y="1511598"/>
          <a:ext cx="7486835" cy="0"/>
        </a:xfrm>
        <a:prstGeom prst="line">
          <a:avLst/>
        </a:prstGeom>
        <a:gradFill rotWithShape="0">
          <a:gsLst>
            <a:gs pos="0">
              <a:schemeClr val="accent3">
                <a:hueOff val="1270596"/>
                <a:satOff val="-12860"/>
                <a:lumOff val="-49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1270596"/>
                <a:satOff val="-12860"/>
                <a:lumOff val="-49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1270596"/>
                <a:satOff val="-12860"/>
                <a:lumOff val="-49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hueOff val="1270596"/>
              <a:satOff val="-12860"/>
              <a:lumOff val="-49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9891002C-403A-A043-B663-E6FEB51C2557}">
      <dsp:nvSpPr>
        <dsp:cNvPr id="0" name=""/>
        <dsp:cNvSpPr/>
      </dsp:nvSpPr>
      <dsp:spPr>
        <a:xfrm>
          <a:off x="0" y="1522176"/>
          <a:ext cx="1497367" cy="1519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300" kern="1200" dirty="0"/>
            <a:t>Proyecto</a:t>
          </a:r>
        </a:p>
      </dsp:txBody>
      <dsp:txXfrm>
        <a:off x="0" y="1522176"/>
        <a:ext cx="1497367" cy="1519948"/>
      </dsp:txXfrm>
    </dsp:sp>
    <dsp:sp modelId="{CECABC1D-D0D2-4346-AB17-5BDF3AE0B320}">
      <dsp:nvSpPr>
        <dsp:cNvPr id="0" name=""/>
        <dsp:cNvSpPr/>
      </dsp:nvSpPr>
      <dsp:spPr>
        <a:xfrm>
          <a:off x="1609669" y="1540044"/>
          <a:ext cx="5877165" cy="3573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/>
            <a:t>Características</a:t>
          </a:r>
        </a:p>
      </dsp:txBody>
      <dsp:txXfrm>
        <a:off x="1609669" y="1540044"/>
        <a:ext cx="5877165" cy="357351"/>
      </dsp:txXfrm>
    </dsp:sp>
    <dsp:sp modelId="{5D84D3DB-F553-4712-A813-E34BD39795E9}">
      <dsp:nvSpPr>
        <dsp:cNvPr id="0" name=""/>
        <dsp:cNvSpPr/>
      </dsp:nvSpPr>
      <dsp:spPr>
        <a:xfrm>
          <a:off x="1497366" y="1897395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70B24025-E2C6-417F-99E1-3AE2064C772D}">
      <dsp:nvSpPr>
        <dsp:cNvPr id="0" name=""/>
        <dsp:cNvSpPr/>
      </dsp:nvSpPr>
      <dsp:spPr>
        <a:xfrm>
          <a:off x="1609669" y="1915263"/>
          <a:ext cx="5877165" cy="3573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/>
            <a:t>Tiempo + Fases (WBS)</a:t>
          </a:r>
        </a:p>
      </dsp:txBody>
      <dsp:txXfrm>
        <a:off x="1609669" y="1915263"/>
        <a:ext cx="5877165" cy="357351"/>
      </dsp:txXfrm>
    </dsp:sp>
    <dsp:sp modelId="{5E350EE4-2D6A-4A16-A0FE-9FACA9074727}">
      <dsp:nvSpPr>
        <dsp:cNvPr id="0" name=""/>
        <dsp:cNvSpPr/>
      </dsp:nvSpPr>
      <dsp:spPr>
        <a:xfrm>
          <a:off x="1497366" y="2272614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1AB85A7C-0FFD-4546-B83C-987E91EDF1C9}">
      <dsp:nvSpPr>
        <dsp:cNvPr id="0" name=""/>
        <dsp:cNvSpPr/>
      </dsp:nvSpPr>
      <dsp:spPr>
        <a:xfrm>
          <a:off x="1609669" y="2290481"/>
          <a:ext cx="5877165" cy="3573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/>
            <a:t>Calidad</a:t>
          </a:r>
        </a:p>
      </dsp:txBody>
      <dsp:txXfrm>
        <a:off x="1609669" y="2290481"/>
        <a:ext cx="5877165" cy="357351"/>
      </dsp:txXfrm>
    </dsp:sp>
    <dsp:sp modelId="{DF72560F-E95F-423D-A8FF-AAE8DAA00A74}">
      <dsp:nvSpPr>
        <dsp:cNvPr id="0" name=""/>
        <dsp:cNvSpPr/>
      </dsp:nvSpPr>
      <dsp:spPr>
        <a:xfrm>
          <a:off x="1497366" y="2647832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EDBBCE88-88E0-4C06-BA01-B4EFB6C685E1}">
      <dsp:nvSpPr>
        <dsp:cNvPr id="0" name=""/>
        <dsp:cNvSpPr/>
      </dsp:nvSpPr>
      <dsp:spPr>
        <a:xfrm>
          <a:off x="1609669" y="2665700"/>
          <a:ext cx="5877165" cy="3573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/>
            <a:t>Presupuesto</a:t>
          </a:r>
        </a:p>
      </dsp:txBody>
      <dsp:txXfrm>
        <a:off x="1609669" y="2665700"/>
        <a:ext cx="5877165" cy="357351"/>
      </dsp:txXfrm>
    </dsp:sp>
    <dsp:sp modelId="{22FFB06E-FF71-449B-9AA1-BDA4A6D85DF8}">
      <dsp:nvSpPr>
        <dsp:cNvPr id="0" name=""/>
        <dsp:cNvSpPr/>
      </dsp:nvSpPr>
      <dsp:spPr>
        <a:xfrm>
          <a:off x="1497366" y="3023051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F3F97593-6E83-0F47-AC56-87F880B5136A}">
      <dsp:nvSpPr>
        <dsp:cNvPr id="0" name=""/>
        <dsp:cNvSpPr/>
      </dsp:nvSpPr>
      <dsp:spPr>
        <a:xfrm>
          <a:off x="0" y="3042125"/>
          <a:ext cx="7486835" cy="0"/>
        </a:xfrm>
        <a:prstGeom prst="line">
          <a:avLst/>
        </a:prstGeom>
        <a:gradFill rotWithShape="0">
          <a:gsLst>
            <a:gs pos="0">
              <a:schemeClr val="accent3">
                <a:hueOff val="2541193"/>
                <a:satOff val="-25720"/>
                <a:lumOff val="-98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2541193"/>
                <a:satOff val="-25720"/>
                <a:lumOff val="-98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2541193"/>
                <a:satOff val="-25720"/>
                <a:lumOff val="-98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hueOff val="2541193"/>
              <a:satOff val="-25720"/>
              <a:lumOff val="-98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DB02E969-16E1-B544-B84F-34044CEA806B}">
      <dsp:nvSpPr>
        <dsp:cNvPr id="0" name=""/>
        <dsp:cNvSpPr/>
      </dsp:nvSpPr>
      <dsp:spPr>
        <a:xfrm>
          <a:off x="0" y="3042125"/>
          <a:ext cx="1497367" cy="1519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300" kern="1200" dirty="0"/>
            <a:t>Líneas futuras</a:t>
          </a:r>
        </a:p>
      </dsp:txBody>
      <dsp:txXfrm>
        <a:off x="0" y="3042125"/>
        <a:ext cx="1497367" cy="15199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ings+Icon">
  <dgm:title val="Interconnected Rings"/>
  <dgm:desc val="Use to show overlapping or interconnected ideas or concepts. The first seven lines of Level 1 text correspond with a circle. Unused text does not appear, but remains available if you switch layouts.  "/>
  <dgm:catLst>
    <dgm:cat type="relationship" pri="32000"/>
    <dgm:cat type="officeonline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0"/>
        <dgm:pt modelId="20"/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/>
        <dgm:pt modelId="20"/>
        <dgm:pt modelId="30"/>
        <dgm:pt modelId="40"/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2" destOrd="0"/>
      </dgm:cxnLst>
      <dgm:bg/>
      <dgm:whole/>
    </dgm:dataModel>
  </dgm:clrData>
  <dgm:layoutNode name="Name0">
    <dgm:varLst>
      <dgm:chMax val="7"/>
      <dgm:dir/>
      <dgm:resizeHandles val="exact"/>
    </dgm:varLst>
    <dgm:choose name="Name1">
      <dgm:if name="Name2" axis="ch" ptType="node" func="cnt" op="lt" val="1">
        <dgm:alg type="composite"/>
        <dgm:shape xmlns:r="http://schemas.openxmlformats.org/officeDocument/2006/relationships" r:blip="">
          <dgm:adjLst/>
        </dgm:shape>
        <dgm:presOf/>
        <dgm:constrLst/>
        <dgm:ruleLst/>
      </dgm:if>
      <dgm:if name="Name3" axis="ch" ptType="node" func="cnt" op="equ" val="1">
        <dgm:alg type="composite">
          <dgm:param type="ar" val="1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/>
          <dgm:constr type="h" for="ch" forName="ellipse1" refType="h"/>
        </dgm:constrLst>
      </dgm:if>
      <dgm:if name="Name4" axis="ch" ptType="node" func="cnt" op="equ" val="2">
        <dgm:alg type="composite">
          <dgm:param type="ar" val="0.9086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6602"/>
          <dgm:constr type="h" for="ch" forName="ellipse1" refType="h" fact="0.5999"/>
          <dgm:constr type="l" for="ch" forName="ellipse2" refType="w" fact="0.3398"/>
          <dgm:constr type="t" for="ch" forName="ellipse2" refType="h" fact="0.4001"/>
          <dgm:constr type="w" for="ch" forName="ellipse2" refType="w" fact="0.6602"/>
          <dgm:constr type="h" for="ch" forName="ellipse2" refType="h" fact="0.5999"/>
        </dgm:constrLst>
      </dgm:if>
      <dgm:if name="Name5" axis="ch" ptType="node" func="cnt" op="equ" val="3">
        <dgm:alg type="composite">
          <dgm:param type="ar" val="1.2171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4929"/>
          <dgm:constr type="h" for="ch" forName="ellipse1" refType="h" fact="0.5999"/>
          <dgm:constr type="l" for="ch" forName="ellipse2" refType="w" fact="0.2537"/>
          <dgm:constr type="t" for="ch" forName="ellipse2" refType="h" fact="0.4001"/>
          <dgm:constr type="w" for="ch" forName="ellipse2" refType="w" fact="0.4929"/>
          <dgm:constr type="h" for="ch" forName="ellipse2" refType="h" fact="0.5999"/>
          <dgm:constr type="l" for="ch" forName="ellipse3" refType="w" fact="0.5071"/>
          <dgm:constr type="t" for="ch" forName="ellipse3" refType="h" fact="0"/>
          <dgm:constr type="w" for="ch" forName="ellipse3" refType="w" fact="0.4929"/>
          <dgm:constr type="h" for="ch" forName="ellipse3" refType="h" fact="0.5999"/>
        </dgm:constrLst>
      </dgm:if>
      <dgm:if name="Name6" axis="ch" ptType="node" func="cnt" op="equ" val="4">
        <dgm:alg type="composite">
          <dgm:param type="ar" val="1.5255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3932"/>
          <dgm:constr type="h" for="ch" forName="ellipse1" refType="h" fact="0.5999"/>
          <dgm:constr type="l" for="ch" forName="ellipse2" refType="w" fact="0.2023"/>
          <dgm:constr type="t" for="ch" forName="ellipse2" refType="h" fact="0.4001"/>
          <dgm:constr type="w" for="ch" forName="ellipse2" refType="w" fact="0.3932"/>
          <dgm:constr type="h" for="ch" forName="ellipse2" refType="h" fact="0.5999"/>
          <dgm:constr type="l" for="ch" forName="ellipse3" refType="w" fact="0.4045"/>
          <dgm:constr type="t" for="ch" forName="ellipse3" refType="h" fact="0"/>
          <dgm:constr type="w" for="ch" forName="ellipse3" refType="w" fact="0.3932"/>
          <dgm:constr type="h" for="ch" forName="ellipse3" refType="h" fact="0.5999"/>
          <dgm:constr type="l" for="ch" forName="ellipse4" refType="w" fact="0.6068"/>
          <dgm:constr type="t" for="ch" forName="ellipse4" refType="h" fact="0.4001"/>
          <dgm:constr type="w" for="ch" forName="ellipse4" refType="w" fact="0.3932"/>
          <dgm:constr type="h" for="ch" forName="ellipse4" refType="h" fact="0.5999"/>
        </dgm:constrLst>
      </dgm:if>
      <dgm:if name="Name7" axis="ch" ptType="node" func="cnt" op="equ" val="5">
        <dgm:alg type="composite">
          <dgm:param type="ar" val="1.834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3271"/>
          <dgm:constr type="h" for="ch" forName="ellipse1" refType="h" fact="0.5999"/>
          <dgm:constr type="l" for="ch" forName="ellipse2" refType="w" fact="0.1682"/>
          <dgm:constr type="t" for="ch" forName="ellipse2" refType="h" fact="0.4001"/>
          <dgm:constr type="w" for="ch" forName="ellipse2" refType="w" fact="0.3271"/>
          <dgm:constr type="h" for="ch" forName="ellipse2" refType="h" fact="0.5999"/>
          <dgm:constr type="l" for="ch" forName="ellipse3" refType="w" fact="0.3365"/>
          <dgm:constr type="t" for="ch" forName="ellipse3" refType="h" fact="0"/>
          <dgm:constr type="w" for="ch" forName="ellipse3" refType="w" fact="0.3271"/>
          <dgm:constr type="h" for="ch" forName="ellipse3" refType="h" fact="0.5999"/>
          <dgm:constr type="l" for="ch" forName="ellipse4" refType="w" fact="0.5047"/>
          <dgm:constr type="t" for="ch" forName="ellipse4" refType="h" fact="0.4001"/>
          <dgm:constr type="w" for="ch" forName="ellipse4" refType="w" fact="0.3271"/>
          <dgm:constr type="h" for="ch" forName="ellipse4" refType="h" fact="0.5999"/>
          <dgm:constr type="l" for="ch" forName="ellipse5" refType="w" fact="0.6729"/>
          <dgm:constr type="t" for="ch" forName="ellipse5" refType="h" fact="0"/>
          <dgm:constr type="w" for="ch" forName="ellipse5" refType="w" fact="0.3271"/>
          <dgm:constr type="h" for="ch" forName="ellipse5" refType="h" fact="0.5999"/>
        </dgm:constrLst>
      </dgm:if>
      <dgm:if name="Name8" axis="ch" ptType="node" func="cnt" op="equ" val="6">
        <dgm:alg type="composite">
          <dgm:param type="ar" val="2.1873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278"/>
          <dgm:constr type="h" for="ch" forName="ellipse1" refType="h" fact="0.6081"/>
          <dgm:constr type="l" for="ch" forName="ellipse2" refType="w" fact="0.1444"/>
          <dgm:constr type="t" for="ch" forName="ellipse2" refType="h" fact="0.3919"/>
          <dgm:constr type="w" for="ch" forName="ellipse2" refType="w" fact="0.278"/>
          <dgm:constr type="h" for="ch" forName="ellipse2" refType="h" fact="0.6081"/>
          <dgm:constr type="l" for="ch" forName="ellipse3" refType="w" fact="0.2888"/>
          <dgm:constr type="t" for="ch" forName="ellipse3" refType="h" fact="0"/>
          <dgm:constr type="w" for="ch" forName="ellipse3" refType="w" fact="0.278"/>
          <dgm:constr type="h" for="ch" forName="ellipse3" refType="h" fact="0.6081"/>
          <dgm:constr type="l" for="ch" forName="ellipse4" refType="w" fact="0.4332"/>
          <dgm:constr type="t" for="ch" forName="ellipse4" refType="h" fact="0.3919"/>
          <dgm:constr type="w" for="ch" forName="ellipse4" refType="w" fact="0.278"/>
          <dgm:constr type="h" for="ch" forName="ellipse4" refType="h" fact="0.6081"/>
          <dgm:constr type="l" for="ch" forName="ellipse5" refType="w" fact="0.5776"/>
          <dgm:constr type="t" for="ch" forName="ellipse5" refType="h" fact="0"/>
          <dgm:constr type="w" for="ch" forName="ellipse5" refType="w" fact="0.278"/>
          <dgm:constr type="h" for="ch" forName="ellipse5" refType="h" fact="0.6081"/>
          <dgm:constr type="l" for="ch" forName="ellipse6" refType="w" fact="0.722"/>
          <dgm:constr type="t" for="ch" forName="ellipse6" refType="h" fact="0.3919"/>
          <dgm:constr type="w" for="ch" forName="ellipse6" refType="w" fact="0.278"/>
          <dgm:constr type="h" for="ch" forName="ellipse6" refType="h" fact="0.6081"/>
        </dgm:constrLst>
      </dgm:if>
      <dgm:else name="Name9">
        <dgm:alg type="composite">
          <dgm:param type="ar" val="2.3466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2455"/>
          <dgm:constr type="h" for="ch" forName="ellipse1" refType="h" fact="0.5761"/>
          <dgm:constr type="l" for="ch" forName="ellipse2" refType="w" fact="0.1257"/>
          <dgm:constr type="t" for="ch" forName="ellipse2" refType="h" fact="0.4239"/>
          <dgm:constr type="w" for="ch" forName="ellipse2" refType="w" fact="0.2455"/>
          <dgm:constr type="h" for="ch" forName="ellipse2" refType="h" fact="0.5761"/>
          <dgm:constr type="l" for="ch" forName="ellipse3" refType="w" fact="0.2515"/>
          <dgm:constr type="t" for="ch" forName="ellipse3" refType="h" fact="0"/>
          <dgm:constr type="w" for="ch" forName="ellipse3" refType="w" fact="0.2455"/>
          <dgm:constr type="h" for="ch" forName="ellipse3" refType="h" fact="0.5761"/>
          <dgm:constr type="l" for="ch" forName="ellipse4" refType="w" fact="0.3772"/>
          <dgm:constr type="t" for="ch" forName="ellipse4" refType="h" fact="0.4239"/>
          <dgm:constr type="w" for="ch" forName="ellipse4" refType="w" fact="0.2455"/>
          <dgm:constr type="h" for="ch" forName="ellipse4" refType="h" fact="0.5761"/>
          <dgm:constr type="l" for="ch" forName="ellipse5" refType="w" fact="0.503"/>
          <dgm:constr type="t" for="ch" forName="ellipse5" refType="h" fact="0"/>
          <dgm:constr type="w" for="ch" forName="ellipse5" refType="w" fact="0.2455"/>
          <dgm:constr type="h" for="ch" forName="ellipse5" refType="h" fact="0.5761"/>
          <dgm:constr type="l" for="ch" forName="ellipse6" refType="w" fact="0.6287"/>
          <dgm:constr type="t" for="ch" forName="ellipse6" refType="h" fact="0.4239"/>
          <dgm:constr type="w" for="ch" forName="ellipse6" refType="w" fact="0.2455"/>
          <dgm:constr type="h" for="ch" forName="ellipse6" refType="h" fact="0.5761"/>
          <dgm:constr type="l" for="ch" forName="ellipse7" refType="w" fact="0.7545"/>
          <dgm:constr type="t" for="ch" forName="ellipse7" refType="h" fact="0"/>
          <dgm:constr type="w" for="ch" forName="ellipse7" refType="w" fact="0.2455"/>
          <dgm:constr type="h" for="ch" forName="ellipse7" refType="h" fact="0.5761"/>
        </dgm:constrLst>
      </dgm:else>
    </dgm:choose>
    <dgm:choose name="Name10">
      <dgm:if name="Name11" axis="ch" ptType="node" func="cnt" op="gte" val="1">
        <dgm:layoutNode name="ellipse1" styleLbl="vennNode1">
          <dgm:varLst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choose name="Name12">
            <dgm:if name="Name13" func="var" arg="dir" op="equ" val="norm">
              <dgm:presOf axis="ch desOrSelf" ptType="node node" st="1 1" cnt="1 0"/>
            </dgm:if>
            <dgm:else name="Name14">
              <dgm:choose name="Name15">
                <dgm:if name="Name16" axis="ch" ptType="node" func="cnt" op="equ" val="1">
                  <dgm:presOf axis="ch desOrSelf" ptType="node node" st="1 1" cnt="1 0"/>
                </dgm:if>
                <dgm:if name="Name17" axis="ch" ptType="node" func="cnt" op="equ" val="2">
                  <dgm:presOf axis="ch desOrSelf" ptType="node node" st="2 1" cnt="1 0"/>
                </dgm:if>
                <dgm:if name="Name18" axis="ch" ptType="node" func="cnt" op="equ" val="3">
                  <dgm:presOf axis="ch desOrSelf" ptType="node node" st="3 1" cnt="1 0"/>
                </dgm:if>
                <dgm:if name="Name19" axis="ch" ptType="node" func="cnt" op="equ" val="4">
                  <dgm:presOf axis="ch desOrSelf" ptType="node node" st="4 1" cnt="1 0"/>
                </dgm:if>
                <dgm:if name="Name20" axis="ch" ptType="node" func="cnt" op="equ" val="5">
                  <dgm:presOf axis="ch desOrSelf" ptType="node node" st="5 1" cnt="1 0"/>
                </dgm:if>
                <dgm:if name="Name21" axis="ch" ptType="node" func="cnt" op="equ" val="6">
                  <dgm:presOf axis="ch desOrSelf" ptType="node node" st="6 1" cnt="1 0"/>
                </dgm:if>
                <dgm:if name="Name22" axis="ch" ptType="node" func="cnt" op="gte" val="7">
                  <dgm:presOf axis="ch desOrSelf" ptType="node node" st="7 1" cnt="1 0"/>
                </dgm:if>
                <dgm:else name="Name2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24"/>
    </dgm:choose>
    <dgm:choose name="Name25">
      <dgm:if name="Name26" axis="ch" ptType="node" func="cnt" op="gte" val="2">
        <dgm:layoutNode name="ellipse2" styleLbl="vennNode1">
          <dgm:varLst>
            <dgm:bulletEnabled val="1"/>
          </dgm:varLst>
          <dgm:alg type="tx"/>
          <dgm:choose name="Name27">
            <dgm:if name="Name2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2 1" cnt="1 0"/>
            </dgm:if>
            <dgm:else name="Name29">
              <dgm:shape xmlns:r="http://schemas.openxmlformats.org/officeDocument/2006/relationships" type="ellipse" r:blip="" zOrderOff="-2">
                <dgm:adjLst/>
              </dgm:shape>
              <dgm:choose name="Name30">
                <dgm:if name="Name31" axis="ch" ptType="node" func="cnt" op="equ" val="2">
                  <dgm:presOf axis="ch desOrSelf" ptType="node node" st="1 1" cnt="1 0"/>
                </dgm:if>
                <dgm:if name="Name32" axis="ch" ptType="node" func="cnt" op="equ" val="3">
                  <dgm:presOf axis="ch desOrSelf" ptType="node node" st="2 1" cnt="1 0"/>
                </dgm:if>
                <dgm:if name="Name33" axis="ch" ptType="node" func="cnt" op="equ" val="4">
                  <dgm:presOf axis="ch desOrSelf" ptType="node node" st="3 1" cnt="1 0"/>
                </dgm:if>
                <dgm:if name="Name34" axis="ch" ptType="node" func="cnt" op="equ" val="5">
                  <dgm:presOf axis="ch desOrSelf" ptType="node node" st="4 1" cnt="1 0"/>
                </dgm:if>
                <dgm:if name="Name35" axis="ch" ptType="node" func="cnt" op="equ" val="6">
                  <dgm:presOf axis="ch desOrSelf" ptType="node node" st="5 1" cnt="1 0"/>
                </dgm:if>
                <dgm:if name="Name36" axis="ch" ptType="node" func="cnt" op="gte" val="7">
                  <dgm:presOf axis="ch desOrSelf" ptType="node node" st="6 1" cnt="1 0"/>
                </dgm:if>
                <dgm:else name="Name37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  <dgm:choose name="Name39">
      <dgm:if name="Name40" axis="ch" ptType="node" func="cnt" op="gte" val="3">
        <dgm:layoutNode name="ellipse3" styleLbl="vennNode1">
          <dgm:varLst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choose name="Name41">
            <dgm:if name="Name42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3 1" cnt="1 0"/>
            </dgm:if>
            <dgm:else name="Name43">
              <dgm:shape xmlns:r="http://schemas.openxmlformats.org/officeDocument/2006/relationships" type="ellipse" r:blip="" zOrderOff="-4">
                <dgm:adjLst/>
              </dgm:shape>
              <dgm:choose name="Name44">
                <dgm:if name="Name45" axis="ch" ptType="node" func="cnt" op="equ" val="3">
                  <dgm:presOf axis="ch desOrSelf" ptType="node node" st="1 1" cnt="1 0"/>
                </dgm:if>
                <dgm:if name="Name46" axis="ch" ptType="node" func="cnt" op="equ" val="4">
                  <dgm:presOf axis="ch desOrSelf" ptType="node node" st="2 1" cnt="1 0"/>
                </dgm:if>
                <dgm:if name="Name47" axis="ch" ptType="node" func="cnt" op="equ" val="5">
                  <dgm:presOf axis="ch desOrSelf" ptType="node node" st="3 1" cnt="1 0"/>
                </dgm:if>
                <dgm:if name="Name48" axis="ch" ptType="node" func="cnt" op="equ" val="6">
                  <dgm:presOf axis="ch desOrSelf" ptType="node node" st="4 1" cnt="1 0"/>
                </dgm:if>
                <dgm:if name="Name49" axis="ch" ptType="node" func="cnt" op="gte" val="7">
                  <dgm:presOf axis="ch desOrSelf" ptType="node node" st="5 1" cnt="1 0"/>
                </dgm:if>
                <dgm:else name="Name50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1"/>
    </dgm:choose>
    <dgm:choose name="Name52">
      <dgm:if name="Name53" axis="ch" ptType="node" func="cnt" op="gte" val="4">
        <dgm:layoutNode name="ellipse4" styleLbl="vennNode1">
          <dgm:varLst>
            <dgm:bulletEnabled val="1"/>
          </dgm:varLst>
          <dgm:alg type="tx"/>
          <dgm:choose name="Name54">
            <dgm:if name="Name55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4 1" cnt="1 0"/>
            </dgm:if>
            <dgm:else name="Name56">
              <dgm:shape xmlns:r="http://schemas.openxmlformats.org/officeDocument/2006/relationships" type="ellipse" r:blip="" zOrderOff="-6">
                <dgm:adjLst/>
              </dgm:shape>
              <dgm:choose name="Name57">
                <dgm:if name="Name58" axis="ch" ptType="node" func="cnt" op="equ" val="4">
                  <dgm:presOf axis="ch desOrSelf" ptType="node node" st="1 1" cnt="1 0"/>
                </dgm:if>
                <dgm:if name="Name59" axis="ch" ptType="node" func="cnt" op="equ" val="5">
                  <dgm:presOf axis="ch desOrSelf" ptType="node node" st="2 1" cnt="1 0"/>
                </dgm:if>
                <dgm:if name="Name60" axis="ch" ptType="node" func="cnt" op="equ" val="6">
                  <dgm:presOf axis="ch desOrSelf" ptType="node node" st="3 1" cnt="1 0"/>
                </dgm:if>
                <dgm:if name="Name61" axis="ch" ptType="node" func="cnt" op="gte" val="7">
                  <dgm:presOf axis="ch desOrSelf" ptType="node node" st="4 1" cnt="1 0"/>
                </dgm:if>
                <dgm:else name="Name62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63"/>
    </dgm:choose>
    <dgm:choose name="Name64">
      <dgm:if name="Name65" axis="ch" ptType="node" func="cnt" op="gte" val="5">
        <dgm:layoutNode name="ellipse5" styleLbl="vennNode1">
          <dgm:varLst>
            <dgm:bulletEnabled val="1"/>
          </dgm:varLst>
          <dgm:alg type="tx"/>
          <dgm:choose name="Name66">
            <dgm:if name="Name67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5 1" cnt="1 0"/>
            </dgm:if>
            <dgm:else name="Name68">
              <dgm:shape xmlns:r="http://schemas.openxmlformats.org/officeDocument/2006/relationships" type="ellipse" r:blip="" zOrderOff="-8">
                <dgm:adjLst/>
              </dgm:shape>
              <dgm:choose name="Name69">
                <dgm:if name="Name70" axis="ch" ptType="node" func="cnt" op="equ" val="5">
                  <dgm:presOf axis="ch desOrSelf" ptType="node node" st="1 1" cnt="1 0"/>
                </dgm:if>
                <dgm:if name="Name71" axis="ch" ptType="node" func="cnt" op="equ" val="6">
                  <dgm:presOf axis="ch desOrSelf" ptType="node node" st="2 1" cnt="1 0"/>
                </dgm:if>
                <dgm:if name="Name72" axis="ch" ptType="node" func="cnt" op="gte" val="7">
                  <dgm:presOf axis="ch desOrSelf" ptType="node node" st="3 1" cnt="1 0"/>
                </dgm:if>
                <dgm:else name="Name7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74"/>
    </dgm:choose>
    <dgm:choose name="Name75">
      <dgm:if name="Name76" axis="ch" ptType="node" func="cnt" op="gte" val="6">
        <dgm:layoutNode name="ellipse6" styleLbl="vennNode1">
          <dgm:varLst>
            <dgm:bulletEnabled val="1"/>
          </dgm:varLst>
          <dgm:alg type="tx"/>
          <dgm:choose name="Name77">
            <dgm:if name="Name7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6 1" cnt="1 0"/>
            </dgm:if>
            <dgm:else name="Name79">
              <dgm:shape xmlns:r="http://schemas.openxmlformats.org/officeDocument/2006/relationships" type="ellipse" r:blip="" zOrderOff="-10">
                <dgm:adjLst/>
              </dgm:shape>
              <dgm:choose name="Name80">
                <dgm:if name="Name81" axis="ch" ptType="node" func="cnt" op="equ" val="6">
                  <dgm:presOf axis="ch desOrSelf" ptType="node node" st="1 1" cnt="1 0"/>
                </dgm:if>
                <dgm:if name="Name82" axis="ch" ptType="node" func="cnt" op="gte" val="7">
                  <dgm:presOf axis="ch desOrSelf" ptType="node node" st="2 1" cnt="1 0"/>
                </dgm:if>
                <dgm:else name="Name8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84"/>
    </dgm:choose>
    <dgm:choose name="Name85">
      <dgm:if name="Name86" axis="ch" ptType="node" func="cnt" op="gte" val="7">
        <dgm:layoutNode name="ellipse7" styleLbl="vennNode1">
          <dgm:varLst>
            <dgm:bulletEnabled val="1"/>
          </dgm:varLst>
          <dgm:alg type="tx"/>
          <dgm:choose name="Name87">
            <dgm:if name="Name8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7 1" cnt="1 0"/>
            </dgm:if>
            <dgm:else name="Name89">
              <dgm:shape xmlns:r="http://schemas.openxmlformats.org/officeDocument/2006/relationships" type="ellipse" r:blip="" zOrderOff="-12">
                <dgm:adjLst/>
              </dgm:shape>
              <dgm:presOf axis="ch desOrSelf" ptType="node node" st="1 1" cnt="1 0"/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90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9/2/quickstyle/3d8">
  <dgm:title val=""/>
  <dgm:desc val=""/>
  <dgm:catLst>
    <dgm:cat type="3D" pri="11800"/>
  </dgm:catLst>
  <dgm:scene3d>
    <a:camera prst="perspectiveHeroicExtremeRightFacing" zoom="82000">
      <a:rot lat="21300000" lon="20400000" rev="180000"/>
    </a:camera>
    <a:lightRig rig="morning" dir="t">
      <a:rot lat="0" lon="0" rev="20400000"/>
    </a:lightRig>
  </dgm:scene3d>
  <dgm:styleLbl name="node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0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60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635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152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90500" prstMaterial="matte">
      <a:bevelT w="120650" h="38100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="" xmlns:a16="http://schemas.microsoft.com/office/drawing/2014/main" id="{F4AE34A5-FED9-664C-9CA9-61368CA3A72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="" xmlns:a16="http://schemas.microsoft.com/office/drawing/2014/main" id="{EED74FDE-7D61-0448-99C3-1C2510A4DC2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B6A847-B2BB-5A4F-AA22-ADD924C5DC37}" type="datetimeFigureOut">
              <a:rPr lang="es-ES" smtClean="0"/>
              <a:t>13/01/2019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="" xmlns:a16="http://schemas.microsoft.com/office/drawing/2014/main" id="{1B538993-078D-4446-97A5-F286C787E06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="" xmlns:a16="http://schemas.microsoft.com/office/drawing/2014/main" id="{811C8AC5-611A-DB4D-AF97-9339B8C3E1B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EC5F80-6C64-1B4D-B2B7-2AED68CAF8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172138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2706AB-1D76-3248-9524-C7A1782978BE}" type="datetimeFigureOut">
              <a:rPr lang="es-ES" smtClean="0"/>
              <a:t>13/01/2019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E37864-CDD0-ED46-84C3-11742EF3F2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8300250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E37864-CDD0-ED46-84C3-11742EF3F25F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89973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E37864-CDD0-ED46-84C3-11742EF3F25F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531576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E37864-CDD0-ED46-84C3-11742EF3F25F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544126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CF658B0C-03D2-4EC9-ADB2-F61D2A7F1A7F}" type="datetime1">
              <a:rPr lang="es-ES" smtClean="0"/>
              <a:t>13/01/2019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95336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36A0F-4E3B-4A47-BBFC-C7A596A9AFBF}" type="datetime1">
              <a:rPr lang="es-ES" smtClean="0"/>
              <a:t>13/01/2019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22250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23FFCC6-FF5E-4D54-9F73-DBED3D409C44}" type="datetime1">
              <a:rPr lang="es-ES" smtClean="0"/>
              <a:t>13/01/2019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9191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789B3-7CF1-4F25-BD37-C1474D9B93A1}" type="datetime1">
              <a:rPr lang="es-ES" smtClean="0"/>
              <a:t>13/01/2019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70818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370B3-F095-4B61-A454-9A89B25CA30F}" type="datetime1">
              <a:rPr lang="es-ES" smtClean="0"/>
              <a:t>13/01/2019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51632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9B04D-B0B4-45F4-9FDC-7D0C3BE59D6C}" type="datetime1">
              <a:rPr lang="es-ES" smtClean="0"/>
              <a:t>13/01/2019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3740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DFE21-064F-4B68-BD90-552980F678E9}" type="datetime1">
              <a:rPr lang="es-ES" smtClean="0"/>
              <a:t>13/01/2019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93774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9170A-DE66-4D4D-9A06-42FA2FF1162A}" type="datetime1">
              <a:rPr lang="es-ES" smtClean="0"/>
              <a:t>13/01/2019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78288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1A4C5-BE6E-4CA1-B7CF-FDE03C66D740}" type="datetime1">
              <a:rPr lang="es-ES" smtClean="0"/>
              <a:t>13/01/2019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09233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8205B-5211-4617-B936-077F7A45C629}" type="datetime1">
              <a:rPr lang="es-ES" smtClean="0"/>
              <a:t>13/01/2019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45475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B92ABF6-4A24-42D0-A0D8-95D48568D00D}" type="datetime1">
              <a:rPr lang="es-ES" smtClean="0"/>
              <a:t>13/01/2019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264532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6EF0696-E95C-4C6C-B4F7-A0B39809F383}" type="datetime1">
              <a:rPr lang="es-ES" smtClean="0"/>
              <a:t>13/01/2019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832143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201181D-D759-4CF4-9542-EE19DD447B1F}" type="datetime1">
              <a:rPr lang="es-ES" smtClean="0"/>
              <a:t>13/01/2019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88304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4FC33-F8D1-4220-849E-47704510CABD}" type="datetime1">
              <a:rPr lang="es-ES" smtClean="0"/>
              <a:t>13/01/2019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90513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0B1F3-867C-4F14-9ECE-424A23A426E7}" type="datetime1">
              <a:rPr lang="es-ES" smtClean="0"/>
              <a:t>13/01/2019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75964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0FC77-3596-48F1-83BD-FB747996FF0F}" type="datetime1">
              <a:rPr lang="es-ES" smtClean="0"/>
              <a:t>13/01/2019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38546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AFD6FD5-B225-410F-BB04-627CB54EE5A8}" type="datetime1">
              <a:rPr lang="es-ES" smtClean="0"/>
              <a:t>13/01/2019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84356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62C60B-B728-4AE6-B6E3-C50BDD89DA8C}" type="datetime1">
              <a:rPr lang="es-ES" smtClean="0"/>
              <a:t>13/01/2019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76111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hf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13" Type="http://schemas.microsoft.com/office/2007/relationships/diagramDrawing" Target="../diagrams/drawing3.xml"/><Relationship Id="rId3" Type="http://schemas.openxmlformats.org/officeDocument/2006/relationships/image" Target="../media/image7.jpg"/><Relationship Id="rId7" Type="http://schemas.openxmlformats.org/officeDocument/2006/relationships/diagramColors" Target="../diagrams/colors2.xml"/><Relationship Id="rId12" Type="http://schemas.openxmlformats.org/officeDocument/2006/relationships/diagramColors" Target="../diagrams/colors3.xm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Relationship Id="rId6" Type="http://schemas.openxmlformats.org/officeDocument/2006/relationships/diagramQuickStyle" Target="../diagrams/quickStyle2.xml"/><Relationship Id="rId11" Type="http://schemas.openxmlformats.org/officeDocument/2006/relationships/diagramQuickStyle" Target="../diagrams/quickStyle3.xml"/><Relationship Id="rId5" Type="http://schemas.openxmlformats.org/officeDocument/2006/relationships/diagramLayout" Target="../diagrams/layout2.xml"/><Relationship Id="rId10" Type="http://schemas.openxmlformats.org/officeDocument/2006/relationships/diagramLayout" Target="../diagrams/layout3.xml"/><Relationship Id="rId4" Type="http://schemas.openxmlformats.org/officeDocument/2006/relationships/diagramData" Target="../diagrams/data2.xml"/><Relationship Id="rId9" Type="http://schemas.openxmlformats.org/officeDocument/2006/relationships/diagramData" Target="../diagrams/data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jp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jpe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6.png"/><Relationship Id="rId4" Type="http://schemas.openxmlformats.org/officeDocument/2006/relationships/image" Target="../media/image3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8.png"/><Relationship Id="rId4" Type="http://schemas.openxmlformats.org/officeDocument/2006/relationships/image" Target="../media/image3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8C781D2D-F690-3E49-8B9D-858086DD50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42683" y="1806424"/>
            <a:ext cx="6132990" cy="1825096"/>
          </a:xfrm>
        </p:spPr>
        <p:txBody>
          <a:bodyPr>
            <a:normAutofit/>
          </a:bodyPr>
          <a:lstStyle/>
          <a:p>
            <a:r>
              <a:rPr lang="es-ES" dirty="0"/>
              <a:t>Proyecto </a:t>
            </a:r>
            <a:r>
              <a:rPr lang="es-ES" dirty="0" err="1"/>
              <a:t>MeCuida</a:t>
            </a:r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="" xmlns:a16="http://schemas.microsoft.com/office/drawing/2014/main" id="{55C73646-C78E-504E-9BE0-410E35A3DD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42683" y="3617797"/>
            <a:ext cx="6132990" cy="685800"/>
          </a:xfrm>
        </p:spPr>
        <p:txBody>
          <a:bodyPr>
            <a:normAutofit/>
          </a:bodyPr>
          <a:lstStyle/>
          <a:p>
            <a:r>
              <a:rPr lang="es-ES" dirty="0"/>
              <a:t>Gestión de Proyectos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="" xmlns:a16="http://schemas.microsoft.com/office/drawing/2014/main" id="{8F19F3D8-20CA-FB40-94B1-52940FAC9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945" y="1902941"/>
            <a:ext cx="5391668" cy="2310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380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="" xmlns:a16="http://schemas.microsoft.com/office/drawing/2014/main" id="{5F32BD73-4768-2A49-98C4-124715923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9439" y="484941"/>
            <a:ext cx="2502561" cy="107255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B9B0D241-1721-BB42-8643-D80DD19A3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839" y="688798"/>
            <a:ext cx="8610600" cy="1293028"/>
          </a:xfrm>
        </p:spPr>
        <p:txBody>
          <a:bodyPr/>
          <a:lstStyle/>
          <a:p>
            <a:pPr algn="ctr"/>
            <a:r>
              <a:rPr lang="es-ES" dirty="0"/>
              <a:t>Índice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="" xmlns:a16="http://schemas.microsoft.com/office/drawing/2014/main" id="{EA72CA66-3062-4C85-AB3F-209F5F6EE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9099" y="6274826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</a:t>
            </a:fld>
            <a:r>
              <a:rPr lang="es-ES" sz="2000" dirty="0"/>
              <a:t>/20</a:t>
            </a:r>
          </a:p>
        </p:txBody>
      </p:sp>
      <p:graphicFrame>
        <p:nvGraphicFramePr>
          <p:cNvPr id="7" name="Diagrama 6">
            <a:extLst>
              <a:ext uri="{FF2B5EF4-FFF2-40B4-BE49-F238E27FC236}">
                <a16:creationId xmlns="" xmlns:a16="http://schemas.microsoft.com/office/drawing/2014/main" id="{6618F1EC-7EE2-AE44-882A-6CDB04AB90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20171629"/>
              </p:ext>
            </p:extLst>
          </p:nvPr>
        </p:nvGraphicFramePr>
        <p:xfrm>
          <a:off x="2352582" y="2075649"/>
          <a:ext cx="7486835" cy="45643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54784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="" xmlns:a16="http://schemas.microsoft.com/office/drawing/2014/main" id="{5064E33B-1BBF-4006-A3AB-7FE774AF1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3849" y="2213068"/>
            <a:ext cx="5554473" cy="2380552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="" xmlns:a16="http://schemas.microsoft.com/office/drawing/2014/main" id="{C8FB015C-95FD-4710-9F93-3012CE4B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08867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2</a:t>
            </a:fld>
            <a:r>
              <a:rPr lang="es-ES" sz="2000" dirty="0"/>
              <a:t>/20</a:t>
            </a:r>
          </a:p>
        </p:txBody>
      </p:sp>
      <p:pic>
        <p:nvPicPr>
          <p:cNvPr id="11" name="Imagen 10" descr="Imagen que contiene texto&#10;&#10;&#10;&#10;Descripción generada automáticamente">
            <a:extLst>
              <a:ext uri="{FF2B5EF4-FFF2-40B4-BE49-F238E27FC236}">
                <a16:creationId xmlns="" xmlns:a16="http://schemas.microsoft.com/office/drawing/2014/main" id="{2C17273C-672A-6645-9F89-C0CF78BB564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528957" y="2359174"/>
            <a:ext cx="2916177" cy="2380553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="" xmlns:a16="http://schemas.microsoft.com/office/drawing/2014/main" id="{CD227A02-44BF-5645-AE81-26FA69C2F9B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4648" y="1926831"/>
            <a:ext cx="3004337" cy="3004337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="" xmlns:a16="http://schemas.microsoft.com/office/drawing/2014/main" id="{BB37DB92-30F9-A748-A6C4-287664E2D814}"/>
              </a:ext>
            </a:extLst>
          </p:cNvPr>
          <p:cNvSpPr txBox="1"/>
          <p:nvPr/>
        </p:nvSpPr>
        <p:spPr>
          <a:xfrm>
            <a:off x="1180720" y="4589879"/>
            <a:ext cx="121219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00" dirty="0">
                <a:solidFill>
                  <a:schemeClr val="tx2"/>
                </a:solidFill>
              </a:rPr>
              <a:t>https://</a:t>
            </a:r>
            <a:r>
              <a:rPr lang="es-ES" sz="800" dirty="0" err="1">
                <a:solidFill>
                  <a:schemeClr val="tx2"/>
                </a:solidFill>
              </a:rPr>
              <a:t>pixabay.com</a:t>
            </a:r>
            <a:endParaRPr lang="es-ES" sz="800" dirty="0">
              <a:solidFill>
                <a:schemeClr val="tx2"/>
              </a:solidFill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="" xmlns:a16="http://schemas.microsoft.com/office/drawing/2014/main" id="{F4E4FF17-8718-6E4E-B635-D4E408E26B71}"/>
              </a:ext>
            </a:extLst>
          </p:cNvPr>
          <p:cNvSpPr txBox="1"/>
          <p:nvPr/>
        </p:nvSpPr>
        <p:spPr>
          <a:xfrm>
            <a:off x="9326986" y="4655000"/>
            <a:ext cx="161522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solidFill>
                  <a:schemeClr val="tx2"/>
                </a:solidFill>
              </a:rPr>
              <a:t>https://</a:t>
            </a:r>
            <a:r>
              <a:rPr lang="es-ES" sz="800" dirty="0" err="1">
                <a:solidFill>
                  <a:schemeClr val="tx2"/>
                </a:solidFill>
              </a:rPr>
              <a:t>pixabay.com</a:t>
            </a:r>
            <a:endParaRPr lang="es-ES" sz="800" dirty="0">
              <a:solidFill>
                <a:schemeClr val="tx2"/>
              </a:solidFill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="" xmlns:a16="http://schemas.microsoft.com/office/drawing/2014/main" id="{7E198E4E-8FF0-4F1E-8753-6F05BE69B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818" y="137244"/>
            <a:ext cx="8610600" cy="1293028"/>
          </a:xfrm>
        </p:spPr>
        <p:txBody>
          <a:bodyPr/>
          <a:lstStyle/>
          <a:p>
            <a:r>
              <a:rPr lang="es-ES_tradnl" dirty="0"/>
              <a:t>¿Quiénes somos?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7CED165D-3AF1-469B-B7EA-3D3E4B07E3E8}"/>
              </a:ext>
            </a:extLst>
          </p:cNvPr>
          <p:cNvSpPr/>
          <p:nvPr/>
        </p:nvSpPr>
        <p:spPr>
          <a:xfrm>
            <a:off x="2220585" y="2967335"/>
            <a:ext cx="775084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¡</a:t>
            </a:r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Calidad y </a:t>
            </a:r>
            <a:r>
              <a:rPr lang="en-US" sz="5400" b="0" cap="none" spc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Excelencia</a:t>
            </a:r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133954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5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4" grpId="1"/>
      <p:bldP spid="15" grpId="0"/>
      <p:bldP spid="15" grpId="1"/>
      <p:bldP spid="2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984EE94F-A38C-4B45-948E-9FF46419E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818" y="137244"/>
            <a:ext cx="8610600" cy="1293028"/>
          </a:xfrm>
        </p:spPr>
        <p:txBody>
          <a:bodyPr/>
          <a:lstStyle/>
          <a:p>
            <a:r>
              <a:rPr lang="es-ES_tradnl" dirty="0"/>
              <a:t>¿Quiénes somos? - Organigrama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="" xmlns:a16="http://schemas.microsoft.com/office/drawing/2014/main" id="{5064E33B-1BBF-4006-A3AB-7FE774AF1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="" xmlns:a16="http://schemas.microsoft.com/office/drawing/2014/main" id="{C8FB015C-95FD-4710-9F93-3012CE4B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08867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3</a:t>
            </a:fld>
            <a:r>
              <a:rPr lang="es-ES" sz="2000" dirty="0"/>
              <a:t>/20</a:t>
            </a:r>
          </a:p>
        </p:txBody>
      </p:sp>
      <p:pic>
        <p:nvPicPr>
          <p:cNvPr id="6" name="Imagen 5" descr="Imagen que contiene captura de pantalla, texto, mapa&#10;&#10;&#10;&#10;Descripción generada automáticamente">
            <a:extLst>
              <a:ext uri="{FF2B5EF4-FFF2-40B4-BE49-F238E27FC236}">
                <a16:creationId xmlns="" xmlns:a16="http://schemas.microsoft.com/office/drawing/2014/main" id="{46B37BF1-48E0-634F-B252-1241DFD531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3692" y="1807745"/>
            <a:ext cx="9770836" cy="3899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043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="" xmlns:a16="http://schemas.microsoft.com/office/drawing/2014/main" id="{5064E33B-1BBF-4006-A3AB-7FE774AF1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="" xmlns:a16="http://schemas.microsoft.com/office/drawing/2014/main" id="{C8FB015C-95FD-4710-9F93-3012CE4B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08867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4</a:t>
            </a:fld>
            <a:r>
              <a:rPr lang="es-ES" sz="2000" dirty="0"/>
              <a:t>/20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="" xmlns:a16="http://schemas.microsoft.com/office/drawing/2014/main" id="{8E99FA11-5DBD-E64F-8E15-AE0C4528CB58}"/>
              </a:ext>
            </a:extLst>
          </p:cNvPr>
          <p:cNvSpPr txBox="1"/>
          <p:nvPr/>
        </p:nvSpPr>
        <p:spPr>
          <a:xfrm>
            <a:off x="552090" y="2057401"/>
            <a:ext cx="61592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/>
              <a:t>Proyectos propios</a:t>
            </a:r>
            <a:r>
              <a:rPr lang="es-ES" sz="2400" dirty="0"/>
              <a:t>: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="" xmlns:a16="http://schemas.microsoft.com/office/drawing/2014/main" id="{3F905F14-76D1-024A-85FE-3AAD0957118B}"/>
              </a:ext>
            </a:extLst>
          </p:cNvPr>
          <p:cNvSpPr txBox="1"/>
          <p:nvPr/>
        </p:nvSpPr>
        <p:spPr>
          <a:xfrm>
            <a:off x="552090" y="2057401"/>
            <a:ext cx="94545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/>
              <a:t>Proyectos en los que hemos participado: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="" xmlns:a16="http://schemas.microsoft.com/office/drawing/2014/main" id="{B88CDF19-B70E-1848-A8F3-51FE017B00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0221" y="1869416"/>
            <a:ext cx="3175000" cy="2705100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="" xmlns:a16="http://schemas.microsoft.com/office/drawing/2014/main" id="{7A301C5F-35E4-F646-9F87-E0E8A6DD89D2}"/>
              </a:ext>
            </a:extLst>
          </p:cNvPr>
          <p:cNvSpPr txBox="1"/>
          <p:nvPr/>
        </p:nvSpPr>
        <p:spPr>
          <a:xfrm>
            <a:off x="8922650" y="4595693"/>
            <a:ext cx="216798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 dirty="0"/>
              <a:t>https://</a:t>
            </a:r>
            <a:r>
              <a:rPr lang="es-ES" sz="900" dirty="0" err="1"/>
              <a:t>www.openpr.com</a:t>
            </a:r>
            <a:endParaRPr lang="es-ES" sz="900" dirty="0"/>
          </a:p>
        </p:txBody>
      </p:sp>
      <p:sp>
        <p:nvSpPr>
          <p:cNvPr id="12" name="Título 1">
            <a:extLst>
              <a:ext uri="{FF2B5EF4-FFF2-40B4-BE49-F238E27FC236}">
                <a16:creationId xmlns="" xmlns:a16="http://schemas.microsoft.com/office/drawing/2014/main" id="{7C493191-012A-4BD1-87EF-4BCEFE2F6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818" y="137244"/>
            <a:ext cx="8610600" cy="1293028"/>
          </a:xfrm>
        </p:spPr>
        <p:txBody>
          <a:bodyPr/>
          <a:lstStyle/>
          <a:p>
            <a:r>
              <a:rPr lang="es-ES_tradnl" dirty="0"/>
              <a:t>PROYECTOS Relacionados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="" xmlns:a16="http://schemas.microsoft.com/office/drawing/2014/main" id="{C1500937-E25B-44B7-9005-A891811D75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84368"/>
              </p:ext>
            </p:extLst>
          </p:nvPr>
        </p:nvGraphicFramePr>
        <p:xfrm>
          <a:off x="2303671" y="2519066"/>
          <a:ext cx="5303150" cy="42689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4" name="Diagram 3">
            <a:extLst>
              <a:ext uri="{FF2B5EF4-FFF2-40B4-BE49-F238E27FC236}">
                <a16:creationId xmlns="" xmlns:a16="http://schemas.microsoft.com/office/drawing/2014/main" id="{08E77894-6F71-461F-9A66-D3179ED8EA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329875"/>
              </p:ext>
            </p:extLst>
          </p:nvPr>
        </p:nvGraphicFramePr>
        <p:xfrm>
          <a:off x="0" y="2033635"/>
          <a:ext cx="9454552" cy="50817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  <p:extLst>
      <p:ext uri="{BB962C8B-B14F-4D97-AF65-F5344CB8AC3E}">
        <p14:creationId xmlns:p14="http://schemas.microsoft.com/office/powerpoint/2010/main" val="1993503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8D2BA6FC-43D8-4E1B-9B35-8A0F6289577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graphicEl>
                                              <a:dgm id="{8D2BA6FC-43D8-4E1B-9B35-8A0F6289577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FD4394BC-3D6B-4E2D-A7C8-75D985B1D70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graphicEl>
                                              <a:dgm id="{FD4394BC-3D6B-4E2D-A7C8-75D985B1D70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9682C507-032C-4EC9-A13F-C891C31BD75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graphicEl>
                                              <a:dgm id="{9682C507-032C-4EC9-A13F-C891C31BD75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">
                                            <p:graphicEl>
                                              <a:dgm id="{8D2BA6FC-43D8-4E1B-9B35-8A0F6289577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8D2BA6FC-43D8-4E1B-9B35-8A0F6289577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graphicEl>
                                              <a:dgm id="{FD4394BC-3D6B-4E2D-A7C8-75D985B1D70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FD4394BC-3D6B-4E2D-A7C8-75D985B1D70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graphicEl>
                                              <a:dgm id="{9682C507-032C-4EC9-A13F-C891C31BD75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9682C507-032C-4EC9-A13F-C891C31BD75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09C35C1-D1D6-4906-94D9-62FF3D9210B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graphicEl>
                                              <a:dgm id="{109C35C1-D1D6-4906-94D9-62FF3D9210B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9C088F2-B973-4425-AE9A-7F625A894D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graphicEl>
                                              <a:dgm id="{F9C088F2-B973-4425-AE9A-7F625A894DA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298B1C8-793E-4CDF-9535-561F010964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">
                                            <p:graphicEl>
                                              <a:dgm id="{2298B1C8-793E-4CDF-9535-561F0109647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Graphic spid="2" grpId="0">
        <p:bldSub>
          <a:bldDgm bld="one"/>
        </p:bldSub>
      </p:bldGraphic>
      <p:bldGraphic spid="2" grpId="1" uiExpand="1">
        <p:bldSub>
          <a:bldDgm bld="one"/>
        </p:bldSub>
      </p:bldGraphic>
      <p:bldGraphic spid="4" grpId="0" uiExpand="1">
        <p:bldSub>
          <a:bldDgm bld="one"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="" xmlns:a16="http://schemas.microsoft.com/office/drawing/2014/main" id="{5064E33B-1BBF-4006-A3AB-7FE774AF1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="" xmlns:a16="http://schemas.microsoft.com/office/drawing/2014/main" id="{C8FB015C-95FD-4710-9F93-3012CE4B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08867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5</a:t>
            </a:fld>
            <a:r>
              <a:rPr lang="es-ES" sz="2000" dirty="0"/>
              <a:t>/20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="" xmlns:a16="http://schemas.microsoft.com/office/drawing/2014/main" id="{CFE661F0-F988-8A47-9147-34C44DD879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95" y="4159281"/>
            <a:ext cx="3431886" cy="92075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="" xmlns:a16="http://schemas.microsoft.com/office/drawing/2014/main" id="{6ACF3EED-125E-DD41-8A71-0F4ED98044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020" y="1642165"/>
            <a:ext cx="3535163" cy="1502445"/>
          </a:xfrm>
          <a:prstGeom prst="rect">
            <a:avLst/>
          </a:prstGeom>
        </p:spPr>
      </p:pic>
      <p:pic>
        <p:nvPicPr>
          <p:cNvPr id="9" name="Imagen 8" descr="Imagen que contiene señal, exterior, cielo, texto&#10;&#10;&#10;&#10;Descripción generada automáticamente">
            <a:extLst>
              <a:ext uri="{FF2B5EF4-FFF2-40B4-BE49-F238E27FC236}">
                <a16:creationId xmlns="" xmlns:a16="http://schemas.microsoft.com/office/drawing/2014/main" id="{C5E74572-56C6-8D40-95B7-30C4C244D1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2907" y="4301802"/>
            <a:ext cx="2743200" cy="194134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="" xmlns:a16="http://schemas.microsoft.com/office/drawing/2014/main" id="{E00A3B97-065B-0E41-BF3C-221BF21396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0413" y="4159282"/>
            <a:ext cx="3479862" cy="1403808"/>
          </a:xfrm>
          <a:prstGeom prst="rect">
            <a:avLst/>
          </a:prstGeom>
        </p:spPr>
      </p:pic>
      <p:pic>
        <p:nvPicPr>
          <p:cNvPr id="11" name="Imagen 10" descr="Imagen que contiene imágenes prediseñadas&#10;&#10;&#10;&#10;Descripción generada automáticamente">
            <a:extLst>
              <a:ext uri="{FF2B5EF4-FFF2-40B4-BE49-F238E27FC236}">
                <a16:creationId xmlns="" xmlns:a16="http://schemas.microsoft.com/office/drawing/2014/main" id="{2CD80353-91D2-B64F-BCD4-A0323A6F78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89999" y="1879251"/>
            <a:ext cx="1963406" cy="1963406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="" xmlns:a16="http://schemas.microsoft.com/office/drawing/2014/main" id="{25235F44-BFEA-3342-AAE4-68E956D43A7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70239" y="2315484"/>
            <a:ext cx="3484924" cy="1397907"/>
          </a:xfrm>
          <a:prstGeom prst="rect">
            <a:avLst/>
          </a:prstGeom>
        </p:spPr>
      </p:pic>
      <p:sp>
        <p:nvSpPr>
          <p:cNvPr id="13" name="Título 1">
            <a:extLst>
              <a:ext uri="{FF2B5EF4-FFF2-40B4-BE49-F238E27FC236}">
                <a16:creationId xmlns="" xmlns:a16="http://schemas.microsoft.com/office/drawing/2014/main" id="{F0881CA0-944C-453C-A42B-F49A48702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818" y="137244"/>
            <a:ext cx="8610600" cy="1293028"/>
          </a:xfrm>
        </p:spPr>
        <p:txBody>
          <a:bodyPr/>
          <a:lstStyle/>
          <a:p>
            <a:r>
              <a:rPr lang="es-ES_tradnl" dirty="0"/>
              <a:t>Organizaciones y colaboradores </a:t>
            </a:r>
          </a:p>
        </p:txBody>
      </p:sp>
    </p:spTree>
    <p:extLst>
      <p:ext uri="{BB962C8B-B14F-4D97-AF65-F5344CB8AC3E}">
        <p14:creationId xmlns:p14="http://schemas.microsoft.com/office/powerpoint/2010/main" val="4196827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="" xmlns:a16="http://schemas.microsoft.com/office/drawing/2014/main" id="{5F32BD73-4768-2A49-98C4-124715923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9439" y="484941"/>
            <a:ext cx="2502561" cy="107255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B9B0D241-1721-BB42-8643-D80DD19A3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839" y="688798"/>
            <a:ext cx="8610600" cy="1293028"/>
          </a:xfrm>
        </p:spPr>
        <p:txBody>
          <a:bodyPr/>
          <a:lstStyle/>
          <a:p>
            <a:pPr algn="ctr"/>
            <a:r>
              <a:rPr lang="es-ES" dirty="0"/>
              <a:t>Índice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="" xmlns:a16="http://schemas.microsoft.com/office/drawing/2014/main" id="{EA72CA66-3062-4C85-AB3F-209F5F6EE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9099" y="6274826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6</a:t>
            </a:fld>
            <a:r>
              <a:rPr lang="es-ES" sz="2000" dirty="0"/>
              <a:t>/20</a:t>
            </a:r>
          </a:p>
        </p:txBody>
      </p:sp>
      <p:graphicFrame>
        <p:nvGraphicFramePr>
          <p:cNvPr id="8" name="Diagrama 7">
            <a:extLst>
              <a:ext uri="{FF2B5EF4-FFF2-40B4-BE49-F238E27FC236}">
                <a16:creationId xmlns="" xmlns:a16="http://schemas.microsoft.com/office/drawing/2014/main" id="{23C085A3-62C5-D541-9E6B-EEE3123573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82517176"/>
              </p:ext>
            </p:extLst>
          </p:nvPr>
        </p:nvGraphicFramePr>
        <p:xfrm>
          <a:off x="2352582" y="2075649"/>
          <a:ext cx="7486835" cy="45643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Flecha derecha 8">
            <a:extLst>
              <a:ext uri="{FF2B5EF4-FFF2-40B4-BE49-F238E27FC236}">
                <a16:creationId xmlns="" xmlns:a16="http://schemas.microsoft.com/office/drawing/2014/main" id="{409214D7-A261-884C-9FDF-B32C26A1993E}"/>
              </a:ext>
            </a:extLst>
          </p:cNvPr>
          <p:cNvSpPr/>
          <p:nvPr/>
        </p:nvSpPr>
        <p:spPr>
          <a:xfrm>
            <a:off x="1973020" y="3752490"/>
            <a:ext cx="379562" cy="1897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Anillo 9">
            <a:extLst>
              <a:ext uri="{FF2B5EF4-FFF2-40B4-BE49-F238E27FC236}">
                <a16:creationId xmlns="" xmlns:a16="http://schemas.microsoft.com/office/drawing/2014/main" id="{E2B7A3A7-96DE-DD41-861F-AE407579C800}"/>
              </a:ext>
            </a:extLst>
          </p:cNvPr>
          <p:cNvSpPr/>
          <p:nvPr/>
        </p:nvSpPr>
        <p:spPr>
          <a:xfrm>
            <a:off x="2128965" y="2219519"/>
            <a:ext cx="223617" cy="223617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1" name="Anillo 10">
            <a:extLst>
              <a:ext uri="{FF2B5EF4-FFF2-40B4-BE49-F238E27FC236}">
                <a16:creationId xmlns="" xmlns:a16="http://schemas.microsoft.com/office/drawing/2014/main" id="{8C8E2577-405A-B047-99C1-9FBF59709B3D}"/>
              </a:ext>
            </a:extLst>
          </p:cNvPr>
          <p:cNvSpPr/>
          <p:nvPr/>
        </p:nvSpPr>
        <p:spPr>
          <a:xfrm>
            <a:off x="3827699" y="2219519"/>
            <a:ext cx="152400" cy="1524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2" name="Anillo 11">
            <a:extLst>
              <a:ext uri="{FF2B5EF4-FFF2-40B4-BE49-F238E27FC236}">
                <a16:creationId xmlns="" xmlns:a16="http://schemas.microsoft.com/office/drawing/2014/main" id="{362B8359-9A80-FC45-9EA0-C98D23F88271}"/>
              </a:ext>
            </a:extLst>
          </p:cNvPr>
          <p:cNvSpPr/>
          <p:nvPr/>
        </p:nvSpPr>
        <p:spPr>
          <a:xfrm>
            <a:off x="3827699" y="2699572"/>
            <a:ext cx="152400" cy="1524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3" name="Anillo 12">
            <a:extLst>
              <a:ext uri="{FF2B5EF4-FFF2-40B4-BE49-F238E27FC236}">
                <a16:creationId xmlns="" xmlns:a16="http://schemas.microsoft.com/office/drawing/2014/main" id="{048FD790-169C-264C-B015-7CF76A632F2B}"/>
              </a:ext>
            </a:extLst>
          </p:cNvPr>
          <p:cNvSpPr/>
          <p:nvPr/>
        </p:nvSpPr>
        <p:spPr>
          <a:xfrm>
            <a:off x="3827699" y="3179625"/>
            <a:ext cx="152400" cy="1524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8487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="" xmlns:a16="http://schemas.microsoft.com/office/drawing/2014/main" id="{5064E33B-1BBF-4006-A3AB-7FE774AF1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="" xmlns:a16="http://schemas.microsoft.com/office/drawing/2014/main" id="{C8FB015C-95FD-4710-9F93-3012CE4B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08867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7</a:t>
            </a:fld>
            <a:r>
              <a:rPr lang="es-ES" sz="2000" dirty="0"/>
              <a:t>/20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="" xmlns:a16="http://schemas.microsoft.com/office/drawing/2014/main" id="{CE4B125E-AFB5-4365-AB59-78D81A734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818" y="137244"/>
            <a:ext cx="8610600" cy="1293028"/>
          </a:xfrm>
        </p:spPr>
        <p:txBody>
          <a:bodyPr/>
          <a:lstStyle/>
          <a:p>
            <a:r>
              <a:rPr lang="es-ES_tradnl" dirty="0"/>
              <a:t>Características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="" xmlns:a16="http://schemas.microsoft.com/office/drawing/2014/main" id="{ADAEC259-2108-468D-8C3F-28134EAB5E86}"/>
              </a:ext>
            </a:extLst>
          </p:cNvPr>
          <p:cNvSpPr txBox="1"/>
          <p:nvPr/>
        </p:nvSpPr>
        <p:spPr>
          <a:xfrm>
            <a:off x="552090" y="1424360"/>
            <a:ext cx="9269092" cy="53430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b="1" dirty="0"/>
              <a:t>Cooperación con empresas destacadas en sus sectores.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400" b="1" dirty="0"/>
              <a:t>Desarrollo software</a:t>
            </a:r>
            <a:r>
              <a:rPr lang="es-ES" sz="2400" dirty="0"/>
              <a:t>: </a:t>
            </a:r>
            <a:r>
              <a:rPr lang="es-ES" sz="2400" i="1" dirty="0"/>
              <a:t>Alhambra Eidos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400" b="1" dirty="0"/>
              <a:t>Data center</a:t>
            </a:r>
            <a:r>
              <a:rPr lang="es-ES" sz="2400" dirty="0"/>
              <a:t>: </a:t>
            </a:r>
            <a:r>
              <a:rPr lang="es-ES" sz="2400" i="1" dirty="0"/>
              <a:t>Telefónica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b="1" dirty="0"/>
              <a:t>Formación del personal privada.</a:t>
            </a:r>
          </a:p>
          <a:p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b="1" dirty="0"/>
              <a:t>Implementación progresiva</a:t>
            </a:r>
            <a:r>
              <a:rPr lang="es-ES" sz="2400" dirty="0"/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400" b="1" i="1" dirty="0"/>
              <a:t>Prueba piloto + implementación final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b="1" dirty="0"/>
              <a:t>Muestra</a:t>
            </a:r>
            <a:r>
              <a:rPr lang="es-ES" sz="2400" dirty="0"/>
              <a:t>: 20 pacientes por hospital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b="1" dirty="0"/>
              <a:t>Total: </a:t>
            </a:r>
            <a:r>
              <a:rPr lang="es-ES" sz="2400" dirty="0"/>
              <a:t>100 pacientes por hospital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4062838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="" xmlns:a16="http://schemas.microsoft.com/office/drawing/2014/main" id="{5064E33B-1BBF-4006-A3AB-7FE774AF1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="" xmlns:a16="http://schemas.microsoft.com/office/drawing/2014/main" id="{C8FB015C-95FD-4710-9F93-3012CE4B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08867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8</a:t>
            </a:fld>
            <a:r>
              <a:rPr lang="es-ES" sz="2000" dirty="0"/>
              <a:t>/20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="" xmlns:a16="http://schemas.microsoft.com/office/drawing/2014/main" id="{CE4B125E-AFB5-4365-AB59-78D81A734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818" y="137244"/>
            <a:ext cx="8610600" cy="1293028"/>
          </a:xfrm>
        </p:spPr>
        <p:txBody>
          <a:bodyPr/>
          <a:lstStyle/>
          <a:p>
            <a:r>
              <a:rPr lang="es-ES_tradnl" dirty="0"/>
              <a:t>Características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="" xmlns:a16="http://schemas.microsoft.com/office/drawing/2014/main" id="{ADAEC259-2108-468D-8C3F-28134EAB5E86}"/>
              </a:ext>
            </a:extLst>
          </p:cNvPr>
          <p:cNvSpPr txBox="1"/>
          <p:nvPr/>
        </p:nvSpPr>
        <p:spPr>
          <a:xfrm>
            <a:off x="552089" y="1424360"/>
            <a:ext cx="984393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endParaRPr lang="es-ES" sz="2400" dirty="0"/>
          </a:p>
        </p:txBody>
      </p:sp>
      <p:pic>
        <p:nvPicPr>
          <p:cNvPr id="6" name="Picture 4">
            <a:extLst>
              <a:ext uri="{FF2B5EF4-FFF2-40B4-BE49-F238E27FC236}">
                <a16:creationId xmlns="" xmlns:a16="http://schemas.microsoft.com/office/drawing/2014/main" id="{F7BC70C9-2726-4FC5-B918-EA8378508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6069" y="1834576"/>
            <a:ext cx="8855214" cy="3972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" name="4 Conector recto de flecha">
            <a:extLst>
              <a:ext uri="{FF2B5EF4-FFF2-40B4-BE49-F238E27FC236}">
                <a16:creationId xmlns="" xmlns:a16="http://schemas.microsoft.com/office/drawing/2014/main" id="{D5E94DC6-E1FA-49EF-B12E-16A868BF6D04}"/>
              </a:ext>
            </a:extLst>
          </p:cNvPr>
          <p:cNvCxnSpPr/>
          <p:nvPr/>
        </p:nvCxnSpPr>
        <p:spPr>
          <a:xfrm rot="10800000" flipV="1">
            <a:off x="10254176" y="2000253"/>
            <a:ext cx="0" cy="41909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14 Conector recto de flecha">
            <a:extLst>
              <a:ext uri="{FF2B5EF4-FFF2-40B4-BE49-F238E27FC236}">
                <a16:creationId xmlns="" xmlns:a16="http://schemas.microsoft.com/office/drawing/2014/main" id="{12E75257-809A-46D5-9E66-2860F2A5DBD2}"/>
              </a:ext>
            </a:extLst>
          </p:cNvPr>
          <p:cNvCxnSpPr/>
          <p:nvPr/>
        </p:nvCxnSpPr>
        <p:spPr>
          <a:xfrm rot="10800000" flipV="1">
            <a:off x="5548826" y="2000253"/>
            <a:ext cx="0" cy="41909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15 Conector recto de flecha">
            <a:extLst>
              <a:ext uri="{FF2B5EF4-FFF2-40B4-BE49-F238E27FC236}">
                <a16:creationId xmlns="" xmlns:a16="http://schemas.microsoft.com/office/drawing/2014/main" id="{BA62D5EC-8008-4BB4-B398-624B3E0F4264}"/>
              </a:ext>
            </a:extLst>
          </p:cNvPr>
          <p:cNvCxnSpPr/>
          <p:nvPr/>
        </p:nvCxnSpPr>
        <p:spPr>
          <a:xfrm rot="10800000" flipV="1">
            <a:off x="5106574" y="4298444"/>
            <a:ext cx="0" cy="41909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16 Conector recto de flecha">
            <a:extLst>
              <a:ext uri="{FF2B5EF4-FFF2-40B4-BE49-F238E27FC236}">
                <a16:creationId xmlns="" xmlns:a16="http://schemas.microsoft.com/office/drawing/2014/main" id="{4A89E665-8FB2-4B75-A9B2-8ADE77BF90C0}"/>
              </a:ext>
            </a:extLst>
          </p:cNvPr>
          <p:cNvCxnSpPr/>
          <p:nvPr/>
        </p:nvCxnSpPr>
        <p:spPr>
          <a:xfrm rot="10800000" flipV="1">
            <a:off x="2296841" y="5322113"/>
            <a:ext cx="0" cy="41909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17 Conector recto de flecha">
            <a:extLst>
              <a:ext uri="{FF2B5EF4-FFF2-40B4-BE49-F238E27FC236}">
                <a16:creationId xmlns="" xmlns:a16="http://schemas.microsoft.com/office/drawing/2014/main" id="{E7920C57-7517-4FB0-8ADE-FD647E8E63BF}"/>
              </a:ext>
            </a:extLst>
          </p:cNvPr>
          <p:cNvCxnSpPr/>
          <p:nvPr/>
        </p:nvCxnSpPr>
        <p:spPr>
          <a:xfrm rot="10800000" flipV="1">
            <a:off x="5035356" y="5361406"/>
            <a:ext cx="0" cy="41909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8 CuadroTexto">
            <a:extLst>
              <a:ext uri="{FF2B5EF4-FFF2-40B4-BE49-F238E27FC236}">
                <a16:creationId xmlns="" xmlns:a16="http://schemas.microsoft.com/office/drawing/2014/main" id="{97D5678F-812E-4F71-90DE-5AAACC59145E}"/>
              </a:ext>
            </a:extLst>
          </p:cNvPr>
          <p:cNvSpPr txBox="1"/>
          <p:nvPr/>
        </p:nvSpPr>
        <p:spPr>
          <a:xfrm>
            <a:off x="9203881" y="1415477"/>
            <a:ext cx="2324100" cy="58477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chemeClr val="accent1">
                    <a:lumMod val="75000"/>
                  </a:schemeClr>
                </a:solidFill>
              </a:rPr>
              <a:t>Hospital Universitario </a:t>
            </a:r>
          </a:p>
          <a:p>
            <a:r>
              <a:rPr lang="es-ES" sz="1600" b="1" dirty="0">
                <a:solidFill>
                  <a:schemeClr val="accent1">
                    <a:lumMod val="75000"/>
                  </a:schemeClr>
                </a:solidFill>
              </a:rPr>
              <a:t>Príncipe de Asturias </a:t>
            </a:r>
          </a:p>
        </p:txBody>
      </p:sp>
      <p:sp>
        <p:nvSpPr>
          <p:cNvPr id="16" name="19 CuadroTexto">
            <a:extLst>
              <a:ext uri="{FF2B5EF4-FFF2-40B4-BE49-F238E27FC236}">
                <a16:creationId xmlns="" xmlns:a16="http://schemas.microsoft.com/office/drawing/2014/main" id="{29CA4401-C356-4FAD-819B-FF25BE9171E5}"/>
              </a:ext>
            </a:extLst>
          </p:cNvPr>
          <p:cNvSpPr txBox="1"/>
          <p:nvPr/>
        </p:nvSpPr>
        <p:spPr>
          <a:xfrm>
            <a:off x="3994931" y="5797976"/>
            <a:ext cx="2324100" cy="58477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chemeClr val="accent1">
                    <a:lumMod val="75000"/>
                  </a:schemeClr>
                </a:solidFill>
              </a:rPr>
              <a:t>Hospital Universitario </a:t>
            </a:r>
          </a:p>
          <a:p>
            <a:r>
              <a:rPr lang="es-ES" sz="1600" b="1" dirty="0">
                <a:solidFill>
                  <a:schemeClr val="accent1">
                    <a:lumMod val="75000"/>
                  </a:schemeClr>
                </a:solidFill>
              </a:rPr>
              <a:t>De Getafe </a:t>
            </a:r>
          </a:p>
        </p:txBody>
      </p:sp>
      <p:sp>
        <p:nvSpPr>
          <p:cNvPr id="17" name="20 CuadroTexto">
            <a:extLst>
              <a:ext uri="{FF2B5EF4-FFF2-40B4-BE49-F238E27FC236}">
                <a16:creationId xmlns="" xmlns:a16="http://schemas.microsoft.com/office/drawing/2014/main" id="{C4D04E6F-146E-4AE7-9C8B-E11B07F10123}"/>
              </a:ext>
            </a:extLst>
          </p:cNvPr>
          <p:cNvSpPr txBox="1"/>
          <p:nvPr/>
        </p:nvSpPr>
        <p:spPr>
          <a:xfrm>
            <a:off x="1275469" y="4681727"/>
            <a:ext cx="2324100" cy="58477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chemeClr val="accent1">
                    <a:lumMod val="75000"/>
                  </a:schemeClr>
                </a:solidFill>
              </a:rPr>
              <a:t>Hospital Universitario </a:t>
            </a:r>
          </a:p>
          <a:p>
            <a:r>
              <a:rPr lang="es-ES" sz="1600" b="1" dirty="0">
                <a:solidFill>
                  <a:schemeClr val="accent1">
                    <a:lumMod val="75000"/>
                  </a:schemeClr>
                </a:solidFill>
              </a:rPr>
              <a:t>Rey Juan Carlos I </a:t>
            </a:r>
          </a:p>
        </p:txBody>
      </p:sp>
      <p:sp>
        <p:nvSpPr>
          <p:cNvPr id="18" name="23 CuadroTexto">
            <a:extLst>
              <a:ext uri="{FF2B5EF4-FFF2-40B4-BE49-F238E27FC236}">
                <a16:creationId xmlns="" xmlns:a16="http://schemas.microsoft.com/office/drawing/2014/main" id="{65D983F8-A3CA-43F1-8622-ECDEFBFBFCB4}"/>
              </a:ext>
            </a:extLst>
          </p:cNvPr>
          <p:cNvSpPr txBox="1"/>
          <p:nvPr/>
        </p:nvSpPr>
        <p:spPr>
          <a:xfrm>
            <a:off x="4414031" y="1384613"/>
            <a:ext cx="2324100" cy="58477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chemeClr val="accent1">
                    <a:lumMod val="75000"/>
                  </a:schemeClr>
                </a:solidFill>
              </a:rPr>
              <a:t>Hospital Universitario </a:t>
            </a:r>
          </a:p>
          <a:p>
            <a:r>
              <a:rPr lang="es-ES" sz="1600" b="1" dirty="0">
                <a:solidFill>
                  <a:schemeClr val="accent1">
                    <a:lumMod val="75000"/>
                  </a:schemeClr>
                </a:solidFill>
              </a:rPr>
              <a:t>Ramón y Cajal</a:t>
            </a:r>
          </a:p>
        </p:txBody>
      </p:sp>
      <p:sp>
        <p:nvSpPr>
          <p:cNvPr id="19" name="22 CuadroTexto">
            <a:extLst>
              <a:ext uri="{FF2B5EF4-FFF2-40B4-BE49-F238E27FC236}">
                <a16:creationId xmlns="" xmlns:a16="http://schemas.microsoft.com/office/drawing/2014/main" id="{8D896A4D-1575-4E49-8018-E9B7456383C3}"/>
              </a:ext>
            </a:extLst>
          </p:cNvPr>
          <p:cNvSpPr txBox="1"/>
          <p:nvPr/>
        </p:nvSpPr>
        <p:spPr>
          <a:xfrm>
            <a:off x="3994931" y="3717066"/>
            <a:ext cx="2743200" cy="58477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chemeClr val="accent1">
                    <a:lumMod val="75000"/>
                  </a:schemeClr>
                </a:solidFill>
              </a:rPr>
              <a:t>Hospital Universitario </a:t>
            </a:r>
          </a:p>
          <a:p>
            <a:r>
              <a:rPr lang="es-ES" sz="1600" b="1" dirty="0">
                <a:solidFill>
                  <a:schemeClr val="accent1">
                    <a:lumMod val="75000"/>
                  </a:schemeClr>
                </a:solidFill>
              </a:rPr>
              <a:t>12 de Octubre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F57B9E17-2681-4BAF-921C-2954413B1506}"/>
              </a:ext>
            </a:extLst>
          </p:cNvPr>
          <p:cNvSpPr txBox="1"/>
          <p:nvPr/>
        </p:nvSpPr>
        <p:spPr>
          <a:xfrm>
            <a:off x="6738131" y="6108867"/>
            <a:ext cx="38581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/>
              <a:t>https://www.google.com/maps/place/Carabanchel,+Madrid/@40.437089,-3.7804954,12z/data=!4m5!3m4!1s0xd42278805dd1c6d:0x7c0f9872e0e3d4b5!8m2!3d40.3778181!4d-3.7512317</a:t>
            </a:r>
          </a:p>
        </p:txBody>
      </p:sp>
    </p:spTree>
    <p:extLst>
      <p:ext uri="{BB962C8B-B14F-4D97-AF65-F5344CB8AC3E}">
        <p14:creationId xmlns:p14="http://schemas.microsoft.com/office/powerpoint/2010/main" val="1201739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="" xmlns:a16="http://schemas.microsoft.com/office/drawing/2014/main" id="{FA35858E-C655-495F-A059-1FC80999579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="" xmlns:a16="http://schemas.microsoft.com/office/drawing/2014/main" id="{EEFE00F9-25AA-4C04-9C70-B14F6B44863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="" xmlns:a16="http://schemas.microsoft.com/office/drawing/2014/main" id="{14585FB4-7006-4452-B3E3-F93CDC12B4A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="" xmlns:a16="http://schemas.microsoft.com/office/drawing/2014/main" id="{CE4B125E-AFB5-4365-AB59-78D81A734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9058" y="764373"/>
            <a:ext cx="5091954" cy="12930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err="1"/>
              <a:t>Características</a:t>
            </a:r>
            <a:r>
              <a:rPr lang="en-US" dirty="0"/>
              <a:t> - </a:t>
            </a:r>
            <a:r>
              <a:rPr lang="en-US" dirty="0" err="1"/>
              <a:t>Patologías</a:t>
            </a:r>
            <a:endParaRPr lang="en-U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="" xmlns:a16="http://schemas.microsoft.com/office/drawing/2014/main" id="{C8FB015C-95FD-4710-9F93-3012CE4B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38100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6010774-2920-F049-BD0B-9A28F2A984C5}" type="slidenum">
              <a:rPr lang="en-US" smtClean="0"/>
              <a:pPr>
                <a:spcAft>
                  <a:spcPts val="600"/>
                </a:spcAft>
              </a:pPr>
              <a:t>9</a:t>
            </a:fld>
            <a:r>
              <a:rPr lang="en-US" dirty="0"/>
              <a:t>/20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="" xmlns:a16="http://schemas.microsoft.com/office/drawing/2014/main" id="{ADAEC259-2108-468D-8C3F-28134EAB5E86}"/>
              </a:ext>
            </a:extLst>
          </p:cNvPr>
          <p:cNvSpPr txBox="1"/>
          <p:nvPr/>
        </p:nvSpPr>
        <p:spPr>
          <a:xfrm>
            <a:off x="685800" y="2194560"/>
            <a:ext cx="6770802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 err="1"/>
              <a:t>Patologías</a:t>
            </a:r>
            <a:r>
              <a:rPr lang="en-US" b="1" dirty="0"/>
              <a:t> </a:t>
            </a:r>
            <a:r>
              <a:rPr lang="en-US" b="1" dirty="0" err="1"/>
              <a:t>crónicas</a:t>
            </a:r>
            <a:r>
              <a:rPr lang="en-US" b="1" dirty="0"/>
              <a:t> a </a:t>
            </a:r>
            <a:r>
              <a:rPr lang="en-US" b="1" dirty="0" err="1"/>
              <a:t>tratar</a:t>
            </a:r>
            <a:r>
              <a:rPr lang="en-US" b="1" dirty="0"/>
              <a:t>:</a:t>
            </a:r>
          </a:p>
          <a:p>
            <a:pPr marL="80010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EPOC (</a:t>
            </a:r>
            <a:r>
              <a:rPr lang="en-US" dirty="0" err="1"/>
              <a:t>Enfermedad</a:t>
            </a:r>
            <a:r>
              <a:rPr lang="en-US" dirty="0"/>
              <a:t> </a:t>
            </a:r>
            <a:r>
              <a:rPr lang="en-US" dirty="0" err="1"/>
              <a:t>Pulmonar</a:t>
            </a:r>
            <a:r>
              <a:rPr lang="en-US" dirty="0"/>
              <a:t> </a:t>
            </a:r>
            <a:r>
              <a:rPr lang="en-US" dirty="0" err="1"/>
              <a:t>Obstructiva</a:t>
            </a:r>
            <a:r>
              <a:rPr lang="en-US" dirty="0"/>
              <a:t> </a:t>
            </a:r>
            <a:r>
              <a:rPr lang="en-US" dirty="0" err="1"/>
              <a:t>Crónica</a:t>
            </a:r>
            <a:r>
              <a:rPr lang="en-US" dirty="0"/>
              <a:t>)</a:t>
            </a:r>
          </a:p>
          <a:p>
            <a:pPr marL="80010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Diabetes Mellitus Tipo 2</a:t>
            </a:r>
          </a:p>
          <a:p>
            <a:pPr marL="80010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Insuficiencia</a:t>
            </a:r>
            <a:r>
              <a:rPr lang="en-US" dirty="0"/>
              <a:t> </a:t>
            </a:r>
            <a:r>
              <a:rPr lang="en-US" dirty="0" err="1"/>
              <a:t>cardiaca</a:t>
            </a:r>
            <a:endParaRPr lang="en-US" dirty="0"/>
          </a:p>
          <a:p>
            <a:pPr marL="80010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Hipertensión</a:t>
            </a:r>
            <a:r>
              <a:rPr lang="en-US" dirty="0"/>
              <a:t> Arterial</a:t>
            </a:r>
          </a:p>
          <a:p>
            <a:pPr marL="80010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Otras</a:t>
            </a:r>
            <a:r>
              <a:rPr lang="en-US" dirty="0"/>
              <a:t>…</a:t>
            </a:r>
          </a:p>
          <a:p>
            <a:pPr marL="80010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80010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80010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0" name="Rounded Rectangle 14">
            <a:extLst>
              <a:ext uri="{FF2B5EF4-FFF2-40B4-BE49-F238E27FC236}">
                <a16:creationId xmlns="" xmlns:a16="http://schemas.microsoft.com/office/drawing/2014/main" id="{48225205-1CFE-4766-8676-F48ADE6D537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8098475" y="1075591"/>
            <a:ext cx="3303482" cy="5148371"/>
          </a:xfrm>
          <a:prstGeom prst="roundRect">
            <a:avLst>
              <a:gd name="adj" fmla="val 3468"/>
            </a:avLst>
          </a:prstGeom>
          <a:solidFill>
            <a:srgbClr val="FFFFFF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n 6">
            <a:extLst>
              <a:ext uri="{FF2B5EF4-FFF2-40B4-BE49-F238E27FC236}">
                <a16:creationId xmlns="" xmlns:a16="http://schemas.microsoft.com/office/drawing/2014/main" id="{5064E33B-1BBF-4006-A3AB-7FE774AF18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2114" y="1934246"/>
            <a:ext cx="2636238" cy="1129816"/>
          </a:xfrm>
          <a:prstGeom prst="rect">
            <a:avLst/>
          </a:prstGeom>
        </p:spPr>
      </p:pic>
      <p:pic>
        <p:nvPicPr>
          <p:cNvPr id="3" name="Picture 2" descr="A close up of a book&#10;&#10;Description automatically generated">
            <a:extLst>
              <a:ext uri="{FF2B5EF4-FFF2-40B4-BE49-F238E27FC236}">
                <a16:creationId xmlns="" xmlns:a16="http://schemas.microsoft.com/office/drawing/2014/main" id="{2AC3CC0F-5172-49D0-A562-B655AA770A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2082" y="3793939"/>
            <a:ext cx="2656270" cy="18735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911167BB-B0B7-4B38-9F7C-C1E48764226B}"/>
              </a:ext>
            </a:extLst>
          </p:cNvPr>
          <p:cNvSpPr txBox="1"/>
          <p:nvPr/>
        </p:nvSpPr>
        <p:spPr>
          <a:xfrm>
            <a:off x="8346141" y="6223962"/>
            <a:ext cx="28866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/>
              <a:t>https://pixabay.com/en/medical-appointment-doctor-563427/</a:t>
            </a:r>
          </a:p>
        </p:txBody>
      </p:sp>
    </p:spTree>
    <p:extLst>
      <p:ext uri="{BB962C8B-B14F-4D97-AF65-F5344CB8AC3E}">
        <p14:creationId xmlns:p14="http://schemas.microsoft.com/office/powerpoint/2010/main" val="150104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="" xmlns:a16="http://schemas.microsoft.com/office/drawing/2014/main" id="{5064E33B-1BBF-4006-A3AB-7FE774AF1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="" xmlns:a16="http://schemas.microsoft.com/office/drawing/2014/main" id="{C8FB015C-95FD-4710-9F93-3012CE4B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08867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10</a:t>
            </a:fld>
            <a:r>
              <a:rPr lang="es-ES" sz="2000" dirty="0"/>
              <a:t>/20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="" xmlns:a16="http://schemas.microsoft.com/office/drawing/2014/main" id="{CE4B125E-AFB5-4365-AB59-78D81A734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060" y="224528"/>
            <a:ext cx="7762357" cy="1205743"/>
          </a:xfrm>
        </p:spPr>
        <p:txBody>
          <a:bodyPr/>
          <a:lstStyle/>
          <a:p>
            <a:r>
              <a:rPr lang="es-ES_tradnl" dirty="0"/>
              <a:t>Características - Dispositivos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="" xmlns:a16="http://schemas.microsoft.com/office/drawing/2014/main" id="{ADAEC259-2108-468D-8C3F-28134EAB5E86}"/>
              </a:ext>
            </a:extLst>
          </p:cNvPr>
          <p:cNvSpPr txBox="1"/>
          <p:nvPr/>
        </p:nvSpPr>
        <p:spPr>
          <a:xfrm>
            <a:off x="552089" y="1424360"/>
            <a:ext cx="1075833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endParaRPr lang="es-ES" sz="2400" dirty="0"/>
          </a:p>
        </p:txBody>
      </p:sp>
      <p:pic>
        <p:nvPicPr>
          <p:cNvPr id="6" name="Imagen 5">
            <a:extLst>
              <a:ext uri="{FF2B5EF4-FFF2-40B4-BE49-F238E27FC236}">
                <a16:creationId xmlns="" xmlns:a16="http://schemas.microsoft.com/office/drawing/2014/main" id="{275EA8F7-80AB-40D5-A26C-358AA24AD5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4512" y="3749180"/>
            <a:ext cx="2055612" cy="1938483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="" xmlns:a16="http://schemas.microsoft.com/office/drawing/2014/main" id="{A088D5C9-9AB1-4377-A22E-673E898FBC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4522" y="1453895"/>
            <a:ext cx="2360442" cy="193232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="" xmlns:a16="http://schemas.microsoft.com/office/drawing/2014/main" id="{FD9DED93-102C-4A21-84FE-28563206D2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6835" y="1463543"/>
            <a:ext cx="1638610" cy="1932323"/>
          </a:xfrm>
          <a:prstGeom prst="rect">
            <a:avLst/>
          </a:prstGeom>
        </p:spPr>
      </p:pic>
      <p:pic>
        <p:nvPicPr>
          <p:cNvPr id="12" name="Picture 2" descr="Resultado de imagen de Omron 708-BT">
            <a:extLst>
              <a:ext uri="{FF2B5EF4-FFF2-40B4-BE49-F238E27FC236}">
                <a16:creationId xmlns="" xmlns:a16="http://schemas.microsoft.com/office/drawing/2014/main" id="{F37E709E-C462-4D01-A442-F2CAF25DF7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7505" y="3493203"/>
            <a:ext cx="2450436" cy="2450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n 12">
            <a:extLst>
              <a:ext uri="{FF2B5EF4-FFF2-40B4-BE49-F238E27FC236}">
                <a16:creationId xmlns="" xmlns:a16="http://schemas.microsoft.com/office/drawing/2014/main" id="{2F5AA041-60F7-4769-87DF-DA0CF1F36D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7972" y="2595680"/>
            <a:ext cx="3514675" cy="2227266"/>
          </a:xfrm>
          <a:prstGeom prst="rect">
            <a:avLst/>
          </a:prstGeom>
        </p:spPr>
      </p:pic>
      <p:pic>
        <p:nvPicPr>
          <p:cNvPr id="14" name="Picture 4" descr="Icono De Bluetooth, Logotipo De Bluetooth, Bluetooth">
            <a:extLst>
              <a:ext uri="{FF2B5EF4-FFF2-40B4-BE49-F238E27FC236}">
                <a16:creationId xmlns="" xmlns:a16="http://schemas.microsoft.com/office/drawing/2014/main" id="{6678D8DE-35C8-4DC4-9CF6-B00208587F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5575" y="1190997"/>
            <a:ext cx="920848" cy="1404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3">
            <a:extLst>
              <a:ext uri="{FF2B5EF4-FFF2-40B4-BE49-F238E27FC236}">
                <a16:creationId xmlns="" xmlns:a16="http://schemas.microsoft.com/office/drawing/2014/main" id="{190ED0CC-E462-466B-B5D5-89131F2565CB}"/>
              </a:ext>
            </a:extLst>
          </p:cNvPr>
          <p:cNvSpPr txBox="1"/>
          <p:nvPr/>
        </p:nvSpPr>
        <p:spPr>
          <a:xfrm>
            <a:off x="977882" y="3372393"/>
            <a:ext cx="2673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s-ES" b="1" dirty="0" err="1"/>
              <a:t>FreeStyle</a:t>
            </a:r>
            <a:r>
              <a:rPr lang="es-ES" b="1" dirty="0"/>
              <a:t> </a:t>
            </a:r>
            <a:r>
              <a:rPr lang="es-ES" b="1" dirty="0" err="1"/>
              <a:t>Optium</a:t>
            </a:r>
            <a:r>
              <a:rPr lang="es-ES" b="1" dirty="0"/>
              <a:t> Neo</a:t>
            </a:r>
          </a:p>
        </p:txBody>
      </p:sp>
      <p:sp>
        <p:nvSpPr>
          <p:cNvPr id="16" name="TextBox 13">
            <a:extLst>
              <a:ext uri="{FF2B5EF4-FFF2-40B4-BE49-F238E27FC236}">
                <a16:creationId xmlns="" xmlns:a16="http://schemas.microsoft.com/office/drawing/2014/main" id="{5E1D2C82-83D5-45CD-B536-3C867BB7E8E0}"/>
              </a:ext>
            </a:extLst>
          </p:cNvPr>
          <p:cNvSpPr txBox="1"/>
          <p:nvPr/>
        </p:nvSpPr>
        <p:spPr>
          <a:xfrm>
            <a:off x="4755063" y="4689468"/>
            <a:ext cx="3602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Galaxy </a:t>
            </a:r>
            <a:r>
              <a:rPr lang="es-ES" b="1" dirty="0" err="1"/>
              <a:t>Tab</a:t>
            </a:r>
            <a:r>
              <a:rPr lang="es-ES" b="1" dirty="0"/>
              <a:t> A (2016) 10.1 4G</a:t>
            </a:r>
          </a:p>
        </p:txBody>
      </p:sp>
      <p:sp>
        <p:nvSpPr>
          <p:cNvPr id="17" name="TextBox 13">
            <a:extLst>
              <a:ext uri="{FF2B5EF4-FFF2-40B4-BE49-F238E27FC236}">
                <a16:creationId xmlns="" xmlns:a16="http://schemas.microsoft.com/office/drawing/2014/main" id="{74FFEB07-7CFC-4665-840E-5709CB586EBD}"/>
              </a:ext>
            </a:extLst>
          </p:cNvPr>
          <p:cNvSpPr txBox="1"/>
          <p:nvPr/>
        </p:nvSpPr>
        <p:spPr>
          <a:xfrm>
            <a:off x="1400456" y="5522200"/>
            <a:ext cx="3602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OMRON BF 511</a:t>
            </a:r>
          </a:p>
        </p:txBody>
      </p:sp>
      <p:sp>
        <p:nvSpPr>
          <p:cNvPr id="18" name="TextBox 13">
            <a:extLst>
              <a:ext uri="{FF2B5EF4-FFF2-40B4-BE49-F238E27FC236}">
                <a16:creationId xmlns="" xmlns:a16="http://schemas.microsoft.com/office/drawing/2014/main" id="{E28349DA-7035-4F30-BBC3-60C885FD8B1E}"/>
              </a:ext>
            </a:extLst>
          </p:cNvPr>
          <p:cNvSpPr txBox="1"/>
          <p:nvPr/>
        </p:nvSpPr>
        <p:spPr>
          <a:xfrm>
            <a:off x="8883578" y="3187727"/>
            <a:ext cx="3602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cap="all" dirty="0"/>
              <a:t>ONYX 9560</a:t>
            </a:r>
            <a:endParaRPr lang="es-ES" b="1" dirty="0"/>
          </a:p>
        </p:txBody>
      </p:sp>
      <p:sp>
        <p:nvSpPr>
          <p:cNvPr id="19" name="TextBox 13">
            <a:extLst>
              <a:ext uri="{FF2B5EF4-FFF2-40B4-BE49-F238E27FC236}">
                <a16:creationId xmlns="" xmlns:a16="http://schemas.microsoft.com/office/drawing/2014/main" id="{7D6B8AD4-B738-4A99-BE9C-58A20169D515}"/>
              </a:ext>
            </a:extLst>
          </p:cNvPr>
          <p:cNvSpPr txBox="1"/>
          <p:nvPr/>
        </p:nvSpPr>
        <p:spPr>
          <a:xfrm>
            <a:off x="8812358" y="5734167"/>
            <a:ext cx="3602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OMRON HEM-780</a:t>
            </a:r>
          </a:p>
        </p:txBody>
      </p:sp>
      <p:pic>
        <p:nvPicPr>
          <p:cNvPr id="1026" name="Picture 2" descr="Resultado de imagen de 3g 4g">
            <a:extLst>
              <a:ext uri="{FF2B5EF4-FFF2-40B4-BE49-F238E27FC236}">
                <a16:creationId xmlns="" xmlns:a16="http://schemas.microsoft.com/office/drawing/2014/main" id="{E8296D46-0998-42FD-BB5C-8C0967E1B1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7973" y="4951754"/>
            <a:ext cx="1464188" cy="1906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esultado de imagen de telefonica">
            <a:extLst>
              <a:ext uri="{FF2B5EF4-FFF2-40B4-BE49-F238E27FC236}">
                <a16:creationId xmlns="" xmlns:a16="http://schemas.microsoft.com/office/drawing/2014/main" id="{9052F87F-E1EA-4F92-AB58-9C86266B5E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8890" y="5512689"/>
            <a:ext cx="2671373" cy="730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1661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="" xmlns:a16="http://schemas.microsoft.com/office/drawing/2014/main" id="{5064E33B-1BBF-4006-A3AB-7FE774AF1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="" xmlns:a16="http://schemas.microsoft.com/office/drawing/2014/main" id="{C8FB015C-95FD-4710-9F93-3012CE4B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08867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11</a:t>
            </a:fld>
            <a:r>
              <a:rPr lang="es-ES" sz="2000" dirty="0"/>
              <a:t>/20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="" xmlns:a16="http://schemas.microsoft.com/office/drawing/2014/main" id="{CE4B125E-AFB5-4365-AB59-78D81A734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4882" y="137244"/>
            <a:ext cx="7146536" cy="1293028"/>
          </a:xfrm>
        </p:spPr>
        <p:txBody>
          <a:bodyPr/>
          <a:lstStyle/>
          <a:p>
            <a:r>
              <a:rPr lang="es-ES_tradnl" dirty="0"/>
              <a:t>Características - Objetivos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="" xmlns:a16="http://schemas.microsoft.com/office/drawing/2014/main" id="{ADAEC259-2108-468D-8C3F-28134EAB5E86}"/>
              </a:ext>
            </a:extLst>
          </p:cNvPr>
          <p:cNvSpPr txBox="1"/>
          <p:nvPr/>
        </p:nvSpPr>
        <p:spPr>
          <a:xfrm>
            <a:off x="663333" y="2274838"/>
            <a:ext cx="1185398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b="1" dirty="0"/>
              <a:t>Reducción en un 25% las urgencias </a:t>
            </a:r>
            <a:r>
              <a:rPr lang="es-ES" sz="2400" dirty="0"/>
              <a:t>por descompensación.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b="1" dirty="0"/>
              <a:t>Reducción en un 25% la probabilidad de ingreso no programado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b="1" dirty="0"/>
              <a:t>Reducción en un 20% la probabilidad de ingreso por descompensación</a:t>
            </a:r>
            <a:r>
              <a:rPr lang="es-ES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b="1" dirty="0"/>
              <a:t>Reducción en un </a:t>
            </a:r>
            <a:r>
              <a:rPr lang="es-ES" sz="2400" b="1" dirty="0" smtClean="0"/>
              <a:t>15% </a:t>
            </a:r>
            <a:r>
              <a:rPr lang="es-ES" sz="2400" b="1" dirty="0"/>
              <a:t>la tasa de mortalidad </a:t>
            </a:r>
            <a:r>
              <a:rPr lang="es-ES" sz="2400" dirty="0"/>
              <a:t>del grupo focal.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b="1" dirty="0"/>
              <a:t>Reducción de un 25% en las consultas </a:t>
            </a:r>
            <a:r>
              <a:rPr lang="es-ES" sz="2400" dirty="0"/>
              <a:t>de atención primaria.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b="1" dirty="0"/>
              <a:t>Reducción de los costes en un 25%.</a:t>
            </a:r>
          </a:p>
        </p:txBody>
      </p:sp>
    </p:spTree>
    <p:extLst>
      <p:ext uri="{BB962C8B-B14F-4D97-AF65-F5344CB8AC3E}">
        <p14:creationId xmlns:p14="http://schemas.microsoft.com/office/powerpoint/2010/main" val="2439238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Arturo\Desktop\Master 2º\Gestion de proyectos\Diagrama temporal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017" y="2512118"/>
            <a:ext cx="11244942" cy="4345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="" xmlns:a16="http://schemas.microsoft.com/office/drawing/2014/main" id="{151D297C-B132-4192-B4C3-139BB440E058}"/>
              </a:ext>
            </a:extLst>
          </p:cNvPr>
          <p:cNvSpPr txBox="1"/>
          <p:nvPr/>
        </p:nvSpPr>
        <p:spPr>
          <a:xfrm>
            <a:off x="338017" y="1565038"/>
            <a:ext cx="11266153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 smtClean="0"/>
              <a:t>Duración: 1 año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 smtClean="0"/>
              <a:t>Desarrollo secuencial</a:t>
            </a: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 smtClean="0"/>
              <a:t>Cronograma</a:t>
            </a:r>
            <a:endParaRPr lang="es-E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endParaRPr lang="es-ES" sz="2400" dirty="0"/>
          </a:p>
        </p:txBody>
      </p:sp>
      <p:pic>
        <p:nvPicPr>
          <p:cNvPr id="7" name="Imagen 6">
            <a:extLst>
              <a:ext uri="{FF2B5EF4-FFF2-40B4-BE49-F238E27FC236}">
                <a16:creationId xmlns="" xmlns:a16="http://schemas.microsoft.com/office/drawing/2014/main" id="{5064E33B-1BBF-4006-A3AB-7FE774AF18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="" xmlns:a16="http://schemas.microsoft.com/office/drawing/2014/main" id="{C8FB015C-95FD-4710-9F93-3012CE4B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08867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12</a:t>
            </a:fld>
            <a:r>
              <a:rPr lang="es-ES" sz="2000" dirty="0"/>
              <a:t>/20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="" xmlns:a16="http://schemas.microsoft.com/office/drawing/2014/main" id="{5A46FAC7-B420-4369-99F1-0554E2203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818" y="137244"/>
            <a:ext cx="8610600" cy="1293028"/>
          </a:xfrm>
        </p:spPr>
        <p:txBody>
          <a:bodyPr/>
          <a:lstStyle/>
          <a:p>
            <a:r>
              <a:rPr lang="es-ES_tradnl" dirty="0"/>
              <a:t>Tiempo y fases</a:t>
            </a:r>
          </a:p>
        </p:txBody>
      </p:sp>
    </p:spTree>
    <p:extLst>
      <p:ext uri="{BB962C8B-B14F-4D97-AF65-F5344CB8AC3E}">
        <p14:creationId xmlns:p14="http://schemas.microsoft.com/office/powerpoint/2010/main" val="4230440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="" xmlns:a16="http://schemas.microsoft.com/office/drawing/2014/main" id="{5064E33B-1BBF-4006-A3AB-7FE774AF18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="" xmlns:a16="http://schemas.microsoft.com/office/drawing/2014/main" id="{C8FB015C-95FD-4710-9F93-3012CE4B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08867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13</a:t>
            </a:fld>
            <a:r>
              <a:rPr lang="es-ES" sz="2000" dirty="0"/>
              <a:t>/20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="" xmlns:a16="http://schemas.microsoft.com/office/drawing/2014/main" id="{6B4BEE6E-E5EF-4F44-B226-C7A668E20D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2655" y="1015650"/>
            <a:ext cx="3690586" cy="3649465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="" xmlns:a16="http://schemas.microsoft.com/office/drawing/2014/main" id="{67271E57-A755-4D15-8F0C-6BEE847D5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818" y="137244"/>
            <a:ext cx="8610600" cy="1293028"/>
          </a:xfrm>
        </p:spPr>
        <p:txBody>
          <a:bodyPr/>
          <a:lstStyle/>
          <a:p>
            <a:r>
              <a:rPr lang="es-ES_tradnl" dirty="0"/>
              <a:t>Tiempo y fases (WBS)</a:t>
            </a:r>
          </a:p>
        </p:txBody>
      </p:sp>
      <p:pic>
        <p:nvPicPr>
          <p:cNvPr id="8" name="Imagen 10">
            <a:extLst>
              <a:ext uri="{FF2B5EF4-FFF2-40B4-BE49-F238E27FC236}">
                <a16:creationId xmlns="" xmlns:a16="http://schemas.microsoft.com/office/drawing/2014/main" id="{3FD14774-0F21-41E9-821D-D124BF6C26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79" y="1692649"/>
            <a:ext cx="7001768" cy="3452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408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="" xmlns:a16="http://schemas.microsoft.com/office/drawing/2014/main" id="{D0A1FEC7-D45B-494E-8A71-2D9082CF8F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7232" y="1301461"/>
            <a:ext cx="3571875" cy="534352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="" xmlns:a16="http://schemas.microsoft.com/office/drawing/2014/main" id="{5064E33B-1BBF-4006-A3AB-7FE774AF18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="" xmlns:a16="http://schemas.microsoft.com/office/drawing/2014/main" id="{C8FB015C-95FD-4710-9F93-3012CE4B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08867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14</a:t>
            </a:fld>
            <a:r>
              <a:rPr lang="es-ES" sz="2000" dirty="0"/>
              <a:t>/20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="" xmlns:a16="http://schemas.microsoft.com/office/drawing/2014/main" id="{345D5F3B-A621-4163-8264-4F58656EC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818" y="137244"/>
            <a:ext cx="8610600" cy="1293028"/>
          </a:xfrm>
        </p:spPr>
        <p:txBody>
          <a:bodyPr/>
          <a:lstStyle/>
          <a:p>
            <a:r>
              <a:rPr lang="es-ES_tradnl" dirty="0"/>
              <a:t>Tiempo y fases (WBS)</a:t>
            </a:r>
          </a:p>
        </p:txBody>
      </p:sp>
      <p:pic>
        <p:nvPicPr>
          <p:cNvPr id="8" name="Imagen 10">
            <a:extLst>
              <a:ext uri="{FF2B5EF4-FFF2-40B4-BE49-F238E27FC236}">
                <a16:creationId xmlns="" xmlns:a16="http://schemas.microsoft.com/office/drawing/2014/main" id="{3FD14774-0F21-41E9-821D-D124BF6C26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79" y="1692649"/>
            <a:ext cx="7001768" cy="3452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83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="" xmlns:a16="http://schemas.microsoft.com/office/drawing/2014/main" id="{3FD14774-0F21-41E9-821D-D124BF6C26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79" y="1692649"/>
            <a:ext cx="7001768" cy="345248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="" xmlns:a16="http://schemas.microsoft.com/office/drawing/2014/main" id="{5064E33B-1BBF-4006-A3AB-7FE774AF18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="" xmlns:a16="http://schemas.microsoft.com/office/drawing/2014/main" id="{C8FB015C-95FD-4710-9F93-3012CE4B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08867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15</a:t>
            </a:fld>
            <a:r>
              <a:rPr lang="es-ES" sz="2000" dirty="0"/>
              <a:t>/20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="" xmlns:a16="http://schemas.microsoft.com/office/drawing/2014/main" id="{345D5F3B-A621-4163-8264-4F58656EC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818" y="137244"/>
            <a:ext cx="8610600" cy="1293028"/>
          </a:xfrm>
        </p:spPr>
        <p:txBody>
          <a:bodyPr/>
          <a:lstStyle/>
          <a:p>
            <a:r>
              <a:rPr lang="es-ES_tradnl" dirty="0"/>
              <a:t>Tiempo y fases (WBS)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="" xmlns:a16="http://schemas.microsoft.com/office/drawing/2014/main" id="{54AAFEA4-B242-4194-A802-451A943666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7838" y="1264378"/>
            <a:ext cx="5334000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315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="" xmlns:a16="http://schemas.microsoft.com/office/drawing/2014/main" id="{5064E33B-1BBF-4006-A3AB-7FE774AF1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="" xmlns:a16="http://schemas.microsoft.com/office/drawing/2014/main" id="{C8FB015C-95FD-4710-9F93-3012CE4B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08867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16</a:t>
            </a:fld>
            <a:r>
              <a:rPr lang="es-ES" sz="2000" dirty="0"/>
              <a:t>/20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="" xmlns:a16="http://schemas.microsoft.com/office/drawing/2014/main" id="{988CBAEE-F6AA-4803-B1B3-9B749514A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818" y="137244"/>
            <a:ext cx="8610600" cy="1293028"/>
          </a:xfrm>
        </p:spPr>
        <p:txBody>
          <a:bodyPr/>
          <a:lstStyle/>
          <a:p>
            <a:r>
              <a:rPr lang="es-ES_tradnl" dirty="0"/>
              <a:t>calidad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="" xmlns:a16="http://schemas.microsoft.com/office/drawing/2014/main" id="{DCC2A0E0-ED86-4512-945A-5C7F9572552B}"/>
              </a:ext>
            </a:extLst>
          </p:cNvPr>
          <p:cNvSpPr txBox="1"/>
          <p:nvPr/>
        </p:nvSpPr>
        <p:spPr>
          <a:xfrm>
            <a:off x="901217" y="1675819"/>
            <a:ext cx="963548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sz="2400" dirty="0"/>
              <a:t>Auditorías internas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sz="2400" dirty="0"/>
              <a:t>Auditorías externas: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ES_tradnl" sz="2400" dirty="0"/>
              <a:t>Auditoría de renovación ISO 9001:2015</a:t>
            </a:r>
          </a:p>
          <a:p>
            <a:endParaRPr lang="es-E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sz="2400" dirty="0"/>
              <a:t>Dispositivos con Marcado CE e ISO </a:t>
            </a:r>
            <a:r>
              <a:rPr lang="es-ES" sz="2400" dirty="0"/>
              <a:t>13485:2016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400" dirty="0"/>
              <a:t>Metodología ITIL</a:t>
            </a:r>
          </a:p>
          <a:p>
            <a:endParaRPr lang="es-ES_tradnl" sz="2400" dirty="0"/>
          </a:p>
        </p:txBody>
      </p:sp>
      <p:pic>
        <p:nvPicPr>
          <p:cNvPr id="12" name="Imagen 11">
            <a:extLst>
              <a:ext uri="{FF2B5EF4-FFF2-40B4-BE49-F238E27FC236}">
                <a16:creationId xmlns="" xmlns:a16="http://schemas.microsoft.com/office/drawing/2014/main" id="{F02A96F4-017D-4B67-9259-031E94F805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6525" y="1582615"/>
            <a:ext cx="2704258" cy="1043147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="" xmlns:a16="http://schemas.microsoft.com/office/drawing/2014/main" id="{94FEE7F5-8B47-4831-BE59-62FC2AE6FD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7205" y="4548989"/>
            <a:ext cx="1905000" cy="1362075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="" xmlns:a16="http://schemas.microsoft.com/office/drawing/2014/main" id="{DAA89F37-148B-4BF8-A9B6-2D5A947490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0000" y="4158463"/>
            <a:ext cx="2143125" cy="2143125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="" xmlns:a16="http://schemas.microsoft.com/office/drawing/2014/main" id="{71258840-B595-4B80-BC33-59EC4AA05F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80920" y="4599022"/>
            <a:ext cx="2143125" cy="94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840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="" xmlns:a16="http://schemas.microsoft.com/office/drawing/2014/main" id="{5064E33B-1BBF-4006-A3AB-7FE774AF1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="" xmlns:a16="http://schemas.microsoft.com/office/drawing/2014/main" id="{C8FB015C-95FD-4710-9F93-3012CE4B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08867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17</a:t>
            </a:fld>
            <a:r>
              <a:rPr lang="es-ES" sz="2000" dirty="0"/>
              <a:t>/20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="" xmlns:a16="http://schemas.microsoft.com/office/drawing/2014/main" id="{C4D76957-1026-478C-AC57-D27832D55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818" y="137244"/>
            <a:ext cx="8610600" cy="1293028"/>
          </a:xfrm>
        </p:spPr>
        <p:txBody>
          <a:bodyPr/>
          <a:lstStyle/>
          <a:p>
            <a:r>
              <a:rPr lang="es-ES_tradnl" dirty="0"/>
              <a:t>presupuesto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="" xmlns:a16="http://schemas.microsoft.com/office/drawing/2014/main" id="{DF121DF3-A7F0-4A65-ADBD-8ACE646479F6}"/>
              </a:ext>
            </a:extLst>
          </p:cNvPr>
          <p:cNvSpPr txBox="1"/>
          <p:nvPr/>
        </p:nvSpPr>
        <p:spPr>
          <a:xfrm>
            <a:off x="552089" y="1424360"/>
            <a:ext cx="796054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Presupuesto final: 2.222.069,36€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Inyección pautada de capital: 7 pagos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000" dirty="0"/>
              <a:t>Inicial 20% | </a:t>
            </a:r>
            <a:r>
              <a:rPr lang="es-ES" sz="2000" dirty="0" smtClean="0"/>
              <a:t>Mes 3, 20</a:t>
            </a:r>
            <a:r>
              <a:rPr lang="es-ES" sz="2000" dirty="0"/>
              <a:t>% | </a:t>
            </a:r>
            <a:r>
              <a:rPr lang="es-ES" sz="2000" dirty="0" smtClean="0"/>
              <a:t>M</a:t>
            </a:r>
            <a:r>
              <a:rPr lang="es-ES" sz="2000" dirty="0" smtClean="0"/>
              <a:t>es 6, </a:t>
            </a:r>
            <a:r>
              <a:rPr lang="es-ES" sz="2000" dirty="0"/>
              <a:t>10% | </a:t>
            </a:r>
            <a:r>
              <a:rPr lang="es-ES" sz="2000" dirty="0" smtClean="0"/>
              <a:t>Mes 7 </a:t>
            </a:r>
            <a:r>
              <a:rPr lang="es-ES" sz="2000" dirty="0"/>
              <a:t>10% </a:t>
            </a:r>
            <a:r>
              <a:rPr lang="es-ES" sz="2000" dirty="0" smtClean="0"/>
              <a:t>|    Mes 8, </a:t>
            </a:r>
            <a:r>
              <a:rPr lang="es-ES" sz="2000" dirty="0"/>
              <a:t>20% | </a:t>
            </a:r>
            <a:r>
              <a:rPr lang="es-ES" sz="2000" dirty="0" smtClean="0"/>
              <a:t>Mes 11, </a:t>
            </a:r>
            <a:r>
              <a:rPr lang="es-ES" sz="2000" dirty="0"/>
              <a:t>10% | </a:t>
            </a:r>
            <a:r>
              <a:rPr lang="es-ES" sz="2000" dirty="0" smtClean="0"/>
              <a:t>Fin </a:t>
            </a:r>
            <a:r>
              <a:rPr lang="es-ES" sz="2000" dirty="0"/>
              <a:t>10%</a:t>
            </a:r>
          </a:p>
          <a:p>
            <a:endParaRPr lang="es-ES" sz="2400" dirty="0"/>
          </a:p>
        </p:txBody>
      </p:sp>
      <p:graphicFrame>
        <p:nvGraphicFramePr>
          <p:cNvPr id="9" name="1 Gráfico">
            <a:extLst>
              <a:ext uri="{FF2B5EF4-FFF2-40B4-BE49-F238E27FC236}">
                <a16:creationId xmlns="" xmlns:a16="http://schemas.microsoft.com/office/drawing/2014/main" id="{00000000-0008-0000-00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23109489"/>
              </p:ext>
            </p:extLst>
          </p:nvPr>
        </p:nvGraphicFramePr>
        <p:xfrm>
          <a:off x="1893830" y="2433712"/>
          <a:ext cx="9087588" cy="42589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011105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="" xmlns:a16="http://schemas.microsoft.com/office/drawing/2014/main" id="{5F32BD73-4768-2A49-98C4-124715923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9439" y="484941"/>
            <a:ext cx="2502561" cy="107255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B9B0D241-1721-BB42-8643-D80DD19A3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839" y="688798"/>
            <a:ext cx="8610600" cy="1293028"/>
          </a:xfrm>
        </p:spPr>
        <p:txBody>
          <a:bodyPr/>
          <a:lstStyle/>
          <a:p>
            <a:pPr algn="ctr"/>
            <a:r>
              <a:rPr lang="es-ES" dirty="0"/>
              <a:t>Índice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="" xmlns:a16="http://schemas.microsoft.com/office/drawing/2014/main" id="{EA72CA66-3062-4C85-AB3F-209F5F6EE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9099" y="6274826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18</a:t>
            </a:fld>
            <a:r>
              <a:rPr lang="es-ES" sz="2000" dirty="0"/>
              <a:t>/20</a:t>
            </a:r>
          </a:p>
        </p:txBody>
      </p:sp>
      <p:graphicFrame>
        <p:nvGraphicFramePr>
          <p:cNvPr id="14" name="Diagrama 13">
            <a:extLst>
              <a:ext uri="{FF2B5EF4-FFF2-40B4-BE49-F238E27FC236}">
                <a16:creationId xmlns="" xmlns:a16="http://schemas.microsoft.com/office/drawing/2014/main" id="{189F9F86-9971-334E-90DE-0CE47668FF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53817613"/>
              </p:ext>
            </p:extLst>
          </p:nvPr>
        </p:nvGraphicFramePr>
        <p:xfrm>
          <a:off x="2352582" y="2075649"/>
          <a:ext cx="7486835" cy="45643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5" name="Flecha derecha 14">
            <a:extLst>
              <a:ext uri="{FF2B5EF4-FFF2-40B4-BE49-F238E27FC236}">
                <a16:creationId xmlns="" xmlns:a16="http://schemas.microsoft.com/office/drawing/2014/main" id="{8169F9E9-B02E-9C4F-AAE0-6695B9530A97}"/>
              </a:ext>
            </a:extLst>
          </p:cNvPr>
          <p:cNvSpPr/>
          <p:nvPr/>
        </p:nvSpPr>
        <p:spPr>
          <a:xfrm>
            <a:off x="1973020" y="5244860"/>
            <a:ext cx="379562" cy="1897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Anillo 15">
            <a:extLst>
              <a:ext uri="{FF2B5EF4-FFF2-40B4-BE49-F238E27FC236}">
                <a16:creationId xmlns="" xmlns:a16="http://schemas.microsoft.com/office/drawing/2014/main" id="{E4847C0D-D5C0-034B-AC76-16A584EEFE3B}"/>
              </a:ext>
            </a:extLst>
          </p:cNvPr>
          <p:cNvSpPr/>
          <p:nvPr/>
        </p:nvSpPr>
        <p:spPr>
          <a:xfrm>
            <a:off x="2128965" y="2219519"/>
            <a:ext cx="223617" cy="223617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7" name="Anillo 16">
            <a:extLst>
              <a:ext uri="{FF2B5EF4-FFF2-40B4-BE49-F238E27FC236}">
                <a16:creationId xmlns="" xmlns:a16="http://schemas.microsoft.com/office/drawing/2014/main" id="{7CF0BC9B-4F48-8E43-829F-3C4F973176D1}"/>
              </a:ext>
            </a:extLst>
          </p:cNvPr>
          <p:cNvSpPr/>
          <p:nvPr/>
        </p:nvSpPr>
        <p:spPr>
          <a:xfrm>
            <a:off x="3827699" y="2219519"/>
            <a:ext cx="152400" cy="1524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8" name="Anillo 17">
            <a:extLst>
              <a:ext uri="{FF2B5EF4-FFF2-40B4-BE49-F238E27FC236}">
                <a16:creationId xmlns="" xmlns:a16="http://schemas.microsoft.com/office/drawing/2014/main" id="{C2ED0A51-FD41-CC45-98BC-792010113921}"/>
              </a:ext>
            </a:extLst>
          </p:cNvPr>
          <p:cNvSpPr/>
          <p:nvPr/>
        </p:nvSpPr>
        <p:spPr>
          <a:xfrm>
            <a:off x="3827699" y="2699572"/>
            <a:ext cx="152400" cy="1524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9" name="Anillo 18">
            <a:extLst>
              <a:ext uri="{FF2B5EF4-FFF2-40B4-BE49-F238E27FC236}">
                <a16:creationId xmlns="" xmlns:a16="http://schemas.microsoft.com/office/drawing/2014/main" id="{5089576A-0BD8-3141-9700-67D806F10784}"/>
              </a:ext>
            </a:extLst>
          </p:cNvPr>
          <p:cNvSpPr/>
          <p:nvPr/>
        </p:nvSpPr>
        <p:spPr>
          <a:xfrm>
            <a:off x="3827699" y="3179625"/>
            <a:ext cx="152400" cy="1524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20" name="Anillo 19">
            <a:extLst>
              <a:ext uri="{FF2B5EF4-FFF2-40B4-BE49-F238E27FC236}">
                <a16:creationId xmlns="" xmlns:a16="http://schemas.microsoft.com/office/drawing/2014/main" id="{41220052-AE07-DD4A-AFF9-7275564AB419}"/>
              </a:ext>
            </a:extLst>
          </p:cNvPr>
          <p:cNvSpPr/>
          <p:nvPr/>
        </p:nvSpPr>
        <p:spPr>
          <a:xfrm>
            <a:off x="2162801" y="3732189"/>
            <a:ext cx="223617" cy="223617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21" name="Anillo 20">
            <a:extLst>
              <a:ext uri="{FF2B5EF4-FFF2-40B4-BE49-F238E27FC236}">
                <a16:creationId xmlns="" xmlns:a16="http://schemas.microsoft.com/office/drawing/2014/main" id="{84365D38-197A-8249-B2C3-92ECD11417AD}"/>
              </a:ext>
            </a:extLst>
          </p:cNvPr>
          <p:cNvSpPr/>
          <p:nvPr/>
        </p:nvSpPr>
        <p:spPr>
          <a:xfrm>
            <a:off x="3827699" y="3709655"/>
            <a:ext cx="152400" cy="1524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22" name="Anillo 21">
            <a:extLst>
              <a:ext uri="{FF2B5EF4-FFF2-40B4-BE49-F238E27FC236}">
                <a16:creationId xmlns="" xmlns:a16="http://schemas.microsoft.com/office/drawing/2014/main" id="{84413EE8-8876-2A4D-9770-BB7D2C172F69}"/>
              </a:ext>
            </a:extLst>
          </p:cNvPr>
          <p:cNvSpPr/>
          <p:nvPr/>
        </p:nvSpPr>
        <p:spPr>
          <a:xfrm>
            <a:off x="3827699" y="4071553"/>
            <a:ext cx="152400" cy="1524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23" name="Anillo 22">
            <a:extLst>
              <a:ext uri="{FF2B5EF4-FFF2-40B4-BE49-F238E27FC236}">
                <a16:creationId xmlns="" xmlns:a16="http://schemas.microsoft.com/office/drawing/2014/main" id="{A7F81AEC-66E8-AD48-8597-58DE4A8A2A80}"/>
              </a:ext>
            </a:extLst>
          </p:cNvPr>
          <p:cNvSpPr/>
          <p:nvPr/>
        </p:nvSpPr>
        <p:spPr>
          <a:xfrm>
            <a:off x="3827699" y="4463824"/>
            <a:ext cx="152400" cy="1524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24" name="Anillo 23">
            <a:extLst>
              <a:ext uri="{FF2B5EF4-FFF2-40B4-BE49-F238E27FC236}">
                <a16:creationId xmlns="" xmlns:a16="http://schemas.microsoft.com/office/drawing/2014/main" id="{282AAF2E-EBC2-2242-BE02-85C99593B576}"/>
              </a:ext>
            </a:extLst>
          </p:cNvPr>
          <p:cNvSpPr/>
          <p:nvPr/>
        </p:nvSpPr>
        <p:spPr>
          <a:xfrm>
            <a:off x="3822394" y="4803922"/>
            <a:ext cx="152400" cy="1524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745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www.novages.es/wp-content/uploads/2016/05/Grafica-ascendente1.jpg">
            <a:extLst>
              <a:ext uri="{FF2B5EF4-FFF2-40B4-BE49-F238E27FC236}">
                <a16:creationId xmlns="" xmlns:a16="http://schemas.microsoft.com/office/drawing/2014/main" id="{3A06A4B5-01EC-438D-90C0-C3C1CBB075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1859" y="1899284"/>
            <a:ext cx="5530141" cy="3340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n 6">
            <a:extLst>
              <a:ext uri="{FF2B5EF4-FFF2-40B4-BE49-F238E27FC236}">
                <a16:creationId xmlns="" xmlns:a16="http://schemas.microsoft.com/office/drawing/2014/main" id="{5064E33B-1BBF-4006-A3AB-7FE774AF18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="" xmlns:a16="http://schemas.microsoft.com/office/drawing/2014/main" id="{C8FB015C-95FD-4710-9F93-3012CE4B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08867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19</a:t>
            </a:fld>
            <a:r>
              <a:rPr lang="es-ES" sz="2000" dirty="0"/>
              <a:t>/20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="" xmlns:a16="http://schemas.microsoft.com/office/drawing/2014/main" id="{3C7ABED4-F7D2-4DA5-AC79-471C4AA6D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818" y="137244"/>
            <a:ext cx="8610600" cy="1293028"/>
          </a:xfrm>
        </p:spPr>
        <p:txBody>
          <a:bodyPr/>
          <a:lstStyle/>
          <a:p>
            <a:r>
              <a:rPr lang="es-ES_tradnl" dirty="0"/>
              <a:t>Líneas futuras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="" xmlns:a16="http://schemas.microsoft.com/office/drawing/2014/main" id="{B0181D46-D805-4BB5-B119-EC502F6131A3}"/>
              </a:ext>
            </a:extLst>
          </p:cNvPr>
          <p:cNvSpPr txBox="1"/>
          <p:nvPr/>
        </p:nvSpPr>
        <p:spPr>
          <a:xfrm>
            <a:off x="552090" y="2090172"/>
            <a:ext cx="7241412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Sostenibilidad del proyecto y servicio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Sistema escalable: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400" dirty="0"/>
              <a:t>Ampliación de enfermedades a tratar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s-ES" sz="2400" dirty="0"/>
              <a:t>Nuevas tecnologías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400" dirty="0"/>
              <a:t>Ampliación del número de hospitales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s-ES" sz="2400" dirty="0"/>
              <a:t>Mayor aceptación social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400" dirty="0"/>
              <a:t>Añadir nuevas funcionalidades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endParaRPr lang="es-ES" sz="2400" dirty="0"/>
          </a:p>
        </p:txBody>
      </p:sp>
      <p:sp>
        <p:nvSpPr>
          <p:cNvPr id="10" name="CuadroTexto 9">
            <a:extLst>
              <a:ext uri="{FF2B5EF4-FFF2-40B4-BE49-F238E27FC236}">
                <a16:creationId xmlns="" xmlns:a16="http://schemas.microsoft.com/office/drawing/2014/main" id="{CA5E6FD3-D60C-4C2B-B8BD-710F0180ADA2}"/>
              </a:ext>
            </a:extLst>
          </p:cNvPr>
          <p:cNvSpPr txBox="1"/>
          <p:nvPr/>
        </p:nvSpPr>
        <p:spPr>
          <a:xfrm>
            <a:off x="8566757" y="5209644"/>
            <a:ext cx="20056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>
                <a:solidFill>
                  <a:schemeClr val="tx2"/>
                </a:solidFill>
              </a:rPr>
              <a:t>https://www.novages.es</a:t>
            </a:r>
          </a:p>
        </p:txBody>
      </p:sp>
    </p:spTree>
    <p:extLst>
      <p:ext uri="{BB962C8B-B14F-4D97-AF65-F5344CB8AC3E}">
        <p14:creationId xmlns:p14="http://schemas.microsoft.com/office/powerpoint/2010/main" val="844322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FD2B775D-6E9C-4F60-892F-E88AEF7D9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137" y="1584419"/>
            <a:ext cx="3689160" cy="3689160"/>
          </a:xfrm>
          <a:prstGeom prst="rect">
            <a:avLst/>
          </a:prstGeom>
          <a:ln w="31750" cap="sq">
            <a:noFill/>
            <a:miter lim="800000"/>
          </a:ln>
        </p:spPr>
      </p:pic>
      <p:pic>
        <p:nvPicPr>
          <p:cNvPr id="4" name="Imagen 4">
            <a:extLst>
              <a:ext uri="{FF2B5EF4-FFF2-40B4-BE49-F238E27FC236}">
                <a16:creationId xmlns="" xmlns:a16="http://schemas.microsoft.com/office/drawing/2014/main" id="{282E0993-4F0D-4BD0-B5B2-2CDA92FE2A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6032" y="2089534"/>
            <a:ext cx="6250832" cy="2678928"/>
          </a:xfrm>
          <a:prstGeom prst="rect">
            <a:avLst/>
          </a:prstGeom>
          <a:ln w="31750" cap="sq">
            <a:noFill/>
            <a:miter lim="800000"/>
          </a:ln>
        </p:spPr>
      </p:pic>
      <p:sp>
        <p:nvSpPr>
          <p:cNvPr id="2" name="Marcador de número de diapositiva 1">
            <a:extLst>
              <a:ext uri="{FF2B5EF4-FFF2-40B4-BE49-F238E27FC236}">
                <a16:creationId xmlns="" xmlns:a16="http://schemas.microsoft.com/office/drawing/2014/main" id="{1476AA9E-7E7A-40C1-85F2-AFC09E3AE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20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0375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4"/>
    </mc:Choice>
    <mc:Fallback xmlns="">
      <p:transition spd="slow" advTm="414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Estela de condensación">
  <a:themeElements>
    <a:clrScheme name="Estela de condensación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Estela de condensación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tela de condensación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Vapor Trail" id="{4FDF2955-7D9C-493C-B9F9-C205151B46CD}" vid="{FE1EB5C7-81A8-4CBA-AE6E-B3BF73DC3895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488</Words>
  <Application>Microsoft Office PowerPoint</Application>
  <PresentationFormat>Personalizado</PresentationFormat>
  <Paragraphs>184</Paragraphs>
  <Slides>21</Slides>
  <Notes>3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2" baseType="lpstr">
      <vt:lpstr>Estela de condensación</vt:lpstr>
      <vt:lpstr>Proyecto MeCuida</vt:lpstr>
      <vt:lpstr>Índice</vt:lpstr>
      <vt:lpstr>¿Quiénes somos?</vt:lpstr>
      <vt:lpstr>¿Quiénes somos? - Organigrama</vt:lpstr>
      <vt:lpstr>PROYECTOS Relacionados</vt:lpstr>
      <vt:lpstr>Organizaciones y colaboradores </vt:lpstr>
      <vt:lpstr>Índice</vt:lpstr>
      <vt:lpstr>Características</vt:lpstr>
      <vt:lpstr>Características</vt:lpstr>
      <vt:lpstr>Características - Patologías</vt:lpstr>
      <vt:lpstr>Características - Dispositivos</vt:lpstr>
      <vt:lpstr>Características - Objetivos</vt:lpstr>
      <vt:lpstr>Tiempo y fases</vt:lpstr>
      <vt:lpstr>Tiempo y fases (WBS)</vt:lpstr>
      <vt:lpstr>Tiempo y fases (WBS)</vt:lpstr>
      <vt:lpstr>Tiempo y fases (WBS)</vt:lpstr>
      <vt:lpstr>calidad</vt:lpstr>
      <vt:lpstr>presupuesto</vt:lpstr>
      <vt:lpstr>Índice</vt:lpstr>
      <vt:lpstr>Líneas futuras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MeCuida</dc:title>
  <dc:creator>Gallego Sánchez Adrián</dc:creator>
  <cp:lastModifiedBy>Arturo Paniagua</cp:lastModifiedBy>
  <cp:revision>14</cp:revision>
  <dcterms:created xsi:type="dcterms:W3CDTF">2019-01-12T19:58:33Z</dcterms:created>
  <dcterms:modified xsi:type="dcterms:W3CDTF">2019-01-13T21:35:51Z</dcterms:modified>
</cp:coreProperties>
</file>