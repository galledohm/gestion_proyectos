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5"/>
    <p:restoredTop sz="94674"/>
  </p:normalViewPr>
  <p:slideViewPr>
    <p:cSldViewPr snapToGrid="0" snapToObjects="1">
      <p:cViewPr varScale="1">
        <p:scale>
          <a:sx n="144" d="100"/>
          <a:sy n="144" d="100"/>
        </p:scale>
        <p:origin x="2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2D50EED0-437B-1441-8B3B-81295EA238A9}">
      <dgm:prSet phldrT="[Texto]"/>
      <dgm:spPr/>
      <dgm:t>
        <a:bodyPr/>
        <a:lstStyle/>
        <a:p>
          <a:r>
            <a:rPr lang="es-ES"/>
            <a:t>Introducción</a:t>
          </a:r>
          <a:endParaRPr lang="es-ES" dirty="0"/>
        </a:p>
      </dgm:t>
    </dgm:pt>
    <dgm:pt modelId="{A6EDC655-C7CF-5442-9A95-DD52945DD4C2}" type="parTrans" cxnId="{A6D8CB4F-A1A9-2F46-90C6-E855915DE40A}">
      <dgm:prSet/>
      <dgm:spPr/>
      <dgm:t>
        <a:bodyPr/>
        <a:lstStyle/>
        <a:p>
          <a:endParaRPr lang="es-ES"/>
        </a:p>
      </dgm:t>
    </dgm:pt>
    <dgm:pt modelId="{12B35025-375E-9C48-AEA1-E8FB9BD8A8AD}" type="sibTrans" cxnId="{A6D8CB4F-A1A9-2F46-90C6-E855915DE40A}">
      <dgm:prSet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/>
            <a:t>Planificación de gestión del cronograma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/>
            <a:t>Definición de las actividades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/>
            <a:t>Secuenciación de las actividades</a:t>
          </a:r>
          <a:endParaRPr lang="es-ES" dirty="0"/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/>
            <a:t>Estimación de recursos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/>
            <a:t>Estimar la duración de las actividades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/>
            <a:t>Generación del cronograma</a:t>
          </a:r>
          <a:endParaRPr lang="es-ES" dirty="0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A70494F9-BBC6-9B4D-ABE0-28B7062A7EEA}" type="pres">
      <dgm:prSet presAssocID="{2D50EED0-437B-1441-8B3B-81295EA238A9}" presName="thickLine" presStyleLbl="alignNode1" presStyleIdx="0" presStyleCnt="7"/>
      <dgm:spPr/>
    </dgm:pt>
    <dgm:pt modelId="{4DE94855-2BF1-EB40-B090-FE0F9B4B301E}" type="pres">
      <dgm:prSet presAssocID="{2D50EED0-437B-1441-8B3B-81295EA238A9}" presName="horz1" presStyleCnt="0"/>
      <dgm:spPr/>
    </dgm:pt>
    <dgm:pt modelId="{0FAAA673-A6AE-2E48-9396-AEC5BB305A0E}" type="pres">
      <dgm:prSet presAssocID="{2D50EED0-437B-1441-8B3B-81295EA238A9}" presName="tx1" presStyleLbl="revTx" presStyleIdx="0" presStyleCnt="7"/>
      <dgm:spPr/>
    </dgm:pt>
    <dgm:pt modelId="{4D92E349-5F1C-414C-955E-416A7CFBF9E9}" type="pres">
      <dgm:prSet presAssocID="{2D50EED0-437B-1441-8B3B-81295EA238A9}" presName="vert1" presStyleCnt="0"/>
      <dgm:spPr/>
    </dgm:pt>
    <dgm:pt modelId="{8A1907C4-BE20-C143-831F-BE43804AAE5C}" type="pres">
      <dgm:prSet presAssocID="{9C0C5B6B-88B0-0644-95CC-DA013289C236}" presName="thickLine" presStyleLbl="alignNode1" presStyleIdx="1" presStyleCnt="7"/>
      <dgm:spPr/>
    </dgm:pt>
    <dgm:pt modelId="{C7AF9BE0-B9F2-AD46-922F-957BAC5E8783}" type="pres">
      <dgm:prSet presAssocID="{9C0C5B6B-88B0-0644-95CC-DA013289C236}" presName="horz1" presStyleCnt="0"/>
      <dgm:spPr/>
    </dgm:pt>
    <dgm:pt modelId="{D4A76393-A906-B54E-9D0F-0D779BE1191B}" type="pres">
      <dgm:prSet presAssocID="{9C0C5B6B-88B0-0644-95CC-DA013289C236}" presName="tx1" presStyleLbl="revTx" presStyleIdx="1" presStyleCnt="7"/>
      <dgm:spPr/>
    </dgm:pt>
    <dgm:pt modelId="{40D1F339-733F-1E45-AB8D-73CF89624F8B}" type="pres">
      <dgm:prSet presAssocID="{9C0C5B6B-88B0-0644-95CC-DA013289C236}" presName="vert1" presStyleCnt="0"/>
      <dgm:spPr/>
    </dgm:pt>
    <dgm:pt modelId="{E12A7E71-0496-E24E-8427-F2A39A7D3B01}" type="pres">
      <dgm:prSet presAssocID="{4D7DCE72-F1C7-3648-B096-B3BF2FA1BA56}" presName="thickLine" presStyleLbl="alignNode1" presStyleIdx="2" presStyleCnt="7"/>
      <dgm:spPr/>
    </dgm:pt>
    <dgm:pt modelId="{0DE9C222-E5CB-5B47-9EA4-4B4C862AF5DC}" type="pres">
      <dgm:prSet presAssocID="{4D7DCE72-F1C7-3648-B096-B3BF2FA1BA56}" presName="horz1" presStyleCnt="0"/>
      <dgm:spPr/>
    </dgm:pt>
    <dgm:pt modelId="{45ADB1A7-B74B-BB45-B47C-A23116E6CC26}" type="pres">
      <dgm:prSet presAssocID="{4D7DCE72-F1C7-3648-B096-B3BF2FA1BA56}" presName="tx1" presStyleLbl="revTx" presStyleIdx="2" presStyleCnt="7"/>
      <dgm:spPr/>
    </dgm:pt>
    <dgm:pt modelId="{E1D02F51-001F-194D-B149-384834354FF9}" type="pres">
      <dgm:prSet presAssocID="{4D7DCE72-F1C7-3648-B096-B3BF2FA1BA56}" presName="vert1" presStyleCnt="0"/>
      <dgm:spPr/>
    </dgm:pt>
    <dgm:pt modelId="{4E07894A-13F3-F14A-865D-A25A96BD58C8}" type="pres">
      <dgm:prSet presAssocID="{EA05A323-1CD6-E844-BD1C-19A2225C0340}" presName="thickLine" presStyleLbl="alignNode1" presStyleIdx="3" presStyleCnt="7"/>
      <dgm:spPr/>
    </dgm:pt>
    <dgm:pt modelId="{A6C80D78-AACE-634B-AB76-1F1460E993B6}" type="pres">
      <dgm:prSet presAssocID="{EA05A323-1CD6-E844-BD1C-19A2225C0340}" presName="horz1" presStyleCnt="0"/>
      <dgm:spPr/>
    </dgm:pt>
    <dgm:pt modelId="{0C98D550-DCAE-D44A-A74E-9BF77D5CD94B}" type="pres">
      <dgm:prSet presAssocID="{EA05A323-1CD6-E844-BD1C-19A2225C0340}" presName="tx1" presStyleLbl="revTx" presStyleIdx="3" presStyleCnt="7"/>
      <dgm:spPr/>
    </dgm:pt>
    <dgm:pt modelId="{E671EEAC-8341-834D-9161-A0CF33F962CD}" type="pres">
      <dgm:prSet presAssocID="{EA05A323-1CD6-E844-BD1C-19A2225C0340}" presName="vert1" presStyleCnt="0"/>
      <dgm:spPr/>
    </dgm:pt>
    <dgm:pt modelId="{B2F277F3-7CF1-994E-B28A-0B3155C31199}" type="pres">
      <dgm:prSet presAssocID="{A00DC1EC-B999-A640-8654-4E50ABDDE020}" presName="thickLine" presStyleLbl="alignNode1" presStyleIdx="4" presStyleCnt="7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7"/>
      <dgm:spPr/>
    </dgm:pt>
    <dgm:pt modelId="{84783DB1-8E64-8549-92F0-B23833CEE8B0}" type="pres">
      <dgm:prSet presAssocID="{A00DC1EC-B999-A640-8654-4E50ABDDE020}" presName="vert1" presStyleCnt="0"/>
      <dgm:spPr/>
    </dgm:pt>
    <dgm:pt modelId="{A688A7E7-CA0E-1641-AF9E-C9A0E85DD3A1}" type="pres">
      <dgm:prSet presAssocID="{C067AB59-C7C5-C74B-8B60-2FA743781E39}" presName="thickLine" presStyleLbl="alignNode1" presStyleIdx="5" presStyleCnt="7"/>
      <dgm:spPr/>
    </dgm:pt>
    <dgm:pt modelId="{53F2D9C6-73DF-7049-A9EE-BA91C10563DC}" type="pres">
      <dgm:prSet presAssocID="{C067AB59-C7C5-C74B-8B60-2FA743781E39}" presName="horz1" presStyleCnt="0"/>
      <dgm:spPr/>
    </dgm:pt>
    <dgm:pt modelId="{12201D77-C28D-B644-8648-8F73ED9611F3}" type="pres">
      <dgm:prSet presAssocID="{C067AB59-C7C5-C74B-8B60-2FA743781E39}" presName="tx1" presStyleLbl="revTx" presStyleIdx="5" presStyleCnt="7"/>
      <dgm:spPr/>
    </dgm:pt>
    <dgm:pt modelId="{F5FE8E54-3C44-1348-8506-B9070EA0E93B}" type="pres">
      <dgm:prSet presAssocID="{C067AB59-C7C5-C74B-8B60-2FA743781E39}" presName="vert1" presStyleCnt="0"/>
      <dgm:spPr/>
    </dgm:pt>
    <dgm:pt modelId="{312F3601-93C8-FA42-994F-68F6D704B0A6}" type="pres">
      <dgm:prSet presAssocID="{D206AD7D-6FCF-BA4A-A881-D49C0A782FC3}" presName="thickLine" presStyleLbl="alignNode1" presStyleIdx="6" presStyleCnt="7"/>
      <dgm:spPr/>
    </dgm:pt>
    <dgm:pt modelId="{4D092557-1FDC-AE46-8170-FF794E7336CB}" type="pres">
      <dgm:prSet presAssocID="{D206AD7D-6FCF-BA4A-A881-D49C0A782FC3}" presName="horz1" presStyleCnt="0"/>
      <dgm:spPr/>
    </dgm:pt>
    <dgm:pt modelId="{0CD4C8BD-B37E-CA42-A239-80B4EB836B23}" type="pres">
      <dgm:prSet presAssocID="{D206AD7D-6FCF-BA4A-A881-D49C0A782FC3}" presName="tx1" presStyleLbl="revTx" presStyleIdx="6" presStyleCnt="7"/>
      <dgm:spPr/>
    </dgm:pt>
    <dgm:pt modelId="{1E434888-7259-FF4B-9A70-30DE0225E492}" type="pres">
      <dgm:prSet presAssocID="{D206AD7D-6FCF-BA4A-A881-D49C0A782FC3}" presName="vert1" presStyleCnt="0"/>
      <dgm:spPr/>
    </dgm:pt>
  </dgm:ptLst>
  <dgm:cxnLst>
    <dgm:cxn modelId="{B913582A-C51A-7948-8CD7-0EAADAC6E1E7}" srcId="{C3CE8D9A-2F5F-E04C-AF81-B61DA3187B58}" destId="{9C0C5B6B-88B0-0644-95CC-DA013289C236}" srcOrd="1" destOrd="0" parTransId="{B8FBE750-BA08-3745-BDB2-8DE244854305}" sibTransId="{7720ED4A-2659-4441-8B8A-B12AAECACA03}"/>
    <dgm:cxn modelId="{CEF75630-A106-2C4A-813E-06273EBC269D}" srcId="{C3CE8D9A-2F5F-E04C-AF81-B61DA3187B58}" destId="{4D7DCE72-F1C7-3648-B096-B3BF2FA1BA56}" srcOrd="2" destOrd="0" parTransId="{4130B51B-54F0-CE46-A291-A4358F1F6F5A}" sibTransId="{44AA0FEF-23B0-9044-91B0-9D01CCB0457B}"/>
    <dgm:cxn modelId="{A6D8CB4F-A1A9-2F46-90C6-E855915DE40A}" srcId="{C3CE8D9A-2F5F-E04C-AF81-B61DA3187B58}" destId="{2D50EED0-437B-1441-8B3B-81295EA238A9}" srcOrd="0" destOrd="0" parTransId="{A6EDC655-C7CF-5442-9A95-DD52945DD4C2}" sibTransId="{12B35025-375E-9C48-AEA1-E8FB9BD8A8AD}"/>
    <dgm:cxn modelId="{CAC1145A-45F7-9C4B-BED4-0A74376ADC3C}" type="presOf" srcId="{EA05A323-1CD6-E844-BD1C-19A2225C0340}" destId="{0C98D550-DCAE-D44A-A74E-9BF77D5CD94B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DA24D068-6D16-3249-AB4C-835B2CDCA3F1}" type="presOf" srcId="{C067AB59-C7C5-C74B-8B60-2FA743781E39}" destId="{12201D77-C28D-B644-8648-8F73ED9611F3}" srcOrd="0" destOrd="0" presId="urn:microsoft.com/office/officeart/2008/layout/LinedList"/>
    <dgm:cxn modelId="{8181467B-6295-B84B-8924-01C8B3C5C461}" type="presOf" srcId="{D206AD7D-6FCF-BA4A-A881-D49C0A782FC3}" destId="{0CD4C8BD-B37E-CA42-A239-80B4EB836B23}" srcOrd="0" destOrd="0" presId="urn:microsoft.com/office/officeart/2008/layout/LinedList"/>
    <dgm:cxn modelId="{170E0A80-D936-D547-94C5-570AC1082D21}" srcId="{C3CE8D9A-2F5F-E04C-AF81-B61DA3187B58}" destId="{EA05A323-1CD6-E844-BD1C-19A2225C0340}" srcOrd="3" destOrd="0" parTransId="{30E5782B-3D30-E84E-8B09-5F18CE4DBC15}" sibTransId="{A735D71C-2096-F344-B726-857D36F14FEB}"/>
    <dgm:cxn modelId="{FA015F84-3A27-6341-B5E5-5AAABF15FCA7}" srcId="{C3CE8D9A-2F5F-E04C-AF81-B61DA3187B58}" destId="{C067AB59-C7C5-C74B-8B60-2FA743781E39}" srcOrd="5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4" destOrd="0" parTransId="{C1FC985A-8FE8-944A-89F3-975B9C62D138}" sibTransId="{48BA50DD-A1B0-B142-8134-1733EC7E096A}"/>
    <dgm:cxn modelId="{DBA51B96-2BDF-C04D-8EE9-74101BC05F2E}" srcId="{C3CE8D9A-2F5F-E04C-AF81-B61DA3187B58}" destId="{D206AD7D-6FCF-BA4A-A881-D49C0A782FC3}" srcOrd="6" destOrd="0" parTransId="{2FAF4929-896A-4142-A9D4-FCF51F2A7AA6}" sibTransId="{948F4234-2DCD-C24A-ABA8-79BDA4601848}"/>
    <dgm:cxn modelId="{9ED16FA6-82F2-564E-872B-2359E13FAB52}" type="presOf" srcId="{9C0C5B6B-88B0-0644-95CC-DA013289C236}" destId="{D4A76393-A906-B54E-9D0F-0D779BE1191B}" srcOrd="0" destOrd="0" presId="urn:microsoft.com/office/officeart/2008/layout/LinedList"/>
    <dgm:cxn modelId="{DB729BA8-A4A3-5A48-954E-C3C91F7DAED8}" type="presOf" srcId="{4D7DCE72-F1C7-3648-B096-B3BF2FA1BA56}" destId="{45ADB1A7-B74B-BB45-B47C-A23116E6CC26}" srcOrd="0" destOrd="0" presId="urn:microsoft.com/office/officeart/2008/layout/LinedList"/>
    <dgm:cxn modelId="{58BCC5C7-FCA9-1D45-B91A-2E90277F1164}" type="presOf" srcId="{2D50EED0-437B-1441-8B3B-81295EA238A9}" destId="{0FAAA673-A6AE-2E48-9396-AEC5BB305A0E}" srcOrd="0" destOrd="0" presId="urn:microsoft.com/office/officeart/2008/layout/LinedList"/>
    <dgm:cxn modelId="{F847C799-CF4D-0742-BA1D-DB6A69BE9CAE}" type="presParOf" srcId="{A4615577-DB07-0E46-BAD9-752076C1E8EB}" destId="{A70494F9-BBC6-9B4D-ABE0-28B7062A7EEA}" srcOrd="0" destOrd="0" presId="urn:microsoft.com/office/officeart/2008/layout/LinedList"/>
    <dgm:cxn modelId="{3EBEC4A5-21B2-A747-A42E-41991220DD01}" type="presParOf" srcId="{A4615577-DB07-0E46-BAD9-752076C1E8EB}" destId="{4DE94855-2BF1-EB40-B090-FE0F9B4B301E}" srcOrd="1" destOrd="0" presId="urn:microsoft.com/office/officeart/2008/layout/LinedList"/>
    <dgm:cxn modelId="{C5497088-D00C-AD4C-8494-11AF8A09FCB0}" type="presParOf" srcId="{4DE94855-2BF1-EB40-B090-FE0F9B4B301E}" destId="{0FAAA673-A6AE-2E48-9396-AEC5BB305A0E}" srcOrd="0" destOrd="0" presId="urn:microsoft.com/office/officeart/2008/layout/LinedList"/>
    <dgm:cxn modelId="{E800DCED-F52F-284F-9329-D589974BEF18}" type="presParOf" srcId="{4DE94855-2BF1-EB40-B090-FE0F9B4B301E}" destId="{4D92E349-5F1C-414C-955E-416A7CFBF9E9}" srcOrd="1" destOrd="0" presId="urn:microsoft.com/office/officeart/2008/layout/LinedList"/>
    <dgm:cxn modelId="{1A0503DB-D3C8-9442-8E7E-36232D5B8A23}" type="presParOf" srcId="{A4615577-DB07-0E46-BAD9-752076C1E8EB}" destId="{8A1907C4-BE20-C143-831F-BE43804AAE5C}" srcOrd="2" destOrd="0" presId="urn:microsoft.com/office/officeart/2008/layout/LinedList"/>
    <dgm:cxn modelId="{2937DBE0-DFAC-5044-9013-54390C11A0D7}" type="presParOf" srcId="{A4615577-DB07-0E46-BAD9-752076C1E8EB}" destId="{C7AF9BE0-B9F2-AD46-922F-957BAC5E8783}" srcOrd="3" destOrd="0" presId="urn:microsoft.com/office/officeart/2008/layout/LinedList"/>
    <dgm:cxn modelId="{ED618839-A3FC-B947-9F3C-47FE479563CC}" type="presParOf" srcId="{C7AF9BE0-B9F2-AD46-922F-957BAC5E8783}" destId="{D4A76393-A906-B54E-9D0F-0D779BE1191B}" srcOrd="0" destOrd="0" presId="urn:microsoft.com/office/officeart/2008/layout/LinedList"/>
    <dgm:cxn modelId="{3111AE1B-835E-C34C-96A7-0C010D20B855}" type="presParOf" srcId="{C7AF9BE0-B9F2-AD46-922F-957BAC5E8783}" destId="{40D1F339-733F-1E45-AB8D-73CF89624F8B}" srcOrd="1" destOrd="0" presId="urn:microsoft.com/office/officeart/2008/layout/LinedList"/>
    <dgm:cxn modelId="{FD73EB7C-029A-304B-9155-77504FD75F70}" type="presParOf" srcId="{A4615577-DB07-0E46-BAD9-752076C1E8EB}" destId="{E12A7E71-0496-E24E-8427-F2A39A7D3B01}" srcOrd="4" destOrd="0" presId="urn:microsoft.com/office/officeart/2008/layout/LinedList"/>
    <dgm:cxn modelId="{1B2F5623-273B-7841-833D-71AB94C8458C}" type="presParOf" srcId="{A4615577-DB07-0E46-BAD9-752076C1E8EB}" destId="{0DE9C222-E5CB-5B47-9EA4-4B4C862AF5DC}" srcOrd="5" destOrd="0" presId="urn:microsoft.com/office/officeart/2008/layout/LinedList"/>
    <dgm:cxn modelId="{02CBE35B-25C7-E041-B4A0-0683B6FF5ADC}" type="presParOf" srcId="{0DE9C222-E5CB-5B47-9EA4-4B4C862AF5DC}" destId="{45ADB1A7-B74B-BB45-B47C-A23116E6CC26}" srcOrd="0" destOrd="0" presId="urn:microsoft.com/office/officeart/2008/layout/LinedList"/>
    <dgm:cxn modelId="{49611738-93EE-8341-A3B1-F56D6FD04905}" type="presParOf" srcId="{0DE9C222-E5CB-5B47-9EA4-4B4C862AF5DC}" destId="{E1D02F51-001F-194D-B149-384834354FF9}" srcOrd="1" destOrd="0" presId="urn:microsoft.com/office/officeart/2008/layout/LinedList"/>
    <dgm:cxn modelId="{5434C383-0AA7-5A43-BE3B-28EA9890774E}" type="presParOf" srcId="{A4615577-DB07-0E46-BAD9-752076C1E8EB}" destId="{4E07894A-13F3-F14A-865D-A25A96BD58C8}" srcOrd="6" destOrd="0" presId="urn:microsoft.com/office/officeart/2008/layout/LinedList"/>
    <dgm:cxn modelId="{AE84976F-2E79-9C48-BE47-BEEF2AFEA12F}" type="presParOf" srcId="{A4615577-DB07-0E46-BAD9-752076C1E8EB}" destId="{A6C80D78-AACE-634B-AB76-1F1460E993B6}" srcOrd="7" destOrd="0" presId="urn:microsoft.com/office/officeart/2008/layout/LinedList"/>
    <dgm:cxn modelId="{C5521E66-FD12-AC4C-8144-35A0F7EEFC0D}" type="presParOf" srcId="{A6C80D78-AACE-634B-AB76-1F1460E993B6}" destId="{0C98D550-DCAE-D44A-A74E-9BF77D5CD94B}" srcOrd="0" destOrd="0" presId="urn:microsoft.com/office/officeart/2008/layout/LinedList"/>
    <dgm:cxn modelId="{B305951C-9B8E-C94C-B7D8-395084547958}" type="presParOf" srcId="{A6C80D78-AACE-634B-AB76-1F1460E993B6}" destId="{E671EEAC-8341-834D-9161-A0CF33F962CD}" srcOrd="1" destOrd="0" presId="urn:microsoft.com/office/officeart/2008/layout/LinedList"/>
    <dgm:cxn modelId="{35AF335E-5A39-7049-B788-36F0EF331E73}" type="presParOf" srcId="{A4615577-DB07-0E46-BAD9-752076C1E8EB}" destId="{B2F277F3-7CF1-994E-B28A-0B3155C31199}" srcOrd="8" destOrd="0" presId="urn:microsoft.com/office/officeart/2008/layout/LinedList"/>
    <dgm:cxn modelId="{5F47EFD6-2CBD-894E-8B6E-5A8B8B366D05}" type="presParOf" srcId="{A4615577-DB07-0E46-BAD9-752076C1E8EB}" destId="{0C40495D-3188-9E48-A89E-F64BB2F461F5}" srcOrd="9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90E88AE2-7B66-A146-BADB-34B003AFC31C}" type="presParOf" srcId="{A4615577-DB07-0E46-BAD9-752076C1E8EB}" destId="{A688A7E7-CA0E-1641-AF9E-C9A0E85DD3A1}" srcOrd="10" destOrd="0" presId="urn:microsoft.com/office/officeart/2008/layout/LinedList"/>
    <dgm:cxn modelId="{39AECEAC-3E46-4347-BE8C-F784E8678DCE}" type="presParOf" srcId="{A4615577-DB07-0E46-BAD9-752076C1E8EB}" destId="{53F2D9C6-73DF-7049-A9EE-BA91C10563DC}" srcOrd="11" destOrd="0" presId="urn:microsoft.com/office/officeart/2008/layout/LinedList"/>
    <dgm:cxn modelId="{D0CE5A44-7992-2440-93E6-EC21828BEE86}" type="presParOf" srcId="{53F2D9C6-73DF-7049-A9EE-BA91C10563DC}" destId="{12201D77-C28D-B644-8648-8F73ED9611F3}" srcOrd="0" destOrd="0" presId="urn:microsoft.com/office/officeart/2008/layout/LinedList"/>
    <dgm:cxn modelId="{2D83A7FA-1267-3049-9967-7D4E21619BE2}" type="presParOf" srcId="{53F2D9C6-73DF-7049-A9EE-BA91C10563DC}" destId="{F5FE8E54-3C44-1348-8506-B9070EA0E93B}" srcOrd="1" destOrd="0" presId="urn:microsoft.com/office/officeart/2008/layout/LinedList"/>
    <dgm:cxn modelId="{2EEB48BD-BB84-144D-8065-1908CFF7137B}" type="presParOf" srcId="{A4615577-DB07-0E46-BAD9-752076C1E8EB}" destId="{312F3601-93C8-FA42-994F-68F6D704B0A6}" srcOrd="12" destOrd="0" presId="urn:microsoft.com/office/officeart/2008/layout/LinedList"/>
    <dgm:cxn modelId="{33F3DD36-70B7-274E-8A43-B04871F87534}" type="presParOf" srcId="{A4615577-DB07-0E46-BAD9-752076C1E8EB}" destId="{4D092557-1FDC-AE46-8170-FF794E7336CB}" srcOrd="13" destOrd="0" presId="urn:microsoft.com/office/officeart/2008/layout/LinedList"/>
    <dgm:cxn modelId="{19436B91-4FD7-AD41-9DEF-5F0B1AF8D1E9}" type="presParOf" srcId="{4D092557-1FDC-AE46-8170-FF794E7336CB}" destId="{0CD4C8BD-B37E-CA42-A239-80B4EB836B23}" srcOrd="0" destOrd="0" presId="urn:microsoft.com/office/officeart/2008/layout/LinedList"/>
    <dgm:cxn modelId="{C2577A86-1952-DA45-8847-25E9EC64D02D}" type="presParOf" srcId="{4D092557-1FDC-AE46-8170-FF794E7336CB}" destId="{1E434888-7259-FF4B-9A70-30DE0225E4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494F9-BBC6-9B4D-ABE0-28B7062A7EEA}">
      <dsp:nvSpPr>
        <dsp:cNvPr id="0" name=""/>
        <dsp:cNvSpPr/>
      </dsp:nvSpPr>
      <dsp:spPr>
        <a:xfrm>
          <a:off x="0" y="490"/>
          <a:ext cx="74868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AA673-A6AE-2E48-9396-AEC5BB305A0E}">
      <dsp:nvSpPr>
        <dsp:cNvPr id="0" name=""/>
        <dsp:cNvSpPr/>
      </dsp:nvSpPr>
      <dsp:spPr>
        <a:xfrm>
          <a:off x="0" y="49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Introducción</a:t>
          </a:r>
          <a:endParaRPr lang="es-ES" sz="2600" kern="1200" dirty="0"/>
        </a:p>
      </dsp:txBody>
      <dsp:txXfrm>
        <a:off x="0" y="490"/>
        <a:ext cx="7486835" cy="573856"/>
      </dsp:txXfrm>
    </dsp:sp>
    <dsp:sp modelId="{8A1907C4-BE20-C143-831F-BE43804AAE5C}">
      <dsp:nvSpPr>
        <dsp:cNvPr id="0" name=""/>
        <dsp:cNvSpPr/>
      </dsp:nvSpPr>
      <dsp:spPr>
        <a:xfrm>
          <a:off x="0" y="574347"/>
          <a:ext cx="7486835" cy="0"/>
        </a:xfrm>
        <a:prstGeom prst="line">
          <a:avLst/>
        </a:prstGeom>
        <a:solidFill>
          <a:schemeClr val="accent3">
            <a:hueOff val="423532"/>
            <a:satOff val="-4287"/>
            <a:lumOff val="-163"/>
            <a:alphaOff val="0"/>
          </a:schemeClr>
        </a:solidFill>
        <a:ln w="12700" cap="flat" cmpd="sng" algn="ctr">
          <a:solidFill>
            <a:schemeClr val="accent3">
              <a:hueOff val="423532"/>
              <a:satOff val="-4287"/>
              <a:lumOff val="-1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76393-A906-B54E-9D0F-0D779BE1191B}">
      <dsp:nvSpPr>
        <dsp:cNvPr id="0" name=""/>
        <dsp:cNvSpPr/>
      </dsp:nvSpPr>
      <dsp:spPr>
        <a:xfrm>
          <a:off x="0" y="574347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Planificación de gestión del cronograma</a:t>
          </a:r>
          <a:endParaRPr lang="es-ES" sz="2600" kern="1200" dirty="0"/>
        </a:p>
      </dsp:txBody>
      <dsp:txXfrm>
        <a:off x="0" y="574347"/>
        <a:ext cx="7486835" cy="573856"/>
      </dsp:txXfrm>
    </dsp:sp>
    <dsp:sp modelId="{E12A7E71-0496-E24E-8427-F2A39A7D3B01}">
      <dsp:nvSpPr>
        <dsp:cNvPr id="0" name=""/>
        <dsp:cNvSpPr/>
      </dsp:nvSpPr>
      <dsp:spPr>
        <a:xfrm>
          <a:off x="0" y="1148203"/>
          <a:ext cx="7486835" cy="0"/>
        </a:xfrm>
        <a:prstGeom prst="line">
          <a:avLst/>
        </a:prstGeom>
        <a:solidFill>
          <a:schemeClr val="accent3">
            <a:hueOff val="847064"/>
            <a:satOff val="-8573"/>
            <a:lumOff val="-327"/>
            <a:alphaOff val="0"/>
          </a:schemeClr>
        </a:solidFill>
        <a:ln w="12700" cap="flat" cmpd="sng" algn="ctr">
          <a:solidFill>
            <a:schemeClr val="accent3">
              <a:hueOff val="847064"/>
              <a:satOff val="-8573"/>
              <a:lumOff val="-3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DB1A7-B74B-BB45-B47C-A23116E6CC26}">
      <dsp:nvSpPr>
        <dsp:cNvPr id="0" name=""/>
        <dsp:cNvSpPr/>
      </dsp:nvSpPr>
      <dsp:spPr>
        <a:xfrm>
          <a:off x="0" y="1148203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Definición de las actividades</a:t>
          </a:r>
          <a:endParaRPr lang="es-ES" sz="2600" kern="1200" dirty="0"/>
        </a:p>
      </dsp:txBody>
      <dsp:txXfrm>
        <a:off x="0" y="1148203"/>
        <a:ext cx="7486835" cy="573856"/>
      </dsp:txXfrm>
    </dsp:sp>
    <dsp:sp modelId="{4E07894A-13F3-F14A-865D-A25A96BD58C8}">
      <dsp:nvSpPr>
        <dsp:cNvPr id="0" name=""/>
        <dsp:cNvSpPr/>
      </dsp:nvSpPr>
      <dsp:spPr>
        <a:xfrm>
          <a:off x="0" y="1722060"/>
          <a:ext cx="7486835" cy="0"/>
        </a:xfrm>
        <a:prstGeom prst="line">
          <a:avLst/>
        </a:prstGeom>
        <a:solidFill>
          <a:schemeClr val="accent3">
            <a:hueOff val="1270596"/>
            <a:satOff val="-12860"/>
            <a:lumOff val="-490"/>
            <a:alphaOff val="0"/>
          </a:schemeClr>
        </a:solidFill>
        <a:ln w="12700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8D550-DCAE-D44A-A74E-9BF77D5CD94B}">
      <dsp:nvSpPr>
        <dsp:cNvPr id="0" name=""/>
        <dsp:cNvSpPr/>
      </dsp:nvSpPr>
      <dsp:spPr>
        <a:xfrm>
          <a:off x="0" y="172206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Secuenciación de las actividades</a:t>
          </a:r>
          <a:endParaRPr lang="es-ES" sz="2600" kern="1200" dirty="0"/>
        </a:p>
      </dsp:txBody>
      <dsp:txXfrm>
        <a:off x="0" y="1722060"/>
        <a:ext cx="7486835" cy="573856"/>
      </dsp:txXfrm>
    </dsp:sp>
    <dsp:sp modelId="{B2F277F3-7CF1-994E-B28A-0B3155C31199}">
      <dsp:nvSpPr>
        <dsp:cNvPr id="0" name=""/>
        <dsp:cNvSpPr/>
      </dsp:nvSpPr>
      <dsp:spPr>
        <a:xfrm>
          <a:off x="0" y="2295917"/>
          <a:ext cx="7486835" cy="0"/>
        </a:xfrm>
        <a:prstGeom prst="line">
          <a:avLst/>
        </a:prstGeom>
        <a:solidFill>
          <a:schemeClr val="accent3">
            <a:hueOff val="1694129"/>
            <a:satOff val="-17147"/>
            <a:lumOff val="-653"/>
            <a:alphaOff val="0"/>
          </a:schemeClr>
        </a:solidFill>
        <a:ln w="12700" cap="flat" cmpd="sng" algn="ctr">
          <a:solidFill>
            <a:schemeClr val="accent3">
              <a:hueOff val="1694129"/>
              <a:satOff val="-17147"/>
              <a:lumOff val="-6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95917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Estimación de recursos</a:t>
          </a:r>
          <a:endParaRPr lang="es-ES" sz="2600" kern="1200" dirty="0"/>
        </a:p>
      </dsp:txBody>
      <dsp:txXfrm>
        <a:off x="0" y="2295917"/>
        <a:ext cx="7486835" cy="573856"/>
      </dsp:txXfrm>
    </dsp:sp>
    <dsp:sp modelId="{A688A7E7-CA0E-1641-AF9E-C9A0E85DD3A1}">
      <dsp:nvSpPr>
        <dsp:cNvPr id="0" name=""/>
        <dsp:cNvSpPr/>
      </dsp:nvSpPr>
      <dsp:spPr>
        <a:xfrm>
          <a:off x="0" y="2869774"/>
          <a:ext cx="7486835" cy="0"/>
        </a:xfrm>
        <a:prstGeom prst="line">
          <a:avLst/>
        </a:prstGeom>
        <a:solidFill>
          <a:schemeClr val="accent3">
            <a:hueOff val="2117661"/>
            <a:satOff val="-21433"/>
            <a:lumOff val="-817"/>
            <a:alphaOff val="0"/>
          </a:schemeClr>
        </a:solidFill>
        <a:ln w="12700" cap="flat" cmpd="sng" algn="ctr">
          <a:solidFill>
            <a:schemeClr val="accent3">
              <a:hueOff val="2117661"/>
              <a:satOff val="-21433"/>
              <a:lumOff val="-8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01D77-C28D-B644-8648-8F73ED9611F3}">
      <dsp:nvSpPr>
        <dsp:cNvPr id="0" name=""/>
        <dsp:cNvSpPr/>
      </dsp:nvSpPr>
      <dsp:spPr>
        <a:xfrm>
          <a:off x="0" y="2869774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Estimar la duración de las actividades</a:t>
          </a:r>
          <a:endParaRPr lang="es-ES" sz="2600" kern="1200" dirty="0"/>
        </a:p>
      </dsp:txBody>
      <dsp:txXfrm>
        <a:off x="0" y="2869774"/>
        <a:ext cx="7486835" cy="573856"/>
      </dsp:txXfrm>
    </dsp:sp>
    <dsp:sp modelId="{312F3601-93C8-FA42-994F-68F6D704B0A6}">
      <dsp:nvSpPr>
        <dsp:cNvPr id="0" name=""/>
        <dsp:cNvSpPr/>
      </dsp:nvSpPr>
      <dsp:spPr>
        <a:xfrm>
          <a:off x="0" y="3443630"/>
          <a:ext cx="7486835" cy="0"/>
        </a:xfrm>
        <a:prstGeom prst="line">
          <a:avLst/>
        </a:prstGeom>
        <a:solidFill>
          <a:schemeClr val="accent3">
            <a:hueOff val="2541193"/>
            <a:satOff val="-25720"/>
            <a:lumOff val="-980"/>
            <a:alphaOff val="0"/>
          </a:schemeClr>
        </a:solidFill>
        <a:ln w="12700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4C8BD-B37E-CA42-A239-80B4EB836B23}">
      <dsp:nvSpPr>
        <dsp:cNvPr id="0" name=""/>
        <dsp:cNvSpPr/>
      </dsp:nvSpPr>
      <dsp:spPr>
        <a:xfrm>
          <a:off x="0" y="344363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Generación del cronograma</a:t>
          </a:r>
          <a:endParaRPr lang="es-ES" sz="2600" kern="1200" dirty="0"/>
        </a:p>
      </dsp:txBody>
      <dsp:txXfrm>
        <a:off x="0" y="3443630"/>
        <a:ext cx="7486835" cy="5738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8/11/18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8/11/18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EA90592-9020-A645-B1E3-1659A30A8875}" type="datetime1">
              <a:rPr lang="es-ES" smtClean="0"/>
              <a:t>8/11/18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6B6A-D9D6-A843-AA23-C738C571AAD3}" type="datetime1">
              <a:rPr lang="es-ES" smtClean="0"/>
              <a:t>8/11/18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EA75E87-68D0-CF45-8936-E6D3FECC73C2}" type="datetime1">
              <a:rPr lang="es-ES" smtClean="0"/>
              <a:t>8/11/18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1FEFE-AC21-FD48-A9B9-9820F488CCA3}" type="datetime1">
              <a:rPr lang="es-ES" smtClean="0"/>
              <a:t>8/11/18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471C-242F-3E48-8139-ED8A63D700F3}" type="datetime1">
              <a:rPr lang="es-ES" smtClean="0"/>
              <a:t>8/11/18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5879-9502-5B40-A002-7885F4381523}" type="datetime1">
              <a:rPr lang="es-ES" smtClean="0"/>
              <a:t>8/11/18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315CF-7174-F54E-B345-53D8CC32ECD1}" type="datetime1">
              <a:rPr lang="es-ES" smtClean="0"/>
              <a:t>8/11/18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A59E4-1E6E-914A-A8F3-0F63ED340867}" type="datetime1">
              <a:rPr lang="es-ES" smtClean="0"/>
              <a:t>8/11/18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39C40-A6A4-D747-888C-37760959CA15}" type="datetime1">
              <a:rPr lang="es-ES" smtClean="0"/>
              <a:t>8/11/18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19D-2D98-E248-8707-E7EAF3980DD0}" type="datetime1">
              <a:rPr lang="es-ES" smtClean="0"/>
              <a:t>8/11/18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B6FCCDC-D1A1-9347-AA5F-7C677522F3F1}" type="datetime1">
              <a:rPr lang="es-ES" smtClean="0"/>
              <a:t>8/11/18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0469BB3-059C-0B4F-8EDC-8BD5CB477ED5}" type="datetime1">
              <a:rPr lang="es-ES" smtClean="0"/>
              <a:t>8/11/18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9D244F-A222-D441-8EB4-2A3716ECD98A}" type="datetime1">
              <a:rPr lang="es-ES" smtClean="0"/>
              <a:t>8/11/18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B62C5-AF84-1840-9354-90B68465E0ED}" type="datetime1">
              <a:rPr lang="es-ES" smtClean="0"/>
              <a:t>8/11/18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F7D86-D60E-0848-A9D8-D33F912E440A}" type="datetime1">
              <a:rPr lang="es-ES" smtClean="0"/>
              <a:t>8/11/18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DF48-1420-0A49-AACF-3597D66B632B}" type="datetime1">
              <a:rPr lang="es-ES" smtClean="0"/>
              <a:t>8/11/18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069C09A-E815-8242-B7BB-D3586B7198C9}" type="datetime1">
              <a:rPr lang="es-ES" smtClean="0"/>
              <a:t>8/11/18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CEF87-77F7-1146-81FA-89BCC079B1E8}" type="datetime1">
              <a:rPr lang="es-ES" smtClean="0"/>
              <a:t>8/11/18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r>
              <a:rPr lang="es-ES"/>
              <a:t>Índice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9472691-3C09-6B46-94D6-73AF616A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2</a:t>
            </a:fld>
            <a:endParaRPr lang="es-ES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0158827"/>
              </p:ext>
            </p:extLst>
          </p:nvPr>
        </p:nvGraphicFramePr>
        <p:xfrm>
          <a:off x="2352582" y="2075649"/>
          <a:ext cx="7486835" cy="4017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62773"/>
            <a:ext cx="8610600" cy="1293028"/>
          </a:xfrm>
        </p:spPr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87412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35</Words>
  <Application>Microsoft Macintosh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Century Gothic</vt:lpstr>
      <vt:lpstr>Estela de condensación</vt:lpstr>
      <vt:lpstr>Proyecto MeCuida</vt:lpstr>
      <vt:lpstr>Índice</vt:lpstr>
      <vt:lpstr>Introducción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Constantin Boby Nicusor</dc:creator>
  <cp:lastModifiedBy>Constantin Boby Nicusor</cp:lastModifiedBy>
  <cp:revision>3</cp:revision>
  <dcterms:created xsi:type="dcterms:W3CDTF">2018-11-08T18:29:11Z</dcterms:created>
  <dcterms:modified xsi:type="dcterms:W3CDTF">2018-11-08T18:49:38Z</dcterms:modified>
</cp:coreProperties>
</file>