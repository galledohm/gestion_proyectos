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1434" y="6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4B246F-00B5-4610-86EB-ACE0B8B7FA38}" type="doc">
      <dgm:prSet loTypeId="urn:microsoft.com/office/officeart/2005/8/layout/hierarchy6" loCatId="hierarchy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s-ES"/>
        </a:p>
      </dgm:t>
    </dgm:pt>
    <dgm:pt modelId="{984E7E1A-DD08-4E2E-A546-5DAB66C40362}">
      <dgm:prSet phldrT="[Texto]"/>
      <dgm:spPr/>
      <dgm:t>
        <a:bodyPr/>
        <a:lstStyle/>
        <a:p>
          <a:r>
            <a:rPr lang="es-ES_tradnl" dirty="0"/>
            <a:t>Proyecto </a:t>
          </a:r>
          <a:r>
            <a:rPr lang="es-ES_tradnl" dirty="0" err="1"/>
            <a:t>MeCuida</a:t>
          </a:r>
          <a:endParaRPr lang="es-ES" dirty="0"/>
        </a:p>
      </dgm:t>
    </dgm:pt>
    <dgm:pt modelId="{AE2E2423-B2F0-4C74-A8DB-4BBE21532EE2}" type="parTrans" cxnId="{585D811E-D1DC-4005-A2E1-10A91687431B}">
      <dgm:prSet/>
      <dgm:spPr/>
      <dgm:t>
        <a:bodyPr/>
        <a:lstStyle/>
        <a:p>
          <a:endParaRPr lang="es-ES"/>
        </a:p>
      </dgm:t>
    </dgm:pt>
    <dgm:pt modelId="{54838042-35A6-423A-9D5B-CC6E4DD67A85}" type="sibTrans" cxnId="{585D811E-D1DC-4005-A2E1-10A91687431B}">
      <dgm:prSet/>
      <dgm:spPr/>
      <dgm:t>
        <a:bodyPr/>
        <a:lstStyle/>
        <a:p>
          <a:endParaRPr lang="es-ES"/>
        </a:p>
      </dgm:t>
    </dgm:pt>
    <dgm:pt modelId="{8D053341-47DE-4A56-8DB5-F4344314674C}">
      <dgm:prSet phldrT="[Texto]"/>
      <dgm:spPr/>
      <dgm:t>
        <a:bodyPr/>
        <a:lstStyle/>
        <a:p>
          <a:r>
            <a:rPr lang="es-ES_tradnl" dirty="0"/>
            <a:t>2. Análisis</a:t>
          </a:r>
          <a:endParaRPr lang="es-ES" dirty="0"/>
        </a:p>
      </dgm:t>
    </dgm:pt>
    <dgm:pt modelId="{EBD4D5EB-965D-43EB-B803-B2DBA1A47692}" type="parTrans" cxnId="{A1A42AC5-B3CA-474B-A03B-83A5BC59A4EF}">
      <dgm:prSet/>
      <dgm:spPr/>
      <dgm:t>
        <a:bodyPr/>
        <a:lstStyle/>
        <a:p>
          <a:endParaRPr lang="es-ES"/>
        </a:p>
      </dgm:t>
    </dgm:pt>
    <dgm:pt modelId="{176D6055-7813-445A-AD4E-B8512697E12E}" type="sibTrans" cxnId="{A1A42AC5-B3CA-474B-A03B-83A5BC59A4EF}">
      <dgm:prSet/>
      <dgm:spPr/>
      <dgm:t>
        <a:bodyPr/>
        <a:lstStyle/>
        <a:p>
          <a:endParaRPr lang="es-ES"/>
        </a:p>
      </dgm:t>
    </dgm:pt>
    <dgm:pt modelId="{EFFA102A-5D82-49D3-A6E7-45C00C42107B}">
      <dgm:prSet phldrT="[Texto]"/>
      <dgm:spPr/>
      <dgm:t>
        <a:bodyPr/>
        <a:lstStyle/>
        <a:p>
          <a:r>
            <a:rPr lang="es-ES_tradnl" dirty="0"/>
            <a:t>2.1. Requerimientos</a:t>
          </a:r>
          <a:endParaRPr lang="es-ES" dirty="0"/>
        </a:p>
      </dgm:t>
    </dgm:pt>
    <dgm:pt modelId="{DFFEDB4F-CB16-440A-AC1A-1DC7D4CDB94A}" type="parTrans" cxnId="{1A0C89BF-D174-4ED0-8083-1CC9998E7155}">
      <dgm:prSet/>
      <dgm:spPr/>
      <dgm:t>
        <a:bodyPr/>
        <a:lstStyle/>
        <a:p>
          <a:endParaRPr lang="es-ES"/>
        </a:p>
      </dgm:t>
    </dgm:pt>
    <dgm:pt modelId="{B62333E8-4DCB-4AEF-9231-01F6B6767A44}" type="sibTrans" cxnId="{1A0C89BF-D174-4ED0-8083-1CC9998E7155}">
      <dgm:prSet/>
      <dgm:spPr/>
      <dgm:t>
        <a:bodyPr/>
        <a:lstStyle/>
        <a:p>
          <a:endParaRPr lang="es-ES"/>
        </a:p>
      </dgm:t>
    </dgm:pt>
    <dgm:pt modelId="{F27108DA-E888-48DE-8C97-7FDC95CC2EF6}">
      <dgm:prSet phldrT="[Texto]"/>
      <dgm:spPr/>
      <dgm:t>
        <a:bodyPr/>
        <a:lstStyle/>
        <a:p>
          <a:r>
            <a:rPr lang="es-ES_tradnl" dirty="0"/>
            <a:t>7. Cierre</a:t>
          </a:r>
          <a:endParaRPr lang="es-ES" dirty="0"/>
        </a:p>
      </dgm:t>
    </dgm:pt>
    <dgm:pt modelId="{39401BF9-8334-48FD-97B1-B5FF75DD8ED7}" type="parTrans" cxnId="{3678BB3C-ABCE-4036-8BF9-7D306D14FF35}">
      <dgm:prSet/>
      <dgm:spPr/>
      <dgm:t>
        <a:bodyPr/>
        <a:lstStyle/>
        <a:p>
          <a:endParaRPr lang="es-ES"/>
        </a:p>
      </dgm:t>
    </dgm:pt>
    <dgm:pt modelId="{66761398-FF62-4B70-AD78-EE255350EFAC}" type="sibTrans" cxnId="{3678BB3C-ABCE-4036-8BF9-7D306D14FF35}">
      <dgm:prSet/>
      <dgm:spPr/>
      <dgm:t>
        <a:bodyPr/>
        <a:lstStyle/>
        <a:p>
          <a:endParaRPr lang="es-ES"/>
        </a:p>
      </dgm:t>
    </dgm:pt>
    <dgm:pt modelId="{910FF4E3-4B73-471E-A733-428EDE879319}">
      <dgm:prSet phldrT="[Texto]"/>
      <dgm:spPr/>
      <dgm:t>
        <a:bodyPr/>
        <a:lstStyle/>
        <a:p>
          <a:r>
            <a:rPr lang="es-ES_tradnl" dirty="0"/>
            <a:t>7.1. Implementación final</a:t>
          </a:r>
          <a:endParaRPr lang="es-ES" dirty="0"/>
        </a:p>
      </dgm:t>
    </dgm:pt>
    <dgm:pt modelId="{F9806694-F79F-4F0F-B80B-D8AEC14A4AE4}" type="parTrans" cxnId="{1DB74C26-04B0-46CF-914A-E108FAEBA0D6}">
      <dgm:prSet/>
      <dgm:spPr/>
      <dgm:t>
        <a:bodyPr/>
        <a:lstStyle/>
        <a:p>
          <a:endParaRPr lang="es-ES"/>
        </a:p>
      </dgm:t>
    </dgm:pt>
    <dgm:pt modelId="{1559325B-7160-4295-9AC9-2388904B54D3}" type="sibTrans" cxnId="{1DB74C26-04B0-46CF-914A-E108FAEBA0D6}">
      <dgm:prSet/>
      <dgm:spPr/>
      <dgm:t>
        <a:bodyPr/>
        <a:lstStyle/>
        <a:p>
          <a:endParaRPr lang="es-ES"/>
        </a:p>
      </dgm:t>
    </dgm:pt>
    <dgm:pt modelId="{FB132DEB-3EBB-4B7B-9E10-1EA28E437B0C}">
      <dgm:prSet/>
      <dgm:spPr/>
      <dgm:t>
        <a:bodyPr/>
        <a:lstStyle/>
        <a:p>
          <a:r>
            <a:rPr lang="es-ES_tradnl" dirty="0"/>
            <a:t>5. Formación</a:t>
          </a:r>
          <a:endParaRPr lang="es-ES" dirty="0"/>
        </a:p>
      </dgm:t>
    </dgm:pt>
    <dgm:pt modelId="{84BE1630-6BEF-48BE-BEB4-441EA60AE7C5}" type="parTrans" cxnId="{7C3DE64C-953A-4B36-89BF-C3A300F94624}">
      <dgm:prSet/>
      <dgm:spPr/>
      <dgm:t>
        <a:bodyPr/>
        <a:lstStyle/>
        <a:p>
          <a:endParaRPr lang="es-ES"/>
        </a:p>
      </dgm:t>
    </dgm:pt>
    <dgm:pt modelId="{3DA0803E-74EB-47A7-880B-91D87ACD481A}" type="sibTrans" cxnId="{7C3DE64C-953A-4B36-89BF-C3A300F94624}">
      <dgm:prSet/>
      <dgm:spPr/>
      <dgm:t>
        <a:bodyPr/>
        <a:lstStyle/>
        <a:p>
          <a:endParaRPr lang="es-ES"/>
        </a:p>
      </dgm:t>
    </dgm:pt>
    <dgm:pt modelId="{6169ABB3-9EA3-4A97-9BDB-7BF1A5E8319C}">
      <dgm:prSet/>
      <dgm:spPr/>
      <dgm:t>
        <a:bodyPr/>
        <a:lstStyle/>
        <a:p>
          <a:r>
            <a:rPr lang="es-ES_tradnl" dirty="0"/>
            <a:t>6. Integración y pruebas</a:t>
          </a:r>
          <a:endParaRPr lang="es-ES" dirty="0"/>
        </a:p>
      </dgm:t>
    </dgm:pt>
    <dgm:pt modelId="{28EC855E-094C-4BED-9FB2-2C030C8FFA45}" type="parTrans" cxnId="{44BC1EE3-FF57-452E-9F1C-1297E9ECAE80}">
      <dgm:prSet/>
      <dgm:spPr/>
      <dgm:t>
        <a:bodyPr/>
        <a:lstStyle/>
        <a:p>
          <a:endParaRPr lang="es-ES"/>
        </a:p>
      </dgm:t>
    </dgm:pt>
    <dgm:pt modelId="{5DD54D20-2A68-4F1C-81FF-4637F3180AB6}" type="sibTrans" cxnId="{44BC1EE3-FF57-452E-9F1C-1297E9ECAE80}">
      <dgm:prSet/>
      <dgm:spPr/>
      <dgm:t>
        <a:bodyPr/>
        <a:lstStyle/>
        <a:p>
          <a:endParaRPr lang="es-ES"/>
        </a:p>
      </dgm:t>
    </dgm:pt>
    <dgm:pt modelId="{95F92B39-5BD1-41DA-921B-40270E333897}">
      <dgm:prSet/>
      <dgm:spPr/>
      <dgm:t>
        <a:bodyPr/>
        <a:lstStyle/>
        <a:p>
          <a:r>
            <a:rPr lang="es-ES_tradnl" dirty="0"/>
            <a:t>2.2. Contexto y Riesgos</a:t>
          </a:r>
          <a:endParaRPr lang="es-ES" dirty="0"/>
        </a:p>
      </dgm:t>
    </dgm:pt>
    <dgm:pt modelId="{78A11304-B47B-426C-80D9-23F105284D80}" type="parTrans" cxnId="{8A33DAC6-D9DF-4D48-B64D-808F92F2B77E}">
      <dgm:prSet/>
      <dgm:spPr/>
      <dgm:t>
        <a:bodyPr/>
        <a:lstStyle/>
        <a:p>
          <a:endParaRPr lang="es-ES"/>
        </a:p>
      </dgm:t>
    </dgm:pt>
    <dgm:pt modelId="{19CA03D8-84BD-45E9-ACB4-36731CEB3A27}" type="sibTrans" cxnId="{8A33DAC6-D9DF-4D48-B64D-808F92F2B77E}">
      <dgm:prSet/>
      <dgm:spPr/>
      <dgm:t>
        <a:bodyPr/>
        <a:lstStyle/>
        <a:p>
          <a:endParaRPr lang="es-ES"/>
        </a:p>
      </dgm:t>
    </dgm:pt>
    <dgm:pt modelId="{595FCBCB-6F4C-41E0-9D57-CC8BC973C07C}">
      <dgm:prSet/>
      <dgm:spPr/>
      <dgm:t>
        <a:bodyPr/>
        <a:lstStyle/>
        <a:p>
          <a:r>
            <a:rPr lang="es-ES_tradnl" dirty="0"/>
            <a:t>2.3.Identificación de Interesados</a:t>
          </a:r>
          <a:endParaRPr lang="es-ES" dirty="0"/>
        </a:p>
      </dgm:t>
    </dgm:pt>
    <dgm:pt modelId="{51635E7D-94AB-42DB-A23F-6B9E2711ADB8}" type="parTrans" cxnId="{CE25B188-AF7E-45A6-B483-2C1585C607A0}">
      <dgm:prSet/>
      <dgm:spPr/>
      <dgm:t>
        <a:bodyPr/>
        <a:lstStyle/>
        <a:p>
          <a:endParaRPr lang="es-ES"/>
        </a:p>
      </dgm:t>
    </dgm:pt>
    <dgm:pt modelId="{0B43550C-8A90-4189-9B67-1225304E0089}" type="sibTrans" cxnId="{CE25B188-AF7E-45A6-B483-2C1585C607A0}">
      <dgm:prSet/>
      <dgm:spPr/>
      <dgm:t>
        <a:bodyPr/>
        <a:lstStyle/>
        <a:p>
          <a:endParaRPr lang="es-ES"/>
        </a:p>
      </dgm:t>
    </dgm:pt>
    <dgm:pt modelId="{638D4A18-E8B7-45E5-8EAA-4C0D29849159}">
      <dgm:prSet/>
      <dgm:spPr/>
      <dgm:t>
        <a:bodyPr/>
        <a:lstStyle/>
        <a:p>
          <a:r>
            <a:rPr lang="es-ES_tradnl" dirty="0"/>
            <a:t>3.1. Reuniones</a:t>
          </a:r>
          <a:endParaRPr lang="es-ES" dirty="0"/>
        </a:p>
      </dgm:t>
    </dgm:pt>
    <dgm:pt modelId="{6331599E-52B8-4A6C-B3A0-6191E729069E}" type="parTrans" cxnId="{D47CA79C-8F8E-4F6C-B4A4-DC7B0D45936D}">
      <dgm:prSet/>
      <dgm:spPr/>
      <dgm:t>
        <a:bodyPr/>
        <a:lstStyle/>
        <a:p>
          <a:endParaRPr lang="es-ES"/>
        </a:p>
      </dgm:t>
    </dgm:pt>
    <dgm:pt modelId="{96BDABD5-5B11-468E-B806-E97AD8AE4AFA}" type="sibTrans" cxnId="{D47CA79C-8F8E-4F6C-B4A4-DC7B0D45936D}">
      <dgm:prSet/>
      <dgm:spPr/>
      <dgm:t>
        <a:bodyPr/>
        <a:lstStyle/>
        <a:p>
          <a:endParaRPr lang="es-ES"/>
        </a:p>
      </dgm:t>
    </dgm:pt>
    <dgm:pt modelId="{D692D1F3-8B04-4096-AA22-E14E93E2AD30}">
      <dgm:prSet/>
      <dgm:spPr/>
      <dgm:t>
        <a:bodyPr/>
        <a:lstStyle/>
        <a:p>
          <a:r>
            <a:rPr lang="es-ES_tradnl" dirty="0"/>
            <a:t>3.3. Calidad y Validación</a:t>
          </a:r>
          <a:endParaRPr lang="es-ES" dirty="0"/>
        </a:p>
      </dgm:t>
    </dgm:pt>
    <dgm:pt modelId="{D4015DCB-90CE-418D-BA17-E20EB5979634}" type="parTrans" cxnId="{30A55F96-8DA0-4EC1-A524-A47232E0498E}">
      <dgm:prSet/>
      <dgm:spPr/>
      <dgm:t>
        <a:bodyPr/>
        <a:lstStyle/>
        <a:p>
          <a:endParaRPr lang="es-ES"/>
        </a:p>
      </dgm:t>
    </dgm:pt>
    <dgm:pt modelId="{9DF5544D-7133-4BEC-80D5-5F4AB2FCACF0}" type="sibTrans" cxnId="{30A55F96-8DA0-4EC1-A524-A47232E0498E}">
      <dgm:prSet/>
      <dgm:spPr/>
      <dgm:t>
        <a:bodyPr/>
        <a:lstStyle/>
        <a:p>
          <a:endParaRPr lang="es-ES"/>
        </a:p>
      </dgm:t>
    </dgm:pt>
    <dgm:pt modelId="{1CCEED45-57D7-4641-81C9-5908579CE245}">
      <dgm:prSet/>
      <dgm:spPr/>
      <dgm:t>
        <a:bodyPr/>
        <a:lstStyle/>
        <a:p>
          <a:r>
            <a:rPr lang="es-ES_tradnl" dirty="0"/>
            <a:t>3.4. Costes</a:t>
          </a:r>
          <a:endParaRPr lang="es-ES" dirty="0"/>
        </a:p>
      </dgm:t>
    </dgm:pt>
    <dgm:pt modelId="{0B8E2C65-A4D7-4B41-A006-CAAA09EDACC5}" type="parTrans" cxnId="{8237BEE0-D1B1-440F-9385-3C24B42C9D37}">
      <dgm:prSet/>
      <dgm:spPr/>
      <dgm:t>
        <a:bodyPr/>
        <a:lstStyle/>
        <a:p>
          <a:endParaRPr lang="es-ES"/>
        </a:p>
      </dgm:t>
    </dgm:pt>
    <dgm:pt modelId="{3565B9CB-B1EE-400D-B2B9-2B551D737D10}" type="sibTrans" cxnId="{8237BEE0-D1B1-440F-9385-3C24B42C9D37}">
      <dgm:prSet/>
      <dgm:spPr/>
      <dgm:t>
        <a:bodyPr/>
        <a:lstStyle/>
        <a:p>
          <a:endParaRPr lang="es-ES"/>
        </a:p>
      </dgm:t>
    </dgm:pt>
    <dgm:pt modelId="{C6E69E37-3961-44EE-94E9-D23872BEE4C9}">
      <dgm:prSet/>
      <dgm:spPr/>
      <dgm:t>
        <a:bodyPr/>
        <a:lstStyle/>
        <a:p>
          <a:r>
            <a:rPr lang="es-ES_tradnl" dirty="0"/>
            <a:t>4.2. Control de procesos</a:t>
          </a:r>
          <a:endParaRPr lang="es-ES" dirty="0"/>
        </a:p>
      </dgm:t>
    </dgm:pt>
    <dgm:pt modelId="{39E7187F-BF44-4434-ABA8-1C914D1E277A}" type="parTrans" cxnId="{6C09A7CF-ED9E-4F5C-A208-29FC73FCD37A}">
      <dgm:prSet/>
      <dgm:spPr/>
      <dgm:t>
        <a:bodyPr/>
        <a:lstStyle/>
        <a:p>
          <a:endParaRPr lang="es-ES"/>
        </a:p>
      </dgm:t>
    </dgm:pt>
    <dgm:pt modelId="{DEA9B8DE-9278-41C4-8958-F47B791467F4}" type="sibTrans" cxnId="{6C09A7CF-ED9E-4F5C-A208-29FC73FCD37A}">
      <dgm:prSet/>
      <dgm:spPr/>
      <dgm:t>
        <a:bodyPr/>
        <a:lstStyle/>
        <a:p>
          <a:endParaRPr lang="es-ES"/>
        </a:p>
      </dgm:t>
    </dgm:pt>
    <dgm:pt modelId="{DEA8DC5E-722E-4FFF-BA91-EA999F6AAE91}">
      <dgm:prSet/>
      <dgm:spPr/>
      <dgm:t>
        <a:bodyPr/>
        <a:lstStyle/>
        <a:p>
          <a:r>
            <a:rPr lang="es-ES_tradnl" dirty="0"/>
            <a:t>4.2. Gestión de compras</a:t>
          </a:r>
          <a:endParaRPr lang="es-ES" dirty="0"/>
        </a:p>
      </dgm:t>
    </dgm:pt>
    <dgm:pt modelId="{CA5091F9-074B-4255-B185-C09D0BE2BF7B}" type="parTrans" cxnId="{8AF7D83C-2A35-4B4E-9A89-87807C35D1FB}">
      <dgm:prSet/>
      <dgm:spPr/>
      <dgm:t>
        <a:bodyPr/>
        <a:lstStyle/>
        <a:p>
          <a:endParaRPr lang="es-ES"/>
        </a:p>
      </dgm:t>
    </dgm:pt>
    <dgm:pt modelId="{64D4773E-534A-4E7B-A0A1-8D87DE867EA7}" type="sibTrans" cxnId="{8AF7D83C-2A35-4B4E-9A89-87807C35D1FB}">
      <dgm:prSet/>
      <dgm:spPr/>
      <dgm:t>
        <a:bodyPr/>
        <a:lstStyle/>
        <a:p>
          <a:endParaRPr lang="es-ES"/>
        </a:p>
      </dgm:t>
    </dgm:pt>
    <dgm:pt modelId="{142E7667-7801-477A-80B1-678DFCEE8B9B}">
      <dgm:prSet/>
      <dgm:spPr/>
      <dgm:t>
        <a:bodyPr/>
        <a:lstStyle/>
        <a:p>
          <a:r>
            <a:rPr lang="es-ES_tradnl" dirty="0"/>
            <a:t>5.1. Cursos</a:t>
          </a:r>
          <a:endParaRPr lang="es-ES" dirty="0"/>
        </a:p>
      </dgm:t>
    </dgm:pt>
    <dgm:pt modelId="{ACDCB4B0-FE3A-4189-B855-4AF36F6C0D74}" type="parTrans" cxnId="{4236410F-A92F-4C87-BF14-3DA943DADA64}">
      <dgm:prSet/>
      <dgm:spPr/>
      <dgm:t>
        <a:bodyPr/>
        <a:lstStyle/>
        <a:p>
          <a:endParaRPr lang="es-ES"/>
        </a:p>
      </dgm:t>
    </dgm:pt>
    <dgm:pt modelId="{5C06A405-8210-48F4-A408-225051F39FBE}" type="sibTrans" cxnId="{4236410F-A92F-4C87-BF14-3DA943DADA64}">
      <dgm:prSet/>
      <dgm:spPr/>
      <dgm:t>
        <a:bodyPr/>
        <a:lstStyle/>
        <a:p>
          <a:endParaRPr lang="es-ES"/>
        </a:p>
      </dgm:t>
    </dgm:pt>
    <dgm:pt modelId="{6343E979-4FE4-4A70-B59E-3E22D3659816}">
      <dgm:prSet/>
      <dgm:spPr/>
      <dgm:t>
        <a:bodyPr/>
        <a:lstStyle/>
        <a:p>
          <a:r>
            <a:rPr lang="es-ES_tradnl" dirty="0"/>
            <a:t>5.2. Personal</a:t>
          </a:r>
          <a:endParaRPr lang="es-ES" dirty="0"/>
        </a:p>
      </dgm:t>
    </dgm:pt>
    <dgm:pt modelId="{7A8423F9-E18F-49C7-AF47-88948CD8E18D}" type="parTrans" cxnId="{E66A6DFA-838B-4265-BAE3-732A6B928409}">
      <dgm:prSet/>
      <dgm:spPr/>
      <dgm:t>
        <a:bodyPr/>
        <a:lstStyle/>
        <a:p>
          <a:endParaRPr lang="es-ES"/>
        </a:p>
      </dgm:t>
    </dgm:pt>
    <dgm:pt modelId="{A2AAA9C3-C9BC-414E-AD60-200EF2F1EFA3}" type="sibTrans" cxnId="{E66A6DFA-838B-4265-BAE3-732A6B928409}">
      <dgm:prSet/>
      <dgm:spPr/>
      <dgm:t>
        <a:bodyPr/>
        <a:lstStyle/>
        <a:p>
          <a:endParaRPr lang="es-ES"/>
        </a:p>
      </dgm:t>
    </dgm:pt>
    <dgm:pt modelId="{90E52BB7-1EB0-47DC-82EE-28BBD13D64E9}">
      <dgm:prSet/>
      <dgm:spPr/>
      <dgm:t>
        <a:bodyPr/>
        <a:lstStyle/>
        <a:p>
          <a:r>
            <a:rPr lang="es-ES_tradnl" dirty="0"/>
            <a:t>5.3 Documentación</a:t>
          </a:r>
          <a:endParaRPr lang="es-ES" dirty="0"/>
        </a:p>
      </dgm:t>
    </dgm:pt>
    <dgm:pt modelId="{7B0BD396-2B46-40BD-AC76-2EF21EDDDC81}" type="parTrans" cxnId="{8BBAB2EF-486F-4C2D-8E6B-30F22B08CEDE}">
      <dgm:prSet/>
      <dgm:spPr/>
      <dgm:t>
        <a:bodyPr/>
        <a:lstStyle/>
        <a:p>
          <a:endParaRPr lang="es-ES"/>
        </a:p>
      </dgm:t>
    </dgm:pt>
    <dgm:pt modelId="{6C2204E5-3FD4-4E2D-A0D8-AA639C5B78BB}" type="sibTrans" cxnId="{8BBAB2EF-486F-4C2D-8E6B-30F22B08CEDE}">
      <dgm:prSet/>
      <dgm:spPr/>
      <dgm:t>
        <a:bodyPr/>
        <a:lstStyle/>
        <a:p>
          <a:endParaRPr lang="es-ES"/>
        </a:p>
      </dgm:t>
    </dgm:pt>
    <dgm:pt modelId="{65164E71-4DD3-40F1-A30B-EC613D040542}">
      <dgm:prSet/>
      <dgm:spPr/>
      <dgm:t>
        <a:bodyPr/>
        <a:lstStyle/>
        <a:p>
          <a:r>
            <a:rPr lang="es-ES_tradnl" dirty="0"/>
            <a:t>5.4 Certificación</a:t>
          </a:r>
          <a:endParaRPr lang="es-ES" dirty="0"/>
        </a:p>
      </dgm:t>
    </dgm:pt>
    <dgm:pt modelId="{602223CB-CFD7-40C2-91FA-E4E1E82D12F8}" type="parTrans" cxnId="{CA998EDF-D1EC-4F21-BC02-F8E5D809124E}">
      <dgm:prSet/>
      <dgm:spPr/>
      <dgm:t>
        <a:bodyPr/>
        <a:lstStyle/>
        <a:p>
          <a:endParaRPr lang="es-ES"/>
        </a:p>
      </dgm:t>
    </dgm:pt>
    <dgm:pt modelId="{21CD02D9-E652-489A-8BF4-F425E3CF6D26}" type="sibTrans" cxnId="{CA998EDF-D1EC-4F21-BC02-F8E5D809124E}">
      <dgm:prSet/>
      <dgm:spPr/>
      <dgm:t>
        <a:bodyPr/>
        <a:lstStyle/>
        <a:p>
          <a:endParaRPr lang="es-ES"/>
        </a:p>
      </dgm:t>
    </dgm:pt>
    <dgm:pt modelId="{64108CB1-DB75-4E6C-B114-0F078EBFAA65}">
      <dgm:prSet/>
      <dgm:spPr/>
      <dgm:t>
        <a:bodyPr/>
        <a:lstStyle/>
        <a:p>
          <a:r>
            <a:rPr lang="es-ES_tradnl" dirty="0"/>
            <a:t>6.1. Integración en muestra</a:t>
          </a:r>
          <a:endParaRPr lang="es-ES" dirty="0"/>
        </a:p>
      </dgm:t>
    </dgm:pt>
    <dgm:pt modelId="{4672E1E4-8BCB-4F8A-9715-DD03D099E9B8}" type="parTrans" cxnId="{8F9BFC49-62BA-4DBB-A4FA-FDF3587EA851}">
      <dgm:prSet/>
      <dgm:spPr/>
      <dgm:t>
        <a:bodyPr/>
        <a:lstStyle/>
        <a:p>
          <a:endParaRPr lang="es-ES"/>
        </a:p>
      </dgm:t>
    </dgm:pt>
    <dgm:pt modelId="{926064D3-9C23-498F-82E9-95C446588308}" type="sibTrans" cxnId="{8F9BFC49-62BA-4DBB-A4FA-FDF3587EA851}">
      <dgm:prSet/>
      <dgm:spPr/>
      <dgm:t>
        <a:bodyPr/>
        <a:lstStyle/>
        <a:p>
          <a:endParaRPr lang="es-ES"/>
        </a:p>
      </dgm:t>
    </dgm:pt>
    <dgm:pt modelId="{210E38F1-6443-4897-BC67-3DC469B10B3A}">
      <dgm:prSet/>
      <dgm:spPr/>
      <dgm:t>
        <a:bodyPr/>
        <a:lstStyle/>
        <a:p>
          <a:r>
            <a:rPr lang="es-ES_tradnl" dirty="0"/>
            <a:t>6.2. Obtención de resultados</a:t>
          </a:r>
          <a:endParaRPr lang="es-ES" dirty="0"/>
        </a:p>
      </dgm:t>
    </dgm:pt>
    <dgm:pt modelId="{658605B8-67B6-4965-9219-87AD07A2BD57}" type="parTrans" cxnId="{6193E151-7B4B-421D-8E3E-D3E6FEF0B0BC}">
      <dgm:prSet/>
      <dgm:spPr/>
      <dgm:t>
        <a:bodyPr/>
        <a:lstStyle/>
        <a:p>
          <a:endParaRPr lang="es-ES"/>
        </a:p>
      </dgm:t>
    </dgm:pt>
    <dgm:pt modelId="{0132DBF9-A877-41CA-AAEC-9BACB1A6367E}" type="sibTrans" cxnId="{6193E151-7B4B-421D-8E3E-D3E6FEF0B0BC}">
      <dgm:prSet/>
      <dgm:spPr/>
      <dgm:t>
        <a:bodyPr/>
        <a:lstStyle/>
        <a:p>
          <a:endParaRPr lang="es-ES"/>
        </a:p>
      </dgm:t>
    </dgm:pt>
    <dgm:pt modelId="{E195E9F6-7564-48BE-A20F-8E15DF27D81A}">
      <dgm:prSet/>
      <dgm:spPr/>
      <dgm:t>
        <a:bodyPr/>
        <a:lstStyle/>
        <a:p>
          <a:r>
            <a:rPr lang="es-ES_tradnl" dirty="0"/>
            <a:t>6.3. Validación de resultados</a:t>
          </a:r>
          <a:endParaRPr lang="es-ES" dirty="0"/>
        </a:p>
      </dgm:t>
    </dgm:pt>
    <dgm:pt modelId="{D0F8BDB2-13EF-4738-B074-310F7068418D}" type="parTrans" cxnId="{B822AFDD-53D7-4668-990A-0FC76370D21F}">
      <dgm:prSet/>
      <dgm:spPr/>
      <dgm:t>
        <a:bodyPr/>
        <a:lstStyle/>
        <a:p>
          <a:endParaRPr lang="es-ES"/>
        </a:p>
      </dgm:t>
    </dgm:pt>
    <dgm:pt modelId="{4A84E83F-0A4E-451D-B074-37C705FAC49A}" type="sibTrans" cxnId="{B822AFDD-53D7-4668-990A-0FC76370D21F}">
      <dgm:prSet/>
      <dgm:spPr/>
      <dgm:t>
        <a:bodyPr/>
        <a:lstStyle/>
        <a:p>
          <a:endParaRPr lang="es-ES"/>
        </a:p>
      </dgm:t>
    </dgm:pt>
    <dgm:pt modelId="{2B9145D1-EB7E-4900-B323-62729B920F30}">
      <dgm:prSet/>
      <dgm:spPr/>
      <dgm:t>
        <a:bodyPr/>
        <a:lstStyle/>
        <a:p>
          <a:r>
            <a:rPr lang="es-ES_tradnl" dirty="0"/>
            <a:t>7.2. Documentación</a:t>
          </a:r>
          <a:endParaRPr lang="es-ES" dirty="0"/>
        </a:p>
      </dgm:t>
    </dgm:pt>
    <dgm:pt modelId="{5A1392F2-9813-4C0C-9524-55F25A946D72}" type="parTrans" cxnId="{E9FD1272-E01D-4880-BFDE-9A1AAA5292D5}">
      <dgm:prSet/>
      <dgm:spPr/>
      <dgm:t>
        <a:bodyPr/>
        <a:lstStyle/>
        <a:p>
          <a:endParaRPr lang="es-ES"/>
        </a:p>
      </dgm:t>
    </dgm:pt>
    <dgm:pt modelId="{FE9D72FD-6015-4C6F-8761-506C30B7F8B6}" type="sibTrans" cxnId="{E9FD1272-E01D-4880-BFDE-9A1AAA5292D5}">
      <dgm:prSet/>
      <dgm:spPr/>
      <dgm:t>
        <a:bodyPr/>
        <a:lstStyle/>
        <a:p>
          <a:endParaRPr lang="es-ES"/>
        </a:p>
      </dgm:t>
    </dgm:pt>
    <dgm:pt modelId="{E1A4E5F0-82C1-4444-9CDA-2EFE9A53106D}">
      <dgm:prSet phldrT="[Text]"/>
      <dgm:spPr/>
      <dgm:t>
        <a:bodyPr/>
        <a:lstStyle/>
        <a:p>
          <a:r>
            <a:rPr lang="en-US" dirty="0"/>
            <a:t>1. </a:t>
          </a:r>
          <a:r>
            <a:rPr lang="en-US" dirty="0" err="1"/>
            <a:t>Inicio</a:t>
          </a:r>
          <a:endParaRPr lang="es-ES" dirty="0"/>
        </a:p>
      </dgm:t>
    </dgm:pt>
    <dgm:pt modelId="{FC8D3CF0-2901-4A86-BB1A-052FBF8D6B11}" type="parTrans" cxnId="{362B10BB-9CBA-499E-B87E-549CB8B04D92}">
      <dgm:prSet/>
      <dgm:spPr/>
      <dgm:t>
        <a:bodyPr/>
        <a:lstStyle/>
        <a:p>
          <a:endParaRPr lang="es-ES"/>
        </a:p>
      </dgm:t>
    </dgm:pt>
    <dgm:pt modelId="{1F038FBC-60CA-48E2-9EB7-A456DEFE1AE4}" type="sibTrans" cxnId="{362B10BB-9CBA-499E-B87E-549CB8B04D92}">
      <dgm:prSet/>
      <dgm:spPr/>
      <dgm:t>
        <a:bodyPr/>
        <a:lstStyle/>
        <a:p>
          <a:endParaRPr lang="es-ES"/>
        </a:p>
      </dgm:t>
    </dgm:pt>
    <dgm:pt modelId="{8FAE6191-0821-4960-BC96-F58E46C703A9}">
      <dgm:prSet/>
      <dgm:spPr/>
      <dgm:t>
        <a:bodyPr/>
        <a:lstStyle/>
        <a:p>
          <a:r>
            <a:rPr lang="es-ES_tradnl" dirty="0"/>
            <a:t>3. Planificación</a:t>
          </a:r>
          <a:endParaRPr lang="es-ES" dirty="0"/>
        </a:p>
      </dgm:t>
    </dgm:pt>
    <dgm:pt modelId="{D7A373A9-FF3D-4DB9-BAA4-871B43426D41}" type="sibTrans" cxnId="{1A358F98-1340-4BF0-A227-6269E1BC5FDB}">
      <dgm:prSet/>
      <dgm:spPr/>
      <dgm:t>
        <a:bodyPr/>
        <a:lstStyle/>
        <a:p>
          <a:endParaRPr lang="es-ES"/>
        </a:p>
      </dgm:t>
    </dgm:pt>
    <dgm:pt modelId="{4CC81563-AFF2-44A9-B9B0-EF1C87661122}" type="parTrans" cxnId="{1A358F98-1340-4BF0-A227-6269E1BC5FDB}">
      <dgm:prSet/>
      <dgm:spPr/>
      <dgm:t>
        <a:bodyPr/>
        <a:lstStyle/>
        <a:p>
          <a:endParaRPr lang="es-ES"/>
        </a:p>
      </dgm:t>
    </dgm:pt>
    <dgm:pt modelId="{FF50E59C-F10C-40A6-8558-2A7E5F304E5C}">
      <dgm:prSet/>
      <dgm:spPr/>
      <dgm:t>
        <a:bodyPr/>
        <a:lstStyle/>
        <a:p>
          <a:r>
            <a:rPr lang="es-ES_tradnl" dirty="0"/>
            <a:t>4.1. Acuerdos</a:t>
          </a:r>
          <a:endParaRPr lang="es-ES" dirty="0"/>
        </a:p>
      </dgm:t>
    </dgm:pt>
    <dgm:pt modelId="{44E55A98-4A09-4633-8BC8-3C1A3C60F82C}" type="parTrans" cxnId="{1B414D5E-DAE6-43F4-8636-B9840380AF37}">
      <dgm:prSet/>
      <dgm:spPr/>
      <dgm:t>
        <a:bodyPr/>
        <a:lstStyle/>
        <a:p>
          <a:endParaRPr lang="es-ES"/>
        </a:p>
      </dgm:t>
    </dgm:pt>
    <dgm:pt modelId="{CE397DF0-0DE8-4FA7-B0E1-41D1DCB9AFE5}" type="sibTrans" cxnId="{1B414D5E-DAE6-43F4-8636-B9840380AF37}">
      <dgm:prSet/>
      <dgm:spPr/>
      <dgm:t>
        <a:bodyPr/>
        <a:lstStyle/>
        <a:p>
          <a:endParaRPr lang="es-ES"/>
        </a:p>
      </dgm:t>
    </dgm:pt>
    <dgm:pt modelId="{46EFE5C5-7E26-4632-AB0D-CFDE009726AC}">
      <dgm:prSet/>
      <dgm:spPr/>
      <dgm:t>
        <a:bodyPr/>
        <a:lstStyle/>
        <a:p>
          <a:r>
            <a:rPr lang="es-ES_tradnl" dirty="0"/>
            <a:t>4. Desarrollo</a:t>
          </a:r>
          <a:endParaRPr lang="es-ES" dirty="0"/>
        </a:p>
      </dgm:t>
    </dgm:pt>
    <dgm:pt modelId="{5914253C-0C02-433E-BBB4-A56090EFD1EA}" type="sibTrans" cxnId="{242DF2D3-F3A7-4348-A721-6000EAFAE055}">
      <dgm:prSet/>
      <dgm:spPr/>
      <dgm:t>
        <a:bodyPr/>
        <a:lstStyle/>
        <a:p>
          <a:endParaRPr lang="es-ES"/>
        </a:p>
      </dgm:t>
    </dgm:pt>
    <dgm:pt modelId="{8EBD0BB1-A983-499A-AFE0-A135C6D6EAF4}" type="parTrans" cxnId="{242DF2D3-F3A7-4348-A721-6000EAFAE055}">
      <dgm:prSet/>
      <dgm:spPr/>
      <dgm:t>
        <a:bodyPr/>
        <a:lstStyle/>
        <a:p>
          <a:endParaRPr lang="es-ES"/>
        </a:p>
      </dgm:t>
    </dgm:pt>
    <dgm:pt modelId="{A9C89BFF-0134-47A9-B18B-7F769EAE5F3A}">
      <dgm:prSet/>
      <dgm:spPr/>
      <dgm:t>
        <a:bodyPr/>
        <a:lstStyle/>
        <a:p>
          <a:r>
            <a:rPr lang="es-ES_tradnl" dirty="0"/>
            <a:t>3.2. Cronograma</a:t>
          </a:r>
          <a:endParaRPr lang="es-ES" dirty="0"/>
        </a:p>
      </dgm:t>
    </dgm:pt>
    <dgm:pt modelId="{76C26345-8BCA-4CE2-B48B-2D33FBBB060B}" type="parTrans" cxnId="{B391775D-525A-4463-8187-54DC5ADE9173}">
      <dgm:prSet/>
      <dgm:spPr/>
      <dgm:t>
        <a:bodyPr/>
        <a:lstStyle/>
        <a:p>
          <a:endParaRPr lang="es-ES"/>
        </a:p>
      </dgm:t>
    </dgm:pt>
    <dgm:pt modelId="{9B9C4B6C-A25D-4B6F-9C1D-204100944D66}" type="sibTrans" cxnId="{B391775D-525A-4463-8187-54DC5ADE9173}">
      <dgm:prSet/>
      <dgm:spPr/>
      <dgm:t>
        <a:bodyPr/>
        <a:lstStyle/>
        <a:p>
          <a:endParaRPr lang="es-ES"/>
        </a:p>
      </dgm:t>
    </dgm:pt>
    <dgm:pt modelId="{F9922D17-25E5-4FD7-B1AA-578A1B7C65C6}">
      <dgm:prSet phldrT="[Text]"/>
      <dgm:spPr/>
      <dgm:t>
        <a:bodyPr/>
        <a:lstStyle/>
        <a:p>
          <a:r>
            <a:rPr lang="en-US" dirty="0"/>
            <a:t>3.5. RRHH</a:t>
          </a:r>
          <a:endParaRPr lang="es-ES" dirty="0"/>
        </a:p>
      </dgm:t>
    </dgm:pt>
    <dgm:pt modelId="{B3339EB3-2CFC-4D27-A28B-A1DA1C20A05A}" type="parTrans" cxnId="{9DA529F3-75D9-4F31-936B-4F5E7915B8A6}">
      <dgm:prSet/>
      <dgm:spPr/>
      <dgm:t>
        <a:bodyPr/>
        <a:lstStyle/>
        <a:p>
          <a:endParaRPr lang="es-ES"/>
        </a:p>
      </dgm:t>
    </dgm:pt>
    <dgm:pt modelId="{87586727-6439-4071-A1E4-91EA3F157492}" type="sibTrans" cxnId="{9DA529F3-75D9-4F31-936B-4F5E7915B8A6}">
      <dgm:prSet/>
      <dgm:spPr/>
      <dgm:t>
        <a:bodyPr/>
        <a:lstStyle/>
        <a:p>
          <a:endParaRPr lang="es-ES"/>
        </a:p>
      </dgm:t>
    </dgm:pt>
    <dgm:pt modelId="{82C78B36-0FA6-435A-86B9-9330BA5F59EB}">
      <dgm:prSet phldrT="[Text]"/>
      <dgm:spPr/>
      <dgm:t>
        <a:bodyPr/>
        <a:lstStyle/>
        <a:p>
          <a:r>
            <a:rPr lang="en-US" dirty="0"/>
            <a:t>3.6. </a:t>
          </a:r>
          <a:r>
            <a:rPr lang="en-US" dirty="0" err="1"/>
            <a:t>Riesgos</a:t>
          </a:r>
          <a:endParaRPr lang="es-ES" dirty="0"/>
        </a:p>
      </dgm:t>
    </dgm:pt>
    <dgm:pt modelId="{EDC9A178-2154-4366-98B0-33B34586D7EA}" type="parTrans" cxnId="{77E3D7B8-FF68-4B8B-90B6-B8264E692A72}">
      <dgm:prSet/>
      <dgm:spPr/>
      <dgm:t>
        <a:bodyPr/>
        <a:lstStyle/>
        <a:p>
          <a:endParaRPr lang="es-ES"/>
        </a:p>
      </dgm:t>
    </dgm:pt>
    <dgm:pt modelId="{01114DF0-1419-4280-A420-E0C884386A4F}" type="sibTrans" cxnId="{77E3D7B8-FF68-4B8B-90B6-B8264E692A72}">
      <dgm:prSet/>
      <dgm:spPr/>
      <dgm:t>
        <a:bodyPr/>
        <a:lstStyle/>
        <a:p>
          <a:endParaRPr lang="es-ES"/>
        </a:p>
      </dgm:t>
    </dgm:pt>
    <dgm:pt modelId="{327FBF58-624F-4F1F-9921-6E06642364B9}" type="pres">
      <dgm:prSet presAssocID="{664B246F-00B5-4610-86EB-ACE0B8B7FA3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042D168-04ED-406A-BCDD-96683E332C13}" type="pres">
      <dgm:prSet presAssocID="{664B246F-00B5-4610-86EB-ACE0B8B7FA38}" presName="hierFlow" presStyleCnt="0"/>
      <dgm:spPr/>
    </dgm:pt>
    <dgm:pt modelId="{7FFCBE30-6850-4976-A6ED-5C6F49188539}" type="pres">
      <dgm:prSet presAssocID="{664B246F-00B5-4610-86EB-ACE0B8B7FA3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2405E1B-AD31-4EB2-A052-20046520C88A}" type="pres">
      <dgm:prSet presAssocID="{984E7E1A-DD08-4E2E-A546-5DAB66C40362}" presName="Name14" presStyleCnt="0"/>
      <dgm:spPr/>
    </dgm:pt>
    <dgm:pt modelId="{AA34BBA1-AEFC-405E-88F0-054659A90B63}" type="pres">
      <dgm:prSet presAssocID="{984E7E1A-DD08-4E2E-A546-5DAB66C40362}" presName="level1Shape" presStyleLbl="node0" presStyleIdx="0" presStyleCnt="1">
        <dgm:presLayoutVars>
          <dgm:chPref val="3"/>
        </dgm:presLayoutVars>
      </dgm:prSet>
      <dgm:spPr/>
    </dgm:pt>
    <dgm:pt modelId="{1310C93A-257F-43F9-9C19-53032BA77C1A}" type="pres">
      <dgm:prSet presAssocID="{984E7E1A-DD08-4E2E-A546-5DAB66C40362}" presName="hierChild2" presStyleCnt="0"/>
      <dgm:spPr/>
    </dgm:pt>
    <dgm:pt modelId="{909756E3-99E7-44AA-A3C7-19374AE5DAB8}" type="pres">
      <dgm:prSet presAssocID="{FC8D3CF0-2901-4A86-BB1A-052FBF8D6B11}" presName="Name19" presStyleLbl="parChTrans1D2" presStyleIdx="0" presStyleCnt="7"/>
      <dgm:spPr/>
    </dgm:pt>
    <dgm:pt modelId="{149939F9-980F-4A64-99A3-ADA2117BBF76}" type="pres">
      <dgm:prSet presAssocID="{E1A4E5F0-82C1-4444-9CDA-2EFE9A53106D}" presName="Name21" presStyleCnt="0"/>
      <dgm:spPr/>
    </dgm:pt>
    <dgm:pt modelId="{7AC0F532-950B-4237-B2A3-453E379DA90E}" type="pres">
      <dgm:prSet presAssocID="{E1A4E5F0-82C1-4444-9CDA-2EFE9A53106D}" presName="level2Shape" presStyleLbl="node2" presStyleIdx="0" presStyleCnt="7"/>
      <dgm:spPr/>
    </dgm:pt>
    <dgm:pt modelId="{9F017FD8-B1BC-4867-9605-53103D0083A2}" type="pres">
      <dgm:prSet presAssocID="{E1A4E5F0-82C1-4444-9CDA-2EFE9A53106D}" presName="hierChild3" presStyleCnt="0"/>
      <dgm:spPr/>
    </dgm:pt>
    <dgm:pt modelId="{6F2A1E2D-C6A8-49EA-9BF1-89BB72F13956}" type="pres">
      <dgm:prSet presAssocID="{EBD4D5EB-965D-43EB-B803-B2DBA1A47692}" presName="Name19" presStyleLbl="parChTrans1D2" presStyleIdx="1" presStyleCnt="7"/>
      <dgm:spPr/>
    </dgm:pt>
    <dgm:pt modelId="{21D72E1E-6071-433F-B914-13438C8D8E51}" type="pres">
      <dgm:prSet presAssocID="{8D053341-47DE-4A56-8DB5-F4344314674C}" presName="Name21" presStyleCnt="0"/>
      <dgm:spPr/>
    </dgm:pt>
    <dgm:pt modelId="{E3195452-4088-4894-8DFD-AE2BFA9054E4}" type="pres">
      <dgm:prSet presAssocID="{8D053341-47DE-4A56-8DB5-F4344314674C}" presName="level2Shape" presStyleLbl="node2" presStyleIdx="1" presStyleCnt="7"/>
      <dgm:spPr/>
    </dgm:pt>
    <dgm:pt modelId="{62F5AF95-DFA1-40C4-9CD2-C4F56FF6D824}" type="pres">
      <dgm:prSet presAssocID="{8D053341-47DE-4A56-8DB5-F4344314674C}" presName="hierChild3" presStyleCnt="0"/>
      <dgm:spPr/>
    </dgm:pt>
    <dgm:pt modelId="{CADF8BA8-4C18-4BCF-B785-1B1223495F63}" type="pres">
      <dgm:prSet presAssocID="{DFFEDB4F-CB16-440A-AC1A-1DC7D4CDB94A}" presName="Name19" presStyleLbl="parChTrans1D3" presStyleIdx="0" presStyleCnt="6"/>
      <dgm:spPr/>
    </dgm:pt>
    <dgm:pt modelId="{34D5AAE3-37A8-4E7C-819A-D19088BB043E}" type="pres">
      <dgm:prSet presAssocID="{EFFA102A-5D82-49D3-A6E7-45C00C42107B}" presName="Name21" presStyleCnt="0"/>
      <dgm:spPr/>
    </dgm:pt>
    <dgm:pt modelId="{C85E5849-5BD0-41A7-BC45-A54BCA8E87E7}" type="pres">
      <dgm:prSet presAssocID="{EFFA102A-5D82-49D3-A6E7-45C00C42107B}" presName="level2Shape" presStyleLbl="node3" presStyleIdx="0" presStyleCnt="6"/>
      <dgm:spPr/>
    </dgm:pt>
    <dgm:pt modelId="{DCB2E8AE-66FE-4AD6-880F-C593DC37301C}" type="pres">
      <dgm:prSet presAssocID="{EFFA102A-5D82-49D3-A6E7-45C00C42107B}" presName="hierChild3" presStyleCnt="0"/>
      <dgm:spPr/>
    </dgm:pt>
    <dgm:pt modelId="{38D40A92-1EB9-4FB5-ADC1-9A0DF87BEE8D}" type="pres">
      <dgm:prSet presAssocID="{78A11304-B47B-426C-80D9-23F105284D80}" presName="Name19" presStyleLbl="parChTrans1D4" presStyleIdx="0" presStyleCnt="15"/>
      <dgm:spPr/>
    </dgm:pt>
    <dgm:pt modelId="{59416600-D01D-44D5-A7DC-38ADD146E729}" type="pres">
      <dgm:prSet presAssocID="{95F92B39-5BD1-41DA-921B-40270E333897}" presName="Name21" presStyleCnt="0"/>
      <dgm:spPr/>
    </dgm:pt>
    <dgm:pt modelId="{D5810A6F-9BEC-4CA9-A2D9-D690ED127B30}" type="pres">
      <dgm:prSet presAssocID="{95F92B39-5BD1-41DA-921B-40270E333897}" presName="level2Shape" presStyleLbl="node4" presStyleIdx="0" presStyleCnt="15"/>
      <dgm:spPr/>
    </dgm:pt>
    <dgm:pt modelId="{D087C909-8EBC-4A41-82A3-F989599A6FCF}" type="pres">
      <dgm:prSet presAssocID="{95F92B39-5BD1-41DA-921B-40270E333897}" presName="hierChild3" presStyleCnt="0"/>
      <dgm:spPr/>
    </dgm:pt>
    <dgm:pt modelId="{03FC8A99-0567-4C91-89DE-DB16B2C0A767}" type="pres">
      <dgm:prSet presAssocID="{51635E7D-94AB-42DB-A23F-6B9E2711ADB8}" presName="Name19" presStyleLbl="parChTrans1D4" presStyleIdx="1" presStyleCnt="15"/>
      <dgm:spPr/>
    </dgm:pt>
    <dgm:pt modelId="{02A89A3D-B0E3-41F5-8E8F-CFC3C0648A88}" type="pres">
      <dgm:prSet presAssocID="{595FCBCB-6F4C-41E0-9D57-CC8BC973C07C}" presName="Name21" presStyleCnt="0"/>
      <dgm:spPr/>
    </dgm:pt>
    <dgm:pt modelId="{55C79116-3FEA-41A8-A479-CB0E380F7808}" type="pres">
      <dgm:prSet presAssocID="{595FCBCB-6F4C-41E0-9D57-CC8BC973C07C}" presName="level2Shape" presStyleLbl="node4" presStyleIdx="1" presStyleCnt="15"/>
      <dgm:spPr/>
    </dgm:pt>
    <dgm:pt modelId="{71BB90E9-42D8-4260-AC0A-A4147B2D318A}" type="pres">
      <dgm:prSet presAssocID="{595FCBCB-6F4C-41E0-9D57-CC8BC973C07C}" presName="hierChild3" presStyleCnt="0"/>
      <dgm:spPr/>
    </dgm:pt>
    <dgm:pt modelId="{8C51603B-18E2-460C-A259-41942E28FCC3}" type="pres">
      <dgm:prSet presAssocID="{4CC81563-AFF2-44A9-B9B0-EF1C87661122}" presName="Name19" presStyleLbl="parChTrans1D2" presStyleIdx="2" presStyleCnt="7"/>
      <dgm:spPr/>
    </dgm:pt>
    <dgm:pt modelId="{29999C70-A7D1-453F-A16C-32EDE5B12858}" type="pres">
      <dgm:prSet presAssocID="{8FAE6191-0821-4960-BC96-F58E46C703A9}" presName="Name21" presStyleCnt="0"/>
      <dgm:spPr/>
    </dgm:pt>
    <dgm:pt modelId="{0F2BF6AD-BDCF-45A6-B033-76813ED1DA7F}" type="pres">
      <dgm:prSet presAssocID="{8FAE6191-0821-4960-BC96-F58E46C703A9}" presName="level2Shape" presStyleLbl="node2" presStyleIdx="2" presStyleCnt="7"/>
      <dgm:spPr/>
    </dgm:pt>
    <dgm:pt modelId="{C941B135-69D7-4323-BA9F-3C43B5F1A467}" type="pres">
      <dgm:prSet presAssocID="{8FAE6191-0821-4960-BC96-F58E46C703A9}" presName="hierChild3" presStyleCnt="0"/>
      <dgm:spPr/>
    </dgm:pt>
    <dgm:pt modelId="{C35DDB86-B450-4822-9D2F-E71FF9968A21}" type="pres">
      <dgm:prSet presAssocID="{6331599E-52B8-4A6C-B3A0-6191E729069E}" presName="Name19" presStyleLbl="parChTrans1D3" presStyleIdx="1" presStyleCnt="6"/>
      <dgm:spPr/>
    </dgm:pt>
    <dgm:pt modelId="{BB462D65-ACC4-4544-B7C4-30776D42B558}" type="pres">
      <dgm:prSet presAssocID="{638D4A18-E8B7-45E5-8EAA-4C0D29849159}" presName="Name21" presStyleCnt="0"/>
      <dgm:spPr/>
    </dgm:pt>
    <dgm:pt modelId="{3D170F9E-3701-4D1E-8282-7786501540B5}" type="pres">
      <dgm:prSet presAssocID="{638D4A18-E8B7-45E5-8EAA-4C0D29849159}" presName="level2Shape" presStyleLbl="node3" presStyleIdx="1" presStyleCnt="6"/>
      <dgm:spPr/>
    </dgm:pt>
    <dgm:pt modelId="{9B480D89-7082-434B-8DB0-91EF10463405}" type="pres">
      <dgm:prSet presAssocID="{638D4A18-E8B7-45E5-8EAA-4C0D29849159}" presName="hierChild3" presStyleCnt="0"/>
      <dgm:spPr/>
    </dgm:pt>
    <dgm:pt modelId="{6068B2E9-439A-4D4A-9F07-1BD033C7220C}" type="pres">
      <dgm:prSet presAssocID="{76C26345-8BCA-4CE2-B48B-2D33FBBB060B}" presName="Name19" presStyleLbl="parChTrans1D4" presStyleIdx="2" presStyleCnt="15"/>
      <dgm:spPr/>
    </dgm:pt>
    <dgm:pt modelId="{2AB79E5E-3E0F-4B15-8C12-2C7C7F37CC6E}" type="pres">
      <dgm:prSet presAssocID="{A9C89BFF-0134-47A9-B18B-7F769EAE5F3A}" presName="Name21" presStyleCnt="0"/>
      <dgm:spPr/>
    </dgm:pt>
    <dgm:pt modelId="{DA212266-545D-45F1-A27D-0FB54745C5C9}" type="pres">
      <dgm:prSet presAssocID="{A9C89BFF-0134-47A9-B18B-7F769EAE5F3A}" presName="level2Shape" presStyleLbl="node4" presStyleIdx="2" presStyleCnt="15"/>
      <dgm:spPr/>
    </dgm:pt>
    <dgm:pt modelId="{260D8AF3-1154-4CC0-AD53-C84DA5FA04E1}" type="pres">
      <dgm:prSet presAssocID="{A9C89BFF-0134-47A9-B18B-7F769EAE5F3A}" presName="hierChild3" presStyleCnt="0"/>
      <dgm:spPr/>
    </dgm:pt>
    <dgm:pt modelId="{9546DA21-7CA2-4F3B-87CA-3168F16C6E7E}" type="pres">
      <dgm:prSet presAssocID="{D4015DCB-90CE-418D-BA17-E20EB5979634}" presName="Name19" presStyleLbl="parChTrans1D4" presStyleIdx="3" presStyleCnt="15"/>
      <dgm:spPr/>
    </dgm:pt>
    <dgm:pt modelId="{8B18F66F-752D-4B20-8C19-341C00949D60}" type="pres">
      <dgm:prSet presAssocID="{D692D1F3-8B04-4096-AA22-E14E93E2AD30}" presName="Name21" presStyleCnt="0"/>
      <dgm:spPr/>
    </dgm:pt>
    <dgm:pt modelId="{C2262EFB-5BE9-4548-98FA-51838DD8F6DF}" type="pres">
      <dgm:prSet presAssocID="{D692D1F3-8B04-4096-AA22-E14E93E2AD30}" presName="level2Shape" presStyleLbl="node4" presStyleIdx="3" presStyleCnt="15"/>
      <dgm:spPr/>
    </dgm:pt>
    <dgm:pt modelId="{12141DC4-C979-4542-83DB-5BA320FCFE51}" type="pres">
      <dgm:prSet presAssocID="{D692D1F3-8B04-4096-AA22-E14E93E2AD30}" presName="hierChild3" presStyleCnt="0"/>
      <dgm:spPr/>
    </dgm:pt>
    <dgm:pt modelId="{04405E15-0B20-4F53-A85C-E932BDDB8237}" type="pres">
      <dgm:prSet presAssocID="{0B8E2C65-A4D7-4B41-A006-CAAA09EDACC5}" presName="Name19" presStyleLbl="parChTrans1D4" presStyleIdx="4" presStyleCnt="15"/>
      <dgm:spPr/>
    </dgm:pt>
    <dgm:pt modelId="{19068072-4B54-4A6F-963A-48715DEA5881}" type="pres">
      <dgm:prSet presAssocID="{1CCEED45-57D7-4641-81C9-5908579CE245}" presName="Name21" presStyleCnt="0"/>
      <dgm:spPr/>
    </dgm:pt>
    <dgm:pt modelId="{6B117D17-8BD8-4AE3-810B-A881321E5DD9}" type="pres">
      <dgm:prSet presAssocID="{1CCEED45-57D7-4641-81C9-5908579CE245}" presName="level2Shape" presStyleLbl="node4" presStyleIdx="4" presStyleCnt="15"/>
      <dgm:spPr/>
    </dgm:pt>
    <dgm:pt modelId="{BBB2DBB5-E63F-495F-9C9A-8A5D8522A497}" type="pres">
      <dgm:prSet presAssocID="{1CCEED45-57D7-4641-81C9-5908579CE245}" presName="hierChild3" presStyleCnt="0"/>
      <dgm:spPr/>
    </dgm:pt>
    <dgm:pt modelId="{94C352C4-3E3C-489A-9242-7542C89615E3}" type="pres">
      <dgm:prSet presAssocID="{B3339EB3-2CFC-4D27-A28B-A1DA1C20A05A}" presName="Name19" presStyleLbl="parChTrans1D4" presStyleIdx="5" presStyleCnt="15"/>
      <dgm:spPr/>
    </dgm:pt>
    <dgm:pt modelId="{716E8AC2-84AE-4D29-9A1D-2C84766F12F0}" type="pres">
      <dgm:prSet presAssocID="{F9922D17-25E5-4FD7-B1AA-578A1B7C65C6}" presName="Name21" presStyleCnt="0"/>
      <dgm:spPr/>
    </dgm:pt>
    <dgm:pt modelId="{2B3CB1BC-6D96-470A-BFBD-A00B79B46B8B}" type="pres">
      <dgm:prSet presAssocID="{F9922D17-25E5-4FD7-B1AA-578A1B7C65C6}" presName="level2Shape" presStyleLbl="node4" presStyleIdx="5" presStyleCnt="15"/>
      <dgm:spPr/>
    </dgm:pt>
    <dgm:pt modelId="{9539B342-F682-40BB-9BD0-39FC5337E852}" type="pres">
      <dgm:prSet presAssocID="{F9922D17-25E5-4FD7-B1AA-578A1B7C65C6}" presName="hierChild3" presStyleCnt="0"/>
      <dgm:spPr/>
    </dgm:pt>
    <dgm:pt modelId="{CB6BE97F-F378-44D8-A2B2-1513F719E2F3}" type="pres">
      <dgm:prSet presAssocID="{EDC9A178-2154-4366-98B0-33B34586D7EA}" presName="Name19" presStyleLbl="parChTrans1D4" presStyleIdx="6" presStyleCnt="15"/>
      <dgm:spPr/>
    </dgm:pt>
    <dgm:pt modelId="{037A5789-658A-4803-8635-D7D7917B1D18}" type="pres">
      <dgm:prSet presAssocID="{82C78B36-0FA6-435A-86B9-9330BA5F59EB}" presName="Name21" presStyleCnt="0"/>
      <dgm:spPr/>
    </dgm:pt>
    <dgm:pt modelId="{5F36A6FB-CB7F-4DE6-B6F5-DE1826698F42}" type="pres">
      <dgm:prSet presAssocID="{82C78B36-0FA6-435A-86B9-9330BA5F59EB}" presName="level2Shape" presStyleLbl="node4" presStyleIdx="6" presStyleCnt="15"/>
      <dgm:spPr/>
    </dgm:pt>
    <dgm:pt modelId="{7B16E392-CFB9-4511-80CC-B12B55CE4AF9}" type="pres">
      <dgm:prSet presAssocID="{82C78B36-0FA6-435A-86B9-9330BA5F59EB}" presName="hierChild3" presStyleCnt="0"/>
      <dgm:spPr/>
    </dgm:pt>
    <dgm:pt modelId="{47BBE90B-CBEF-42FD-96FB-4EAFAF81779C}" type="pres">
      <dgm:prSet presAssocID="{8EBD0BB1-A983-499A-AFE0-A135C6D6EAF4}" presName="Name19" presStyleLbl="parChTrans1D2" presStyleIdx="3" presStyleCnt="7"/>
      <dgm:spPr/>
    </dgm:pt>
    <dgm:pt modelId="{565B9193-3092-4191-B4D7-4450FED5158B}" type="pres">
      <dgm:prSet presAssocID="{46EFE5C5-7E26-4632-AB0D-CFDE009726AC}" presName="Name21" presStyleCnt="0"/>
      <dgm:spPr/>
    </dgm:pt>
    <dgm:pt modelId="{3DD57934-5E09-442C-A927-0F5009AB258D}" type="pres">
      <dgm:prSet presAssocID="{46EFE5C5-7E26-4632-AB0D-CFDE009726AC}" presName="level2Shape" presStyleLbl="node2" presStyleIdx="3" presStyleCnt="7"/>
      <dgm:spPr/>
    </dgm:pt>
    <dgm:pt modelId="{D24D47FE-523A-4015-9CAA-901FC0D214D5}" type="pres">
      <dgm:prSet presAssocID="{46EFE5C5-7E26-4632-AB0D-CFDE009726AC}" presName="hierChild3" presStyleCnt="0"/>
      <dgm:spPr/>
    </dgm:pt>
    <dgm:pt modelId="{4E69DF13-5E8E-4E91-975F-9FDDE2936E47}" type="pres">
      <dgm:prSet presAssocID="{44E55A98-4A09-4633-8BC8-3C1A3C60F82C}" presName="Name19" presStyleLbl="parChTrans1D3" presStyleIdx="2" presStyleCnt="6"/>
      <dgm:spPr/>
    </dgm:pt>
    <dgm:pt modelId="{9D3D95EC-2023-4BA1-A515-21302324505A}" type="pres">
      <dgm:prSet presAssocID="{FF50E59C-F10C-40A6-8558-2A7E5F304E5C}" presName="Name21" presStyleCnt="0"/>
      <dgm:spPr/>
    </dgm:pt>
    <dgm:pt modelId="{93C93900-8187-43D3-8589-C801987549D8}" type="pres">
      <dgm:prSet presAssocID="{FF50E59C-F10C-40A6-8558-2A7E5F304E5C}" presName="level2Shape" presStyleLbl="node3" presStyleIdx="2" presStyleCnt="6"/>
      <dgm:spPr/>
    </dgm:pt>
    <dgm:pt modelId="{47B2A419-6ED4-4C73-86AA-9F655C1C9D2A}" type="pres">
      <dgm:prSet presAssocID="{FF50E59C-F10C-40A6-8558-2A7E5F304E5C}" presName="hierChild3" presStyleCnt="0"/>
      <dgm:spPr/>
    </dgm:pt>
    <dgm:pt modelId="{4EED4EC6-C75E-4237-B513-1F528969B037}" type="pres">
      <dgm:prSet presAssocID="{39E7187F-BF44-4434-ABA8-1C914D1E277A}" presName="Name19" presStyleLbl="parChTrans1D4" presStyleIdx="7" presStyleCnt="15"/>
      <dgm:spPr/>
    </dgm:pt>
    <dgm:pt modelId="{6E0FDFC1-4213-4B9B-8ECC-5730827380B1}" type="pres">
      <dgm:prSet presAssocID="{C6E69E37-3961-44EE-94E9-D23872BEE4C9}" presName="Name21" presStyleCnt="0"/>
      <dgm:spPr/>
    </dgm:pt>
    <dgm:pt modelId="{712DC4DD-54A4-4D11-93B8-AF86C0982CE7}" type="pres">
      <dgm:prSet presAssocID="{C6E69E37-3961-44EE-94E9-D23872BEE4C9}" presName="level2Shape" presStyleLbl="node4" presStyleIdx="7" presStyleCnt="15"/>
      <dgm:spPr/>
    </dgm:pt>
    <dgm:pt modelId="{06FE832E-06DC-449D-9623-40B31DE5260A}" type="pres">
      <dgm:prSet presAssocID="{C6E69E37-3961-44EE-94E9-D23872BEE4C9}" presName="hierChild3" presStyleCnt="0"/>
      <dgm:spPr/>
    </dgm:pt>
    <dgm:pt modelId="{C5D095A0-8EE6-4EB9-8612-3D40277D1615}" type="pres">
      <dgm:prSet presAssocID="{CA5091F9-074B-4255-B185-C09D0BE2BF7B}" presName="Name19" presStyleLbl="parChTrans1D4" presStyleIdx="8" presStyleCnt="15"/>
      <dgm:spPr/>
    </dgm:pt>
    <dgm:pt modelId="{B6F8A37B-3728-4132-A0B2-2D455B49C14C}" type="pres">
      <dgm:prSet presAssocID="{DEA8DC5E-722E-4FFF-BA91-EA999F6AAE91}" presName="Name21" presStyleCnt="0"/>
      <dgm:spPr/>
    </dgm:pt>
    <dgm:pt modelId="{23569E60-B42A-46D6-895B-EB403DAEAB39}" type="pres">
      <dgm:prSet presAssocID="{DEA8DC5E-722E-4FFF-BA91-EA999F6AAE91}" presName="level2Shape" presStyleLbl="node4" presStyleIdx="8" presStyleCnt="15"/>
      <dgm:spPr/>
    </dgm:pt>
    <dgm:pt modelId="{8AEC3380-BF7F-458C-A43B-E053B8AAB6C8}" type="pres">
      <dgm:prSet presAssocID="{DEA8DC5E-722E-4FFF-BA91-EA999F6AAE91}" presName="hierChild3" presStyleCnt="0"/>
      <dgm:spPr/>
    </dgm:pt>
    <dgm:pt modelId="{F735E2CF-8C29-48C1-84C7-830FEF7D1A26}" type="pres">
      <dgm:prSet presAssocID="{84BE1630-6BEF-48BE-BEB4-441EA60AE7C5}" presName="Name19" presStyleLbl="parChTrans1D2" presStyleIdx="4" presStyleCnt="7"/>
      <dgm:spPr/>
    </dgm:pt>
    <dgm:pt modelId="{48AFB0DB-A5F1-4E3C-A955-DF837FAD14E4}" type="pres">
      <dgm:prSet presAssocID="{FB132DEB-3EBB-4B7B-9E10-1EA28E437B0C}" presName="Name21" presStyleCnt="0"/>
      <dgm:spPr/>
    </dgm:pt>
    <dgm:pt modelId="{8083ECF3-4A6D-4D09-B080-CA9E2FF57236}" type="pres">
      <dgm:prSet presAssocID="{FB132DEB-3EBB-4B7B-9E10-1EA28E437B0C}" presName="level2Shape" presStyleLbl="node2" presStyleIdx="4" presStyleCnt="7"/>
      <dgm:spPr/>
    </dgm:pt>
    <dgm:pt modelId="{2C493079-29ED-4E87-A787-50DAC8099E25}" type="pres">
      <dgm:prSet presAssocID="{FB132DEB-3EBB-4B7B-9E10-1EA28E437B0C}" presName="hierChild3" presStyleCnt="0"/>
      <dgm:spPr/>
    </dgm:pt>
    <dgm:pt modelId="{64900635-8DCD-4DF3-B12D-2B985CABC71A}" type="pres">
      <dgm:prSet presAssocID="{ACDCB4B0-FE3A-4189-B855-4AF36F6C0D74}" presName="Name19" presStyleLbl="parChTrans1D3" presStyleIdx="3" presStyleCnt="6"/>
      <dgm:spPr/>
    </dgm:pt>
    <dgm:pt modelId="{773E5E19-E898-4FB5-9479-84A75550A456}" type="pres">
      <dgm:prSet presAssocID="{142E7667-7801-477A-80B1-678DFCEE8B9B}" presName="Name21" presStyleCnt="0"/>
      <dgm:spPr/>
    </dgm:pt>
    <dgm:pt modelId="{92DF44D8-235C-4496-9E5B-04260D070234}" type="pres">
      <dgm:prSet presAssocID="{142E7667-7801-477A-80B1-678DFCEE8B9B}" presName="level2Shape" presStyleLbl="node3" presStyleIdx="3" presStyleCnt="6"/>
      <dgm:spPr/>
    </dgm:pt>
    <dgm:pt modelId="{B78E7553-FDDA-4447-9D04-EE2E1E15DB85}" type="pres">
      <dgm:prSet presAssocID="{142E7667-7801-477A-80B1-678DFCEE8B9B}" presName="hierChild3" presStyleCnt="0"/>
      <dgm:spPr/>
    </dgm:pt>
    <dgm:pt modelId="{70099853-D6C6-45DD-8965-6B3F303FCB7B}" type="pres">
      <dgm:prSet presAssocID="{7A8423F9-E18F-49C7-AF47-88948CD8E18D}" presName="Name19" presStyleLbl="parChTrans1D4" presStyleIdx="9" presStyleCnt="15"/>
      <dgm:spPr/>
    </dgm:pt>
    <dgm:pt modelId="{38A51D49-7BF0-47A8-95A1-F9BFBDD027E6}" type="pres">
      <dgm:prSet presAssocID="{6343E979-4FE4-4A70-B59E-3E22D3659816}" presName="Name21" presStyleCnt="0"/>
      <dgm:spPr/>
    </dgm:pt>
    <dgm:pt modelId="{9D4DAB13-3BDF-4004-BBF9-0AF61D5F5F89}" type="pres">
      <dgm:prSet presAssocID="{6343E979-4FE4-4A70-B59E-3E22D3659816}" presName="level2Shape" presStyleLbl="node4" presStyleIdx="9" presStyleCnt="15"/>
      <dgm:spPr/>
    </dgm:pt>
    <dgm:pt modelId="{723F23CC-2BC6-4953-8F94-321AECE23CFE}" type="pres">
      <dgm:prSet presAssocID="{6343E979-4FE4-4A70-B59E-3E22D3659816}" presName="hierChild3" presStyleCnt="0"/>
      <dgm:spPr/>
    </dgm:pt>
    <dgm:pt modelId="{4E400D75-3AC2-42DF-9470-72FBEAC0BB79}" type="pres">
      <dgm:prSet presAssocID="{7B0BD396-2B46-40BD-AC76-2EF21EDDDC81}" presName="Name19" presStyleLbl="parChTrans1D4" presStyleIdx="10" presStyleCnt="15"/>
      <dgm:spPr/>
    </dgm:pt>
    <dgm:pt modelId="{E95B1BFA-DB58-4ECD-9D19-69ECEFA2AF32}" type="pres">
      <dgm:prSet presAssocID="{90E52BB7-1EB0-47DC-82EE-28BBD13D64E9}" presName="Name21" presStyleCnt="0"/>
      <dgm:spPr/>
    </dgm:pt>
    <dgm:pt modelId="{CF04F5AB-3563-4DB1-A4BC-F556F7D0C9D5}" type="pres">
      <dgm:prSet presAssocID="{90E52BB7-1EB0-47DC-82EE-28BBD13D64E9}" presName="level2Shape" presStyleLbl="node4" presStyleIdx="10" presStyleCnt="15"/>
      <dgm:spPr/>
    </dgm:pt>
    <dgm:pt modelId="{5BE4BF58-CDFC-41D8-A720-52A2E11068F3}" type="pres">
      <dgm:prSet presAssocID="{90E52BB7-1EB0-47DC-82EE-28BBD13D64E9}" presName="hierChild3" presStyleCnt="0"/>
      <dgm:spPr/>
    </dgm:pt>
    <dgm:pt modelId="{B6371254-1FFA-4EC8-9A90-4F69AC26C4B8}" type="pres">
      <dgm:prSet presAssocID="{602223CB-CFD7-40C2-91FA-E4E1E82D12F8}" presName="Name19" presStyleLbl="parChTrans1D4" presStyleIdx="11" presStyleCnt="15"/>
      <dgm:spPr/>
    </dgm:pt>
    <dgm:pt modelId="{A9817A76-8597-449D-B92F-8AEE85191D54}" type="pres">
      <dgm:prSet presAssocID="{65164E71-4DD3-40F1-A30B-EC613D040542}" presName="Name21" presStyleCnt="0"/>
      <dgm:spPr/>
    </dgm:pt>
    <dgm:pt modelId="{E9D5C307-8A1D-4EC7-B20E-8E8F48C13981}" type="pres">
      <dgm:prSet presAssocID="{65164E71-4DD3-40F1-A30B-EC613D040542}" presName="level2Shape" presStyleLbl="node4" presStyleIdx="11" presStyleCnt="15"/>
      <dgm:spPr/>
    </dgm:pt>
    <dgm:pt modelId="{1D2F9C2F-4C3B-4B47-AF86-182981AA931E}" type="pres">
      <dgm:prSet presAssocID="{65164E71-4DD3-40F1-A30B-EC613D040542}" presName="hierChild3" presStyleCnt="0"/>
      <dgm:spPr/>
    </dgm:pt>
    <dgm:pt modelId="{B8BBA04E-A661-4440-88BC-48A5A46928AD}" type="pres">
      <dgm:prSet presAssocID="{28EC855E-094C-4BED-9FB2-2C030C8FFA45}" presName="Name19" presStyleLbl="parChTrans1D2" presStyleIdx="5" presStyleCnt="7"/>
      <dgm:spPr/>
    </dgm:pt>
    <dgm:pt modelId="{21323A3E-798F-4FD2-849A-C556E8FABEB5}" type="pres">
      <dgm:prSet presAssocID="{6169ABB3-9EA3-4A97-9BDB-7BF1A5E8319C}" presName="Name21" presStyleCnt="0"/>
      <dgm:spPr/>
    </dgm:pt>
    <dgm:pt modelId="{F5D11855-5721-4682-A076-B1B508937B57}" type="pres">
      <dgm:prSet presAssocID="{6169ABB3-9EA3-4A97-9BDB-7BF1A5E8319C}" presName="level2Shape" presStyleLbl="node2" presStyleIdx="5" presStyleCnt="7"/>
      <dgm:spPr/>
    </dgm:pt>
    <dgm:pt modelId="{E2849A17-F155-4BD3-88DE-721F27239E2B}" type="pres">
      <dgm:prSet presAssocID="{6169ABB3-9EA3-4A97-9BDB-7BF1A5E8319C}" presName="hierChild3" presStyleCnt="0"/>
      <dgm:spPr/>
    </dgm:pt>
    <dgm:pt modelId="{7C69395F-B695-4DFD-9AE3-CCCC3BD07CBB}" type="pres">
      <dgm:prSet presAssocID="{4672E1E4-8BCB-4F8A-9715-DD03D099E9B8}" presName="Name19" presStyleLbl="parChTrans1D3" presStyleIdx="4" presStyleCnt="6"/>
      <dgm:spPr/>
    </dgm:pt>
    <dgm:pt modelId="{3EE85766-1C49-483D-9618-F660A73E9A38}" type="pres">
      <dgm:prSet presAssocID="{64108CB1-DB75-4E6C-B114-0F078EBFAA65}" presName="Name21" presStyleCnt="0"/>
      <dgm:spPr/>
    </dgm:pt>
    <dgm:pt modelId="{C5044203-A88D-4B18-9810-49E9EA828504}" type="pres">
      <dgm:prSet presAssocID="{64108CB1-DB75-4E6C-B114-0F078EBFAA65}" presName="level2Shape" presStyleLbl="node3" presStyleIdx="4" presStyleCnt="6"/>
      <dgm:spPr/>
    </dgm:pt>
    <dgm:pt modelId="{144BA307-1F5B-428B-A812-E4187108EE29}" type="pres">
      <dgm:prSet presAssocID="{64108CB1-DB75-4E6C-B114-0F078EBFAA65}" presName="hierChild3" presStyleCnt="0"/>
      <dgm:spPr/>
    </dgm:pt>
    <dgm:pt modelId="{3D2151FC-33BA-453D-AA0E-CDDCBD0EEE9C}" type="pres">
      <dgm:prSet presAssocID="{658605B8-67B6-4965-9219-87AD07A2BD57}" presName="Name19" presStyleLbl="parChTrans1D4" presStyleIdx="12" presStyleCnt="15"/>
      <dgm:spPr/>
    </dgm:pt>
    <dgm:pt modelId="{3194FAF6-EE57-4E36-8BE0-00D4A11857C5}" type="pres">
      <dgm:prSet presAssocID="{210E38F1-6443-4897-BC67-3DC469B10B3A}" presName="Name21" presStyleCnt="0"/>
      <dgm:spPr/>
    </dgm:pt>
    <dgm:pt modelId="{AE1D8903-F48F-42E3-945F-5C5316952795}" type="pres">
      <dgm:prSet presAssocID="{210E38F1-6443-4897-BC67-3DC469B10B3A}" presName="level2Shape" presStyleLbl="node4" presStyleIdx="12" presStyleCnt="15"/>
      <dgm:spPr/>
    </dgm:pt>
    <dgm:pt modelId="{17165570-09AE-408C-AB80-EDC0C6614B48}" type="pres">
      <dgm:prSet presAssocID="{210E38F1-6443-4897-BC67-3DC469B10B3A}" presName="hierChild3" presStyleCnt="0"/>
      <dgm:spPr/>
    </dgm:pt>
    <dgm:pt modelId="{2D318F84-E12B-497C-A08E-FA9EE0475B26}" type="pres">
      <dgm:prSet presAssocID="{D0F8BDB2-13EF-4738-B074-310F7068418D}" presName="Name19" presStyleLbl="parChTrans1D4" presStyleIdx="13" presStyleCnt="15"/>
      <dgm:spPr/>
    </dgm:pt>
    <dgm:pt modelId="{D8EC8B46-CDC9-4660-94F0-DF6EFA39AF9C}" type="pres">
      <dgm:prSet presAssocID="{E195E9F6-7564-48BE-A20F-8E15DF27D81A}" presName="Name21" presStyleCnt="0"/>
      <dgm:spPr/>
    </dgm:pt>
    <dgm:pt modelId="{920982DC-2630-4054-B387-AEC5EDAB1340}" type="pres">
      <dgm:prSet presAssocID="{E195E9F6-7564-48BE-A20F-8E15DF27D81A}" presName="level2Shape" presStyleLbl="node4" presStyleIdx="13" presStyleCnt="15"/>
      <dgm:spPr/>
    </dgm:pt>
    <dgm:pt modelId="{486EF65B-A10B-44C6-B9CA-9FB5ECE47B71}" type="pres">
      <dgm:prSet presAssocID="{E195E9F6-7564-48BE-A20F-8E15DF27D81A}" presName="hierChild3" presStyleCnt="0"/>
      <dgm:spPr/>
    </dgm:pt>
    <dgm:pt modelId="{44A92FEE-33E2-4B91-A94C-B4EA8EE86B60}" type="pres">
      <dgm:prSet presAssocID="{39401BF9-8334-48FD-97B1-B5FF75DD8ED7}" presName="Name19" presStyleLbl="parChTrans1D2" presStyleIdx="6" presStyleCnt="7"/>
      <dgm:spPr/>
    </dgm:pt>
    <dgm:pt modelId="{26A5A1AB-7539-4101-9F47-3BBB79D00FCA}" type="pres">
      <dgm:prSet presAssocID="{F27108DA-E888-48DE-8C97-7FDC95CC2EF6}" presName="Name21" presStyleCnt="0"/>
      <dgm:spPr/>
    </dgm:pt>
    <dgm:pt modelId="{1D4FB0B1-442C-44CE-BE21-E9FDAD3A9144}" type="pres">
      <dgm:prSet presAssocID="{F27108DA-E888-48DE-8C97-7FDC95CC2EF6}" presName="level2Shape" presStyleLbl="node2" presStyleIdx="6" presStyleCnt="7"/>
      <dgm:spPr/>
    </dgm:pt>
    <dgm:pt modelId="{F1F1C683-82EB-43FB-9832-003B95D9A3E2}" type="pres">
      <dgm:prSet presAssocID="{F27108DA-E888-48DE-8C97-7FDC95CC2EF6}" presName="hierChild3" presStyleCnt="0"/>
      <dgm:spPr/>
    </dgm:pt>
    <dgm:pt modelId="{BD3EDBA1-58E6-46D1-8F92-11C7D932A901}" type="pres">
      <dgm:prSet presAssocID="{F9806694-F79F-4F0F-B80B-D8AEC14A4AE4}" presName="Name19" presStyleLbl="parChTrans1D3" presStyleIdx="5" presStyleCnt="6"/>
      <dgm:spPr/>
    </dgm:pt>
    <dgm:pt modelId="{73C9CD6F-BB82-478D-BAB4-EE3A6FD8797C}" type="pres">
      <dgm:prSet presAssocID="{910FF4E3-4B73-471E-A733-428EDE879319}" presName="Name21" presStyleCnt="0"/>
      <dgm:spPr/>
    </dgm:pt>
    <dgm:pt modelId="{AEE5FF50-BB8D-4A70-8A11-9F9219A16C96}" type="pres">
      <dgm:prSet presAssocID="{910FF4E3-4B73-471E-A733-428EDE879319}" presName="level2Shape" presStyleLbl="node3" presStyleIdx="5" presStyleCnt="6"/>
      <dgm:spPr/>
    </dgm:pt>
    <dgm:pt modelId="{8681F635-FEC3-4AAC-A631-7EF8C3595481}" type="pres">
      <dgm:prSet presAssocID="{910FF4E3-4B73-471E-A733-428EDE879319}" presName="hierChild3" presStyleCnt="0"/>
      <dgm:spPr/>
    </dgm:pt>
    <dgm:pt modelId="{95517795-1F73-461A-B8A9-0DB9072BC468}" type="pres">
      <dgm:prSet presAssocID="{5A1392F2-9813-4C0C-9524-55F25A946D72}" presName="Name19" presStyleLbl="parChTrans1D4" presStyleIdx="14" presStyleCnt="15"/>
      <dgm:spPr/>
    </dgm:pt>
    <dgm:pt modelId="{9BFB5F0E-9487-4CD9-94ED-4B747B95E452}" type="pres">
      <dgm:prSet presAssocID="{2B9145D1-EB7E-4900-B323-62729B920F30}" presName="Name21" presStyleCnt="0"/>
      <dgm:spPr/>
    </dgm:pt>
    <dgm:pt modelId="{51EAB6DB-A7F8-4F89-835D-ED7DFDC5E4CD}" type="pres">
      <dgm:prSet presAssocID="{2B9145D1-EB7E-4900-B323-62729B920F30}" presName="level2Shape" presStyleLbl="node4" presStyleIdx="14" presStyleCnt="15"/>
      <dgm:spPr/>
    </dgm:pt>
    <dgm:pt modelId="{39F4CE89-3B6A-4973-B184-14329B08CC52}" type="pres">
      <dgm:prSet presAssocID="{2B9145D1-EB7E-4900-B323-62729B920F30}" presName="hierChild3" presStyleCnt="0"/>
      <dgm:spPr/>
    </dgm:pt>
    <dgm:pt modelId="{9E32E7D7-3694-4D3D-93A8-B6E3BCA66E70}" type="pres">
      <dgm:prSet presAssocID="{664B246F-00B5-4610-86EB-ACE0B8B7FA38}" presName="bgShapesFlow" presStyleCnt="0"/>
      <dgm:spPr/>
    </dgm:pt>
  </dgm:ptLst>
  <dgm:cxnLst>
    <dgm:cxn modelId="{00C7670B-4DF1-4DB5-BFF7-10AE2B944122}" type="presOf" srcId="{D0F8BDB2-13EF-4738-B074-310F7068418D}" destId="{2D318F84-E12B-497C-A08E-FA9EE0475B26}" srcOrd="0" destOrd="0" presId="urn:microsoft.com/office/officeart/2005/8/layout/hierarchy6"/>
    <dgm:cxn modelId="{0285700C-1459-4FDE-AFD8-3B332E3D3F4F}" type="presOf" srcId="{8D053341-47DE-4A56-8DB5-F4344314674C}" destId="{E3195452-4088-4894-8DFD-AE2BFA9054E4}" srcOrd="0" destOrd="0" presId="urn:microsoft.com/office/officeart/2005/8/layout/hierarchy6"/>
    <dgm:cxn modelId="{4236410F-A92F-4C87-BF14-3DA943DADA64}" srcId="{FB132DEB-3EBB-4B7B-9E10-1EA28E437B0C}" destId="{142E7667-7801-477A-80B1-678DFCEE8B9B}" srcOrd="0" destOrd="0" parTransId="{ACDCB4B0-FE3A-4189-B855-4AF36F6C0D74}" sibTransId="{5C06A405-8210-48F4-A408-225051F39FBE}"/>
    <dgm:cxn modelId="{C2AF3F10-B068-4EE9-A4AD-3563E558DCC9}" type="presOf" srcId="{78A11304-B47B-426C-80D9-23F105284D80}" destId="{38D40A92-1EB9-4FB5-ADC1-9A0DF87BEE8D}" srcOrd="0" destOrd="0" presId="urn:microsoft.com/office/officeart/2005/8/layout/hierarchy6"/>
    <dgm:cxn modelId="{0ECDBB10-6233-4A2D-AF95-55EC02B08A8C}" type="presOf" srcId="{EDC9A178-2154-4366-98B0-33B34586D7EA}" destId="{CB6BE97F-F378-44D8-A2B2-1513F719E2F3}" srcOrd="0" destOrd="0" presId="urn:microsoft.com/office/officeart/2005/8/layout/hierarchy6"/>
    <dgm:cxn modelId="{98A3BE10-A8F3-41A0-8CC3-4A18A23321FB}" type="presOf" srcId="{638D4A18-E8B7-45E5-8EAA-4C0D29849159}" destId="{3D170F9E-3701-4D1E-8282-7786501540B5}" srcOrd="0" destOrd="0" presId="urn:microsoft.com/office/officeart/2005/8/layout/hierarchy6"/>
    <dgm:cxn modelId="{CC955C14-0350-4D28-9D48-AC1A24CCA8E6}" type="presOf" srcId="{6169ABB3-9EA3-4A97-9BDB-7BF1A5E8319C}" destId="{F5D11855-5721-4682-A076-B1B508937B57}" srcOrd="0" destOrd="0" presId="urn:microsoft.com/office/officeart/2005/8/layout/hierarchy6"/>
    <dgm:cxn modelId="{08E9B119-2CCE-4580-9D8D-0CB50AE08770}" type="presOf" srcId="{51635E7D-94AB-42DB-A23F-6B9E2711ADB8}" destId="{03FC8A99-0567-4C91-89DE-DB16B2C0A767}" srcOrd="0" destOrd="0" presId="urn:microsoft.com/office/officeart/2005/8/layout/hierarchy6"/>
    <dgm:cxn modelId="{585D811E-D1DC-4005-A2E1-10A91687431B}" srcId="{664B246F-00B5-4610-86EB-ACE0B8B7FA38}" destId="{984E7E1A-DD08-4E2E-A546-5DAB66C40362}" srcOrd="0" destOrd="0" parTransId="{AE2E2423-B2F0-4C74-A8DB-4BBE21532EE2}" sibTransId="{54838042-35A6-423A-9D5B-CC6E4DD67A85}"/>
    <dgm:cxn modelId="{A6521620-CF17-4C10-9EAC-0474666211F8}" type="presOf" srcId="{76C26345-8BCA-4CE2-B48B-2D33FBBB060B}" destId="{6068B2E9-439A-4D4A-9F07-1BD033C7220C}" srcOrd="0" destOrd="0" presId="urn:microsoft.com/office/officeart/2005/8/layout/hierarchy6"/>
    <dgm:cxn modelId="{67789F20-2A05-40C1-A1B1-48D75F49656F}" type="presOf" srcId="{142E7667-7801-477A-80B1-678DFCEE8B9B}" destId="{92DF44D8-235C-4496-9E5B-04260D070234}" srcOrd="0" destOrd="0" presId="urn:microsoft.com/office/officeart/2005/8/layout/hierarchy6"/>
    <dgm:cxn modelId="{1DB74C26-04B0-46CF-914A-E108FAEBA0D6}" srcId="{F27108DA-E888-48DE-8C97-7FDC95CC2EF6}" destId="{910FF4E3-4B73-471E-A733-428EDE879319}" srcOrd="0" destOrd="0" parTransId="{F9806694-F79F-4F0F-B80B-D8AEC14A4AE4}" sibTransId="{1559325B-7160-4295-9AC9-2388904B54D3}"/>
    <dgm:cxn modelId="{AF76462C-0DAF-4AE2-8C93-17E90D99FC44}" type="presOf" srcId="{ACDCB4B0-FE3A-4189-B855-4AF36F6C0D74}" destId="{64900635-8DCD-4DF3-B12D-2B985CABC71A}" srcOrd="0" destOrd="0" presId="urn:microsoft.com/office/officeart/2005/8/layout/hierarchy6"/>
    <dgm:cxn modelId="{EAD8522E-6B17-47B2-B18C-4832DFFBEF70}" type="presOf" srcId="{90E52BB7-1EB0-47DC-82EE-28BBD13D64E9}" destId="{CF04F5AB-3563-4DB1-A4BC-F556F7D0C9D5}" srcOrd="0" destOrd="0" presId="urn:microsoft.com/office/officeart/2005/8/layout/hierarchy6"/>
    <dgm:cxn modelId="{70F71330-2F66-42FC-8179-2D7A87F1081B}" type="presOf" srcId="{595FCBCB-6F4C-41E0-9D57-CC8BC973C07C}" destId="{55C79116-3FEA-41A8-A479-CB0E380F7808}" srcOrd="0" destOrd="0" presId="urn:microsoft.com/office/officeart/2005/8/layout/hierarchy6"/>
    <dgm:cxn modelId="{6D580231-FD67-46DC-8C20-4B7E49C233C5}" type="presOf" srcId="{D4015DCB-90CE-418D-BA17-E20EB5979634}" destId="{9546DA21-7CA2-4F3B-87CA-3168F16C6E7E}" srcOrd="0" destOrd="0" presId="urn:microsoft.com/office/officeart/2005/8/layout/hierarchy6"/>
    <dgm:cxn modelId="{45BB9B32-B4A5-4135-A6AC-2B9AC33C3CDA}" type="presOf" srcId="{6343E979-4FE4-4A70-B59E-3E22D3659816}" destId="{9D4DAB13-3BDF-4004-BBF9-0AF61D5F5F89}" srcOrd="0" destOrd="0" presId="urn:microsoft.com/office/officeart/2005/8/layout/hierarchy6"/>
    <dgm:cxn modelId="{9DCF0037-6392-4338-9C43-9BE404EE76C6}" type="presOf" srcId="{FF50E59C-F10C-40A6-8558-2A7E5F304E5C}" destId="{93C93900-8187-43D3-8589-C801987549D8}" srcOrd="0" destOrd="0" presId="urn:microsoft.com/office/officeart/2005/8/layout/hierarchy6"/>
    <dgm:cxn modelId="{CE761E37-2097-40AB-B199-7E36BC1D1880}" type="presOf" srcId="{EFFA102A-5D82-49D3-A6E7-45C00C42107B}" destId="{C85E5849-5BD0-41A7-BC45-A54BCA8E87E7}" srcOrd="0" destOrd="0" presId="urn:microsoft.com/office/officeart/2005/8/layout/hierarchy6"/>
    <dgm:cxn modelId="{3678BB3C-ABCE-4036-8BF9-7D306D14FF35}" srcId="{984E7E1A-DD08-4E2E-A546-5DAB66C40362}" destId="{F27108DA-E888-48DE-8C97-7FDC95CC2EF6}" srcOrd="6" destOrd="0" parTransId="{39401BF9-8334-48FD-97B1-B5FF75DD8ED7}" sibTransId="{66761398-FF62-4B70-AD78-EE255350EFAC}"/>
    <dgm:cxn modelId="{8AF7D83C-2A35-4B4E-9A89-87807C35D1FB}" srcId="{C6E69E37-3961-44EE-94E9-D23872BEE4C9}" destId="{DEA8DC5E-722E-4FFF-BA91-EA999F6AAE91}" srcOrd="0" destOrd="0" parTransId="{CA5091F9-074B-4255-B185-C09D0BE2BF7B}" sibTransId="{64D4773E-534A-4E7B-A0A1-8D87DE867EA7}"/>
    <dgm:cxn modelId="{A2852640-88E7-443E-9784-8B9CD43E7FFF}" type="presOf" srcId="{602223CB-CFD7-40C2-91FA-E4E1E82D12F8}" destId="{B6371254-1FFA-4EC8-9A90-4F69AC26C4B8}" srcOrd="0" destOrd="0" presId="urn:microsoft.com/office/officeart/2005/8/layout/hierarchy6"/>
    <dgm:cxn modelId="{B391775D-525A-4463-8187-54DC5ADE9173}" srcId="{638D4A18-E8B7-45E5-8EAA-4C0D29849159}" destId="{A9C89BFF-0134-47A9-B18B-7F769EAE5F3A}" srcOrd="0" destOrd="0" parTransId="{76C26345-8BCA-4CE2-B48B-2D33FBBB060B}" sibTransId="{9B9C4B6C-A25D-4B6F-9C1D-204100944D66}"/>
    <dgm:cxn modelId="{1B414D5E-DAE6-43F4-8636-B9840380AF37}" srcId="{46EFE5C5-7E26-4632-AB0D-CFDE009726AC}" destId="{FF50E59C-F10C-40A6-8558-2A7E5F304E5C}" srcOrd="0" destOrd="0" parTransId="{44E55A98-4A09-4633-8BC8-3C1A3C60F82C}" sibTransId="{CE397DF0-0DE8-4FA7-B0E1-41D1DCB9AFE5}"/>
    <dgm:cxn modelId="{CA475D5F-B922-4F1A-BAC9-748E3A74C050}" type="presOf" srcId="{EBD4D5EB-965D-43EB-B803-B2DBA1A47692}" destId="{6F2A1E2D-C6A8-49EA-9BF1-89BB72F13956}" srcOrd="0" destOrd="0" presId="urn:microsoft.com/office/officeart/2005/8/layout/hierarchy6"/>
    <dgm:cxn modelId="{3075BF60-0E71-406F-899F-7B94CC627092}" type="presOf" srcId="{F27108DA-E888-48DE-8C97-7FDC95CC2EF6}" destId="{1D4FB0B1-442C-44CE-BE21-E9FDAD3A9144}" srcOrd="0" destOrd="0" presId="urn:microsoft.com/office/officeart/2005/8/layout/hierarchy6"/>
    <dgm:cxn modelId="{AE0BF061-65D8-4D34-8606-743D4072C890}" type="presOf" srcId="{DFFEDB4F-CB16-440A-AC1A-1DC7D4CDB94A}" destId="{CADF8BA8-4C18-4BCF-B785-1B1223495F63}" srcOrd="0" destOrd="0" presId="urn:microsoft.com/office/officeart/2005/8/layout/hierarchy6"/>
    <dgm:cxn modelId="{F804F562-696E-426C-80BC-987310D8D62E}" type="presOf" srcId="{C6E69E37-3961-44EE-94E9-D23872BEE4C9}" destId="{712DC4DD-54A4-4D11-93B8-AF86C0982CE7}" srcOrd="0" destOrd="0" presId="urn:microsoft.com/office/officeart/2005/8/layout/hierarchy6"/>
    <dgm:cxn modelId="{8B58F964-2F52-4B55-83BA-29040AD2CF62}" type="presOf" srcId="{DEA8DC5E-722E-4FFF-BA91-EA999F6AAE91}" destId="{23569E60-B42A-46D6-895B-EB403DAEAB39}" srcOrd="0" destOrd="0" presId="urn:microsoft.com/office/officeart/2005/8/layout/hierarchy6"/>
    <dgm:cxn modelId="{076B8F65-719A-45DD-B51F-75F05F158467}" type="presOf" srcId="{658605B8-67B6-4965-9219-87AD07A2BD57}" destId="{3D2151FC-33BA-453D-AA0E-CDDCBD0EEE9C}" srcOrd="0" destOrd="0" presId="urn:microsoft.com/office/officeart/2005/8/layout/hierarchy6"/>
    <dgm:cxn modelId="{19267D47-12AF-407B-95D0-CE67232A70C6}" type="presOf" srcId="{664B246F-00B5-4610-86EB-ACE0B8B7FA38}" destId="{327FBF58-624F-4F1F-9921-6E06642364B9}" srcOrd="0" destOrd="0" presId="urn:microsoft.com/office/officeart/2005/8/layout/hierarchy6"/>
    <dgm:cxn modelId="{28D1F069-CC6A-4B7D-87AB-024ED5B8F742}" type="presOf" srcId="{FC8D3CF0-2901-4A86-BB1A-052FBF8D6B11}" destId="{909756E3-99E7-44AA-A3C7-19374AE5DAB8}" srcOrd="0" destOrd="0" presId="urn:microsoft.com/office/officeart/2005/8/layout/hierarchy6"/>
    <dgm:cxn modelId="{8F9BFC49-62BA-4DBB-A4FA-FDF3587EA851}" srcId="{6169ABB3-9EA3-4A97-9BDB-7BF1A5E8319C}" destId="{64108CB1-DB75-4E6C-B114-0F078EBFAA65}" srcOrd="0" destOrd="0" parTransId="{4672E1E4-8BCB-4F8A-9715-DD03D099E9B8}" sibTransId="{926064D3-9C23-498F-82E9-95C446588308}"/>
    <dgm:cxn modelId="{7C3DE64C-953A-4B36-89BF-C3A300F94624}" srcId="{984E7E1A-DD08-4E2E-A546-5DAB66C40362}" destId="{FB132DEB-3EBB-4B7B-9E10-1EA28E437B0C}" srcOrd="4" destOrd="0" parTransId="{84BE1630-6BEF-48BE-BEB4-441EA60AE7C5}" sibTransId="{3DA0803E-74EB-47A7-880B-91D87ACD481A}"/>
    <dgm:cxn modelId="{6193E151-7B4B-421D-8E3E-D3E6FEF0B0BC}" srcId="{64108CB1-DB75-4E6C-B114-0F078EBFAA65}" destId="{210E38F1-6443-4897-BC67-3DC469B10B3A}" srcOrd="0" destOrd="0" parTransId="{658605B8-67B6-4965-9219-87AD07A2BD57}" sibTransId="{0132DBF9-A877-41CA-AAEC-9BACB1A6367E}"/>
    <dgm:cxn modelId="{E9FD1272-E01D-4880-BFDE-9A1AAA5292D5}" srcId="{910FF4E3-4B73-471E-A733-428EDE879319}" destId="{2B9145D1-EB7E-4900-B323-62729B920F30}" srcOrd="0" destOrd="0" parTransId="{5A1392F2-9813-4C0C-9524-55F25A946D72}" sibTransId="{FE9D72FD-6015-4C6F-8761-506C30B7F8B6}"/>
    <dgm:cxn modelId="{4C43D973-FE5F-4969-B009-5FF2F8FD2D9D}" type="presOf" srcId="{F9806694-F79F-4F0F-B80B-D8AEC14A4AE4}" destId="{BD3EDBA1-58E6-46D1-8F92-11C7D932A901}" srcOrd="0" destOrd="0" presId="urn:microsoft.com/office/officeart/2005/8/layout/hierarchy6"/>
    <dgm:cxn modelId="{85363456-C352-4A49-B620-DC5013112521}" type="presOf" srcId="{E1A4E5F0-82C1-4444-9CDA-2EFE9A53106D}" destId="{7AC0F532-950B-4237-B2A3-453E379DA90E}" srcOrd="0" destOrd="0" presId="urn:microsoft.com/office/officeart/2005/8/layout/hierarchy6"/>
    <dgm:cxn modelId="{B835F177-20F8-4C9B-8676-0FA87CFA76ED}" type="presOf" srcId="{FB132DEB-3EBB-4B7B-9E10-1EA28E437B0C}" destId="{8083ECF3-4A6D-4D09-B080-CA9E2FF57236}" srcOrd="0" destOrd="0" presId="urn:microsoft.com/office/officeart/2005/8/layout/hierarchy6"/>
    <dgm:cxn modelId="{C5C5DA7E-7625-41B0-BDF4-F13B40D2882F}" type="presOf" srcId="{95F92B39-5BD1-41DA-921B-40270E333897}" destId="{D5810A6F-9BEC-4CA9-A2D9-D690ED127B30}" srcOrd="0" destOrd="0" presId="urn:microsoft.com/office/officeart/2005/8/layout/hierarchy6"/>
    <dgm:cxn modelId="{C5FAB381-F340-4B7A-BFF8-003E4B2959E3}" type="presOf" srcId="{1CCEED45-57D7-4641-81C9-5908579CE245}" destId="{6B117D17-8BD8-4AE3-810B-A881321E5DD9}" srcOrd="0" destOrd="0" presId="urn:microsoft.com/office/officeart/2005/8/layout/hierarchy6"/>
    <dgm:cxn modelId="{3FEE4E86-7FD0-4619-B036-58853CEDBD5B}" type="presOf" srcId="{0B8E2C65-A4D7-4B41-A006-CAAA09EDACC5}" destId="{04405E15-0B20-4F53-A85C-E932BDDB8237}" srcOrd="0" destOrd="0" presId="urn:microsoft.com/office/officeart/2005/8/layout/hierarchy6"/>
    <dgm:cxn modelId="{77211D87-7C08-4B32-BA36-541F9680676F}" type="presOf" srcId="{F9922D17-25E5-4FD7-B1AA-578A1B7C65C6}" destId="{2B3CB1BC-6D96-470A-BFBD-A00B79B46B8B}" srcOrd="0" destOrd="0" presId="urn:microsoft.com/office/officeart/2005/8/layout/hierarchy6"/>
    <dgm:cxn modelId="{CE25B188-AF7E-45A6-B483-2C1585C607A0}" srcId="{95F92B39-5BD1-41DA-921B-40270E333897}" destId="{595FCBCB-6F4C-41E0-9D57-CC8BC973C07C}" srcOrd="0" destOrd="0" parTransId="{51635E7D-94AB-42DB-A23F-6B9E2711ADB8}" sibTransId="{0B43550C-8A90-4189-9B67-1225304E0089}"/>
    <dgm:cxn modelId="{7913308D-F778-4BBC-8980-529D5C0F05BE}" type="presOf" srcId="{46EFE5C5-7E26-4632-AB0D-CFDE009726AC}" destId="{3DD57934-5E09-442C-A927-0F5009AB258D}" srcOrd="0" destOrd="0" presId="urn:microsoft.com/office/officeart/2005/8/layout/hierarchy6"/>
    <dgm:cxn modelId="{9FCA2F95-4C52-44D3-B337-D897B787A92D}" type="presOf" srcId="{8FAE6191-0821-4960-BC96-F58E46C703A9}" destId="{0F2BF6AD-BDCF-45A6-B033-76813ED1DA7F}" srcOrd="0" destOrd="0" presId="urn:microsoft.com/office/officeart/2005/8/layout/hierarchy6"/>
    <dgm:cxn modelId="{30A55F96-8DA0-4EC1-A524-A47232E0498E}" srcId="{A9C89BFF-0134-47A9-B18B-7F769EAE5F3A}" destId="{D692D1F3-8B04-4096-AA22-E14E93E2AD30}" srcOrd="0" destOrd="0" parTransId="{D4015DCB-90CE-418D-BA17-E20EB5979634}" sibTransId="{9DF5544D-7133-4BEC-80D5-5F4AB2FCACF0}"/>
    <dgm:cxn modelId="{1A358F98-1340-4BF0-A227-6269E1BC5FDB}" srcId="{984E7E1A-DD08-4E2E-A546-5DAB66C40362}" destId="{8FAE6191-0821-4960-BC96-F58E46C703A9}" srcOrd="2" destOrd="0" parTransId="{4CC81563-AFF2-44A9-B9B0-EF1C87661122}" sibTransId="{D7A373A9-FF3D-4DB9-BAA4-871B43426D41}"/>
    <dgm:cxn modelId="{D47CA79C-8F8E-4F6C-B4A4-DC7B0D45936D}" srcId="{8FAE6191-0821-4960-BC96-F58E46C703A9}" destId="{638D4A18-E8B7-45E5-8EAA-4C0D29849159}" srcOrd="0" destOrd="0" parTransId="{6331599E-52B8-4A6C-B3A0-6191E729069E}" sibTransId="{96BDABD5-5B11-468E-B806-E97AD8AE4AFA}"/>
    <dgm:cxn modelId="{125CC5A0-28FC-4DA9-8629-1F85BF376C9E}" type="presOf" srcId="{28EC855E-094C-4BED-9FB2-2C030C8FFA45}" destId="{B8BBA04E-A661-4440-88BC-48A5A46928AD}" srcOrd="0" destOrd="0" presId="urn:microsoft.com/office/officeart/2005/8/layout/hierarchy6"/>
    <dgm:cxn modelId="{3A83FBA2-44DA-4599-BD4D-B967B18028CE}" type="presOf" srcId="{A9C89BFF-0134-47A9-B18B-7F769EAE5F3A}" destId="{DA212266-545D-45F1-A27D-0FB54745C5C9}" srcOrd="0" destOrd="0" presId="urn:microsoft.com/office/officeart/2005/8/layout/hierarchy6"/>
    <dgm:cxn modelId="{44B0DBA9-EF14-4049-8471-9149CECD84CA}" type="presOf" srcId="{B3339EB3-2CFC-4D27-A28B-A1DA1C20A05A}" destId="{94C352C4-3E3C-489A-9242-7542C89615E3}" srcOrd="0" destOrd="0" presId="urn:microsoft.com/office/officeart/2005/8/layout/hierarchy6"/>
    <dgm:cxn modelId="{5E0893AA-DC3B-49E0-8C2D-56BA48009DD0}" type="presOf" srcId="{210E38F1-6443-4897-BC67-3DC469B10B3A}" destId="{AE1D8903-F48F-42E3-945F-5C5316952795}" srcOrd="0" destOrd="0" presId="urn:microsoft.com/office/officeart/2005/8/layout/hierarchy6"/>
    <dgm:cxn modelId="{C3E5FAB0-6E74-4C16-8909-1EAA3A8DE479}" type="presOf" srcId="{4672E1E4-8BCB-4F8A-9715-DD03D099E9B8}" destId="{7C69395F-B695-4DFD-9AE3-CCCC3BD07CBB}" srcOrd="0" destOrd="0" presId="urn:microsoft.com/office/officeart/2005/8/layout/hierarchy6"/>
    <dgm:cxn modelId="{DA14B1B2-ECFC-4D44-92B1-BEC1F0213248}" type="presOf" srcId="{82C78B36-0FA6-435A-86B9-9330BA5F59EB}" destId="{5F36A6FB-CB7F-4DE6-B6F5-DE1826698F42}" srcOrd="0" destOrd="0" presId="urn:microsoft.com/office/officeart/2005/8/layout/hierarchy6"/>
    <dgm:cxn modelId="{18760BB4-4568-4CC5-A218-603643F963A6}" type="presOf" srcId="{4CC81563-AFF2-44A9-B9B0-EF1C87661122}" destId="{8C51603B-18E2-460C-A259-41942E28FCC3}" srcOrd="0" destOrd="0" presId="urn:microsoft.com/office/officeart/2005/8/layout/hierarchy6"/>
    <dgm:cxn modelId="{77E3D7B8-FF68-4B8B-90B6-B8264E692A72}" srcId="{F9922D17-25E5-4FD7-B1AA-578A1B7C65C6}" destId="{82C78B36-0FA6-435A-86B9-9330BA5F59EB}" srcOrd="0" destOrd="0" parTransId="{EDC9A178-2154-4366-98B0-33B34586D7EA}" sibTransId="{01114DF0-1419-4280-A420-E0C884386A4F}"/>
    <dgm:cxn modelId="{36CF5DBA-4966-49D8-94F1-FAC98510D4DF}" type="presOf" srcId="{E195E9F6-7564-48BE-A20F-8E15DF27D81A}" destId="{920982DC-2630-4054-B387-AEC5EDAB1340}" srcOrd="0" destOrd="0" presId="urn:microsoft.com/office/officeart/2005/8/layout/hierarchy6"/>
    <dgm:cxn modelId="{EEB469BA-FECB-41C0-B3C4-44F45DB0F25C}" type="presOf" srcId="{6331599E-52B8-4A6C-B3A0-6191E729069E}" destId="{C35DDB86-B450-4822-9D2F-E71FF9968A21}" srcOrd="0" destOrd="0" presId="urn:microsoft.com/office/officeart/2005/8/layout/hierarchy6"/>
    <dgm:cxn modelId="{DA425ABA-1E59-4D58-A3F9-7632E86B868D}" type="presOf" srcId="{39401BF9-8334-48FD-97B1-B5FF75DD8ED7}" destId="{44A92FEE-33E2-4B91-A94C-B4EA8EE86B60}" srcOrd="0" destOrd="0" presId="urn:microsoft.com/office/officeart/2005/8/layout/hierarchy6"/>
    <dgm:cxn modelId="{362B10BB-9CBA-499E-B87E-549CB8B04D92}" srcId="{984E7E1A-DD08-4E2E-A546-5DAB66C40362}" destId="{E1A4E5F0-82C1-4444-9CDA-2EFE9A53106D}" srcOrd="0" destOrd="0" parTransId="{FC8D3CF0-2901-4A86-BB1A-052FBF8D6B11}" sibTransId="{1F038FBC-60CA-48E2-9EB7-A456DEFE1AE4}"/>
    <dgm:cxn modelId="{0BDA3BBB-DEB6-4BF6-9D8C-5DF0FD6F9376}" type="presOf" srcId="{44E55A98-4A09-4633-8BC8-3C1A3C60F82C}" destId="{4E69DF13-5E8E-4E91-975F-9FDDE2936E47}" srcOrd="0" destOrd="0" presId="urn:microsoft.com/office/officeart/2005/8/layout/hierarchy6"/>
    <dgm:cxn modelId="{1A0C89BF-D174-4ED0-8083-1CC9998E7155}" srcId="{8D053341-47DE-4A56-8DB5-F4344314674C}" destId="{EFFA102A-5D82-49D3-A6E7-45C00C42107B}" srcOrd="0" destOrd="0" parTransId="{DFFEDB4F-CB16-440A-AC1A-1DC7D4CDB94A}" sibTransId="{B62333E8-4DCB-4AEF-9231-01F6B6767A44}"/>
    <dgm:cxn modelId="{A1A42AC5-B3CA-474B-A03B-83A5BC59A4EF}" srcId="{984E7E1A-DD08-4E2E-A546-5DAB66C40362}" destId="{8D053341-47DE-4A56-8DB5-F4344314674C}" srcOrd="1" destOrd="0" parTransId="{EBD4D5EB-965D-43EB-B803-B2DBA1A47692}" sibTransId="{176D6055-7813-445A-AD4E-B8512697E12E}"/>
    <dgm:cxn modelId="{D358ABC6-1102-4F18-B5B8-68BF2A9736F6}" type="presOf" srcId="{CA5091F9-074B-4255-B185-C09D0BE2BF7B}" destId="{C5D095A0-8EE6-4EB9-8612-3D40277D1615}" srcOrd="0" destOrd="0" presId="urn:microsoft.com/office/officeart/2005/8/layout/hierarchy6"/>
    <dgm:cxn modelId="{FDA7AFC6-A5D6-4C1E-88EA-9467ADC72810}" type="presOf" srcId="{39E7187F-BF44-4434-ABA8-1C914D1E277A}" destId="{4EED4EC6-C75E-4237-B513-1F528969B037}" srcOrd="0" destOrd="0" presId="urn:microsoft.com/office/officeart/2005/8/layout/hierarchy6"/>
    <dgm:cxn modelId="{8A33DAC6-D9DF-4D48-B64D-808F92F2B77E}" srcId="{EFFA102A-5D82-49D3-A6E7-45C00C42107B}" destId="{95F92B39-5BD1-41DA-921B-40270E333897}" srcOrd="0" destOrd="0" parTransId="{78A11304-B47B-426C-80D9-23F105284D80}" sibTransId="{19CA03D8-84BD-45E9-ACB4-36731CEB3A27}"/>
    <dgm:cxn modelId="{96ABEFCB-93B8-4F1F-9ED6-D30BB529CB39}" type="presOf" srcId="{84BE1630-6BEF-48BE-BEB4-441EA60AE7C5}" destId="{F735E2CF-8C29-48C1-84C7-830FEF7D1A26}" srcOrd="0" destOrd="0" presId="urn:microsoft.com/office/officeart/2005/8/layout/hierarchy6"/>
    <dgm:cxn modelId="{6C09A7CF-ED9E-4F5C-A208-29FC73FCD37A}" srcId="{FF50E59C-F10C-40A6-8558-2A7E5F304E5C}" destId="{C6E69E37-3961-44EE-94E9-D23872BEE4C9}" srcOrd="0" destOrd="0" parTransId="{39E7187F-BF44-4434-ABA8-1C914D1E277A}" sibTransId="{DEA9B8DE-9278-41C4-8958-F47B791467F4}"/>
    <dgm:cxn modelId="{242DF2D3-F3A7-4348-A721-6000EAFAE055}" srcId="{984E7E1A-DD08-4E2E-A546-5DAB66C40362}" destId="{46EFE5C5-7E26-4632-AB0D-CFDE009726AC}" srcOrd="3" destOrd="0" parTransId="{8EBD0BB1-A983-499A-AFE0-A135C6D6EAF4}" sibTransId="{5914253C-0C02-433E-BBB4-A56090EFD1EA}"/>
    <dgm:cxn modelId="{FF2520D5-DC6D-4AA8-A9F8-CF8972E73887}" type="presOf" srcId="{984E7E1A-DD08-4E2E-A546-5DAB66C40362}" destId="{AA34BBA1-AEFC-405E-88F0-054659A90B63}" srcOrd="0" destOrd="0" presId="urn:microsoft.com/office/officeart/2005/8/layout/hierarchy6"/>
    <dgm:cxn modelId="{35BBE3DC-B803-4D65-BF7B-5A0E28927E99}" type="presOf" srcId="{7B0BD396-2B46-40BD-AC76-2EF21EDDDC81}" destId="{4E400D75-3AC2-42DF-9470-72FBEAC0BB79}" srcOrd="0" destOrd="0" presId="urn:microsoft.com/office/officeart/2005/8/layout/hierarchy6"/>
    <dgm:cxn modelId="{B822AFDD-53D7-4668-990A-0FC76370D21F}" srcId="{210E38F1-6443-4897-BC67-3DC469B10B3A}" destId="{E195E9F6-7564-48BE-A20F-8E15DF27D81A}" srcOrd="0" destOrd="0" parTransId="{D0F8BDB2-13EF-4738-B074-310F7068418D}" sibTransId="{4A84E83F-0A4E-451D-B074-37C705FAC49A}"/>
    <dgm:cxn modelId="{D9C703DF-C2A5-44FA-A89E-745B9D962509}" type="presOf" srcId="{910FF4E3-4B73-471E-A733-428EDE879319}" destId="{AEE5FF50-BB8D-4A70-8A11-9F9219A16C96}" srcOrd="0" destOrd="0" presId="urn:microsoft.com/office/officeart/2005/8/layout/hierarchy6"/>
    <dgm:cxn modelId="{CA998EDF-D1EC-4F21-BC02-F8E5D809124E}" srcId="{90E52BB7-1EB0-47DC-82EE-28BBD13D64E9}" destId="{65164E71-4DD3-40F1-A30B-EC613D040542}" srcOrd="0" destOrd="0" parTransId="{602223CB-CFD7-40C2-91FA-E4E1E82D12F8}" sibTransId="{21CD02D9-E652-489A-8BF4-F425E3CF6D26}"/>
    <dgm:cxn modelId="{8237BEE0-D1B1-440F-9385-3C24B42C9D37}" srcId="{D692D1F3-8B04-4096-AA22-E14E93E2AD30}" destId="{1CCEED45-57D7-4641-81C9-5908579CE245}" srcOrd="0" destOrd="0" parTransId="{0B8E2C65-A4D7-4B41-A006-CAAA09EDACC5}" sibTransId="{3565B9CB-B1EE-400D-B2B9-2B551D737D10}"/>
    <dgm:cxn modelId="{F84D45E2-3E63-4761-9BCF-333D1C003CC5}" type="presOf" srcId="{64108CB1-DB75-4E6C-B114-0F078EBFAA65}" destId="{C5044203-A88D-4B18-9810-49E9EA828504}" srcOrd="0" destOrd="0" presId="urn:microsoft.com/office/officeart/2005/8/layout/hierarchy6"/>
    <dgm:cxn modelId="{44BC1EE3-FF57-452E-9F1C-1297E9ECAE80}" srcId="{984E7E1A-DD08-4E2E-A546-5DAB66C40362}" destId="{6169ABB3-9EA3-4A97-9BDB-7BF1A5E8319C}" srcOrd="5" destOrd="0" parTransId="{28EC855E-094C-4BED-9FB2-2C030C8FFA45}" sibTransId="{5DD54D20-2A68-4F1C-81FF-4637F3180AB6}"/>
    <dgm:cxn modelId="{F57EDAEA-7763-4011-9500-4CC8DC67B403}" type="presOf" srcId="{2B9145D1-EB7E-4900-B323-62729B920F30}" destId="{51EAB6DB-A7F8-4F89-835D-ED7DFDC5E4CD}" srcOrd="0" destOrd="0" presId="urn:microsoft.com/office/officeart/2005/8/layout/hierarchy6"/>
    <dgm:cxn modelId="{E949D7ED-2CB8-4319-AEDC-329A81FF8E20}" type="presOf" srcId="{D692D1F3-8B04-4096-AA22-E14E93E2AD30}" destId="{C2262EFB-5BE9-4548-98FA-51838DD8F6DF}" srcOrd="0" destOrd="0" presId="urn:microsoft.com/office/officeart/2005/8/layout/hierarchy6"/>
    <dgm:cxn modelId="{8BBAB2EF-486F-4C2D-8E6B-30F22B08CEDE}" srcId="{6343E979-4FE4-4A70-B59E-3E22D3659816}" destId="{90E52BB7-1EB0-47DC-82EE-28BBD13D64E9}" srcOrd="0" destOrd="0" parTransId="{7B0BD396-2B46-40BD-AC76-2EF21EDDDC81}" sibTransId="{6C2204E5-3FD4-4E2D-A0D8-AA639C5B78BB}"/>
    <dgm:cxn modelId="{299BA1F1-77DE-4055-88BB-D4D32D3E2C09}" type="presOf" srcId="{8EBD0BB1-A983-499A-AFE0-A135C6D6EAF4}" destId="{47BBE90B-CBEF-42FD-96FB-4EAFAF81779C}" srcOrd="0" destOrd="0" presId="urn:microsoft.com/office/officeart/2005/8/layout/hierarchy6"/>
    <dgm:cxn modelId="{9DA529F3-75D9-4F31-936B-4F5E7915B8A6}" srcId="{1CCEED45-57D7-4641-81C9-5908579CE245}" destId="{F9922D17-25E5-4FD7-B1AA-578A1B7C65C6}" srcOrd="0" destOrd="0" parTransId="{B3339EB3-2CFC-4D27-A28B-A1DA1C20A05A}" sibTransId="{87586727-6439-4071-A1E4-91EA3F157492}"/>
    <dgm:cxn modelId="{F474DBF5-A7AE-4C06-AD43-D4A8175A9F08}" type="presOf" srcId="{5A1392F2-9813-4C0C-9524-55F25A946D72}" destId="{95517795-1F73-461A-B8A9-0DB9072BC468}" srcOrd="0" destOrd="0" presId="urn:microsoft.com/office/officeart/2005/8/layout/hierarchy6"/>
    <dgm:cxn modelId="{C0E481F8-8D94-4563-BC9A-A3A0DC8B6A55}" type="presOf" srcId="{7A8423F9-E18F-49C7-AF47-88948CD8E18D}" destId="{70099853-D6C6-45DD-8965-6B3F303FCB7B}" srcOrd="0" destOrd="0" presId="urn:microsoft.com/office/officeart/2005/8/layout/hierarchy6"/>
    <dgm:cxn modelId="{E66A6DFA-838B-4265-BAE3-732A6B928409}" srcId="{142E7667-7801-477A-80B1-678DFCEE8B9B}" destId="{6343E979-4FE4-4A70-B59E-3E22D3659816}" srcOrd="0" destOrd="0" parTransId="{7A8423F9-E18F-49C7-AF47-88948CD8E18D}" sibTransId="{A2AAA9C3-C9BC-414E-AD60-200EF2F1EFA3}"/>
    <dgm:cxn modelId="{B396A2FD-6378-4D31-ADB9-32D748CDC76A}" type="presOf" srcId="{65164E71-4DD3-40F1-A30B-EC613D040542}" destId="{E9D5C307-8A1D-4EC7-B20E-8E8F48C13981}" srcOrd="0" destOrd="0" presId="urn:microsoft.com/office/officeart/2005/8/layout/hierarchy6"/>
    <dgm:cxn modelId="{FE7B2495-E11B-4F2A-A472-9C4679DD959E}" type="presParOf" srcId="{327FBF58-624F-4F1F-9921-6E06642364B9}" destId="{F042D168-04ED-406A-BCDD-96683E332C13}" srcOrd="0" destOrd="0" presId="urn:microsoft.com/office/officeart/2005/8/layout/hierarchy6"/>
    <dgm:cxn modelId="{F78C82B2-410C-4859-BFB9-C14C59C714CE}" type="presParOf" srcId="{F042D168-04ED-406A-BCDD-96683E332C13}" destId="{7FFCBE30-6850-4976-A6ED-5C6F49188539}" srcOrd="0" destOrd="0" presId="urn:microsoft.com/office/officeart/2005/8/layout/hierarchy6"/>
    <dgm:cxn modelId="{9D50259A-7E3A-4076-BFD8-E98B3AC83138}" type="presParOf" srcId="{7FFCBE30-6850-4976-A6ED-5C6F49188539}" destId="{E2405E1B-AD31-4EB2-A052-20046520C88A}" srcOrd="0" destOrd="0" presId="urn:microsoft.com/office/officeart/2005/8/layout/hierarchy6"/>
    <dgm:cxn modelId="{724CD78F-93B9-437E-93C4-AF9EDE7D28D4}" type="presParOf" srcId="{E2405E1B-AD31-4EB2-A052-20046520C88A}" destId="{AA34BBA1-AEFC-405E-88F0-054659A90B63}" srcOrd="0" destOrd="0" presId="urn:microsoft.com/office/officeart/2005/8/layout/hierarchy6"/>
    <dgm:cxn modelId="{7FBF47FB-2DF7-4C8B-B218-7522F669B31D}" type="presParOf" srcId="{E2405E1B-AD31-4EB2-A052-20046520C88A}" destId="{1310C93A-257F-43F9-9C19-53032BA77C1A}" srcOrd="1" destOrd="0" presId="urn:microsoft.com/office/officeart/2005/8/layout/hierarchy6"/>
    <dgm:cxn modelId="{AD2DA087-6F09-4FD1-8430-4FDE5756A688}" type="presParOf" srcId="{1310C93A-257F-43F9-9C19-53032BA77C1A}" destId="{909756E3-99E7-44AA-A3C7-19374AE5DAB8}" srcOrd="0" destOrd="0" presId="urn:microsoft.com/office/officeart/2005/8/layout/hierarchy6"/>
    <dgm:cxn modelId="{4D3CAFB8-87D2-4BB2-9EC7-915185ED71A2}" type="presParOf" srcId="{1310C93A-257F-43F9-9C19-53032BA77C1A}" destId="{149939F9-980F-4A64-99A3-ADA2117BBF76}" srcOrd="1" destOrd="0" presId="urn:microsoft.com/office/officeart/2005/8/layout/hierarchy6"/>
    <dgm:cxn modelId="{B136D6BB-5401-4897-B7CC-90422079D1D9}" type="presParOf" srcId="{149939F9-980F-4A64-99A3-ADA2117BBF76}" destId="{7AC0F532-950B-4237-B2A3-453E379DA90E}" srcOrd="0" destOrd="0" presId="urn:microsoft.com/office/officeart/2005/8/layout/hierarchy6"/>
    <dgm:cxn modelId="{F7EA879A-57FB-473A-B67A-88B6135DBC80}" type="presParOf" srcId="{149939F9-980F-4A64-99A3-ADA2117BBF76}" destId="{9F017FD8-B1BC-4867-9605-53103D0083A2}" srcOrd="1" destOrd="0" presId="urn:microsoft.com/office/officeart/2005/8/layout/hierarchy6"/>
    <dgm:cxn modelId="{712117CF-A0C2-4276-BEA9-7AAD7710A81F}" type="presParOf" srcId="{1310C93A-257F-43F9-9C19-53032BA77C1A}" destId="{6F2A1E2D-C6A8-49EA-9BF1-89BB72F13956}" srcOrd="2" destOrd="0" presId="urn:microsoft.com/office/officeart/2005/8/layout/hierarchy6"/>
    <dgm:cxn modelId="{AF976977-0388-4165-90C4-E87EE470786C}" type="presParOf" srcId="{1310C93A-257F-43F9-9C19-53032BA77C1A}" destId="{21D72E1E-6071-433F-B914-13438C8D8E51}" srcOrd="3" destOrd="0" presId="urn:microsoft.com/office/officeart/2005/8/layout/hierarchy6"/>
    <dgm:cxn modelId="{21AEB831-CA9E-47D9-B9E2-B3FB4D9074D5}" type="presParOf" srcId="{21D72E1E-6071-433F-B914-13438C8D8E51}" destId="{E3195452-4088-4894-8DFD-AE2BFA9054E4}" srcOrd="0" destOrd="0" presId="urn:microsoft.com/office/officeart/2005/8/layout/hierarchy6"/>
    <dgm:cxn modelId="{4103F03D-04FD-485C-8AB5-C151D7A508BD}" type="presParOf" srcId="{21D72E1E-6071-433F-B914-13438C8D8E51}" destId="{62F5AF95-DFA1-40C4-9CD2-C4F56FF6D824}" srcOrd="1" destOrd="0" presId="urn:microsoft.com/office/officeart/2005/8/layout/hierarchy6"/>
    <dgm:cxn modelId="{CD7CFC0D-94BA-4400-87C0-A2C4C1EE52BA}" type="presParOf" srcId="{62F5AF95-DFA1-40C4-9CD2-C4F56FF6D824}" destId="{CADF8BA8-4C18-4BCF-B785-1B1223495F63}" srcOrd="0" destOrd="0" presId="urn:microsoft.com/office/officeart/2005/8/layout/hierarchy6"/>
    <dgm:cxn modelId="{07E30A29-4619-4279-94B0-3D831F02B6FC}" type="presParOf" srcId="{62F5AF95-DFA1-40C4-9CD2-C4F56FF6D824}" destId="{34D5AAE3-37A8-4E7C-819A-D19088BB043E}" srcOrd="1" destOrd="0" presId="urn:microsoft.com/office/officeart/2005/8/layout/hierarchy6"/>
    <dgm:cxn modelId="{8E87681A-C449-40AC-9E8E-1FC6D49C92D5}" type="presParOf" srcId="{34D5AAE3-37A8-4E7C-819A-D19088BB043E}" destId="{C85E5849-5BD0-41A7-BC45-A54BCA8E87E7}" srcOrd="0" destOrd="0" presId="urn:microsoft.com/office/officeart/2005/8/layout/hierarchy6"/>
    <dgm:cxn modelId="{5590DA0C-1EB8-472F-B57C-1A87044C7A01}" type="presParOf" srcId="{34D5AAE3-37A8-4E7C-819A-D19088BB043E}" destId="{DCB2E8AE-66FE-4AD6-880F-C593DC37301C}" srcOrd="1" destOrd="0" presId="urn:microsoft.com/office/officeart/2005/8/layout/hierarchy6"/>
    <dgm:cxn modelId="{6CC3BF52-EEFD-4BFB-9FE6-7ED788A0C18F}" type="presParOf" srcId="{DCB2E8AE-66FE-4AD6-880F-C593DC37301C}" destId="{38D40A92-1EB9-4FB5-ADC1-9A0DF87BEE8D}" srcOrd="0" destOrd="0" presId="urn:microsoft.com/office/officeart/2005/8/layout/hierarchy6"/>
    <dgm:cxn modelId="{D9C523BF-DA97-4E26-A42B-DB4E09E5FB1B}" type="presParOf" srcId="{DCB2E8AE-66FE-4AD6-880F-C593DC37301C}" destId="{59416600-D01D-44D5-A7DC-38ADD146E729}" srcOrd="1" destOrd="0" presId="urn:microsoft.com/office/officeart/2005/8/layout/hierarchy6"/>
    <dgm:cxn modelId="{3561A164-E7F9-4048-B91A-FC3FA4FBDA4E}" type="presParOf" srcId="{59416600-D01D-44D5-A7DC-38ADD146E729}" destId="{D5810A6F-9BEC-4CA9-A2D9-D690ED127B30}" srcOrd="0" destOrd="0" presId="urn:microsoft.com/office/officeart/2005/8/layout/hierarchy6"/>
    <dgm:cxn modelId="{F03E12C3-6790-4A03-9106-3147EB09CFF7}" type="presParOf" srcId="{59416600-D01D-44D5-A7DC-38ADD146E729}" destId="{D087C909-8EBC-4A41-82A3-F989599A6FCF}" srcOrd="1" destOrd="0" presId="urn:microsoft.com/office/officeart/2005/8/layout/hierarchy6"/>
    <dgm:cxn modelId="{6253E9B1-DE95-405D-860E-735ADBAF6FDA}" type="presParOf" srcId="{D087C909-8EBC-4A41-82A3-F989599A6FCF}" destId="{03FC8A99-0567-4C91-89DE-DB16B2C0A767}" srcOrd="0" destOrd="0" presId="urn:microsoft.com/office/officeart/2005/8/layout/hierarchy6"/>
    <dgm:cxn modelId="{50F7E2C1-B928-4CB9-B048-3572018CF923}" type="presParOf" srcId="{D087C909-8EBC-4A41-82A3-F989599A6FCF}" destId="{02A89A3D-B0E3-41F5-8E8F-CFC3C0648A88}" srcOrd="1" destOrd="0" presId="urn:microsoft.com/office/officeart/2005/8/layout/hierarchy6"/>
    <dgm:cxn modelId="{4CEFF63B-5BA8-4224-9D52-F68D7AE01BE4}" type="presParOf" srcId="{02A89A3D-B0E3-41F5-8E8F-CFC3C0648A88}" destId="{55C79116-3FEA-41A8-A479-CB0E380F7808}" srcOrd="0" destOrd="0" presId="urn:microsoft.com/office/officeart/2005/8/layout/hierarchy6"/>
    <dgm:cxn modelId="{3B410F39-DC4E-449C-B356-35A1D552BC63}" type="presParOf" srcId="{02A89A3D-B0E3-41F5-8E8F-CFC3C0648A88}" destId="{71BB90E9-42D8-4260-AC0A-A4147B2D318A}" srcOrd="1" destOrd="0" presId="urn:microsoft.com/office/officeart/2005/8/layout/hierarchy6"/>
    <dgm:cxn modelId="{9985CCAD-014A-4966-B665-34F4E4C423EF}" type="presParOf" srcId="{1310C93A-257F-43F9-9C19-53032BA77C1A}" destId="{8C51603B-18E2-460C-A259-41942E28FCC3}" srcOrd="4" destOrd="0" presId="urn:microsoft.com/office/officeart/2005/8/layout/hierarchy6"/>
    <dgm:cxn modelId="{707F7786-333B-4AE4-B321-BC462E3B0DFE}" type="presParOf" srcId="{1310C93A-257F-43F9-9C19-53032BA77C1A}" destId="{29999C70-A7D1-453F-A16C-32EDE5B12858}" srcOrd="5" destOrd="0" presId="urn:microsoft.com/office/officeart/2005/8/layout/hierarchy6"/>
    <dgm:cxn modelId="{1BB30C99-DB09-4F14-BE05-2DD3F9D078DD}" type="presParOf" srcId="{29999C70-A7D1-453F-A16C-32EDE5B12858}" destId="{0F2BF6AD-BDCF-45A6-B033-76813ED1DA7F}" srcOrd="0" destOrd="0" presId="urn:microsoft.com/office/officeart/2005/8/layout/hierarchy6"/>
    <dgm:cxn modelId="{07EA4BD9-6B24-4C93-8BDD-9D2D34798300}" type="presParOf" srcId="{29999C70-A7D1-453F-A16C-32EDE5B12858}" destId="{C941B135-69D7-4323-BA9F-3C43B5F1A467}" srcOrd="1" destOrd="0" presId="urn:microsoft.com/office/officeart/2005/8/layout/hierarchy6"/>
    <dgm:cxn modelId="{8DEB1662-6C92-4EEF-89CC-A4B4640718BF}" type="presParOf" srcId="{C941B135-69D7-4323-BA9F-3C43B5F1A467}" destId="{C35DDB86-B450-4822-9D2F-E71FF9968A21}" srcOrd="0" destOrd="0" presId="urn:microsoft.com/office/officeart/2005/8/layout/hierarchy6"/>
    <dgm:cxn modelId="{FB0E653D-A9EE-4BAA-B2CA-1298C21E9405}" type="presParOf" srcId="{C941B135-69D7-4323-BA9F-3C43B5F1A467}" destId="{BB462D65-ACC4-4544-B7C4-30776D42B558}" srcOrd="1" destOrd="0" presId="urn:microsoft.com/office/officeart/2005/8/layout/hierarchy6"/>
    <dgm:cxn modelId="{B301C2A9-86F8-4566-956E-CC43601A3B39}" type="presParOf" srcId="{BB462D65-ACC4-4544-B7C4-30776D42B558}" destId="{3D170F9E-3701-4D1E-8282-7786501540B5}" srcOrd="0" destOrd="0" presId="urn:microsoft.com/office/officeart/2005/8/layout/hierarchy6"/>
    <dgm:cxn modelId="{6107B7A9-6685-41BE-A2B9-77FEA2C7BA17}" type="presParOf" srcId="{BB462D65-ACC4-4544-B7C4-30776D42B558}" destId="{9B480D89-7082-434B-8DB0-91EF10463405}" srcOrd="1" destOrd="0" presId="urn:microsoft.com/office/officeart/2005/8/layout/hierarchy6"/>
    <dgm:cxn modelId="{D7BA54D1-767B-4705-960F-7F99107CC0A6}" type="presParOf" srcId="{9B480D89-7082-434B-8DB0-91EF10463405}" destId="{6068B2E9-439A-4D4A-9F07-1BD033C7220C}" srcOrd="0" destOrd="0" presId="urn:microsoft.com/office/officeart/2005/8/layout/hierarchy6"/>
    <dgm:cxn modelId="{FBD604DF-8C7C-4DBB-A680-02024330056D}" type="presParOf" srcId="{9B480D89-7082-434B-8DB0-91EF10463405}" destId="{2AB79E5E-3E0F-4B15-8C12-2C7C7F37CC6E}" srcOrd="1" destOrd="0" presId="urn:microsoft.com/office/officeart/2005/8/layout/hierarchy6"/>
    <dgm:cxn modelId="{7F896A2D-030E-45FE-A74E-78C09FCCB223}" type="presParOf" srcId="{2AB79E5E-3E0F-4B15-8C12-2C7C7F37CC6E}" destId="{DA212266-545D-45F1-A27D-0FB54745C5C9}" srcOrd="0" destOrd="0" presId="urn:microsoft.com/office/officeart/2005/8/layout/hierarchy6"/>
    <dgm:cxn modelId="{909C004D-E078-4EB6-92BA-850E255B7CFD}" type="presParOf" srcId="{2AB79E5E-3E0F-4B15-8C12-2C7C7F37CC6E}" destId="{260D8AF3-1154-4CC0-AD53-C84DA5FA04E1}" srcOrd="1" destOrd="0" presId="urn:microsoft.com/office/officeart/2005/8/layout/hierarchy6"/>
    <dgm:cxn modelId="{2523AEC1-E7F4-4B70-BE69-F69F7713F261}" type="presParOf" srcId="{260D8AF3-1154-4CC0-AD53-C84DA5FA04E1}" destId="{9546DA21-7CA2-4F3B-87CA-3168F16C6E7E}" srcOrd="0" destOrd="0" presId="urn:microsoft.com/office/officeart/2005/8/layout/hierarchy6"/>
    <dgm:cxn modelId="{21BA7765-ECBA-4ADB-B535-739D944CB812}" type="presParOf" srcId="{260D8AF3-1154-4CC0-AD53-C84DA5FA04E1}" destId="{8B18F66F-752D-4B20-8C19-341C00949D60}" srcOrd="1" destOrd="0" presId="urn:microsoft.com/office/officeart/2005/8/layout/hierarchy6"/>
    <dgm:cxn modelId="{D9312272-CDBD-4C45-82E2-D516FA3DE743}" type="presParOf" srcId="{8B18F66F-752D-4B20-8C19-341C00949D60}" destId="{C2262EFB-5BE9-4548-98FA-51838DD8F6DF}" srcOrd="0" destOrd="0" presId="urn:microsoft.com/office/officeart/2005/8/layout/hierarchy6"/>
    <dgm:cxn modelId="{1048F611-CC29-459F-A6AD-B559D1141C1B}" type="presParOf" srcId="{8B18F66F-752D-4B20-8C19-341C00949D60}" destId="{12141DC4-C979-4542-83DB-5BA320FCFE51}" srcOrd="1" destOrd="0" presId="urn:microsoft.com/office/officeart/2005/8/layout/hierarchy6"/>
    <dgm:cxn modelId="{823EE4FE-2BFA-40A7-8402-F2C7CED96121}" type="presParOf" srcId="{12141DC4-C979-4542-83DB-5BA320FCFE51}" destId="{04405E15-0B20-4F53-A85C-E932BDDB8237}" srcOrd="0" destOrd="0" presId="urn:microsoft.com/office/officeart/2005/8/layout/hierarchy6"/>
    <dgm:cxn modelId="{3C9E33A9-BF8F-403A-A3E0-F9A21ABA5173}" type="presParOf" srcId="{12141DC4-C979-4542-83DB-5BA320FCFE51}" destId="{19068072-4B54-4A6F-963A-48715DEA5881}" srcOrd="1" destOrd="0" presId="urn:microsoft.com/office/officeart/2005/8/layout/hierarchy6"/>
    <dgm:cxn modelId="{85F105A3-76B1-4C4B-B023-C6CFE0BC433A}" type="presParOf" srcId="{19068072-4B54-4A6F-963A-48715DEA5881}" destId="{6B117D17-8BD8-4AE3-810B-A881321E5DD9}" srcOrd="0" destOrd="0" presId="urn:microsoft.com/office/officeart/2005/8/layout/hierarchy6"/>
    <dgm:cxn modelId="{2E5FEA40-A3AF-479D-8E7A-E3FE51E3CAE2}" type="presParOf" srcId="{19068072-4B54-4A6F-963A-48715DEA5881}" destId="{BBB2DBB5-E63F-495F-9C9A-8A5D8522A497}" srcOrd="1" destOrd="0" presId="urn:microsoft.com/office/officeart/2005/8/layout/hierarchy6"/>
    <dgm:cxn modelId="{D36B4E2F-DAAE-49D3-8E60-0C52F8CB04A4}" type="presParOf" srcId="{BBB2DBB5-E63F-495F-9C9A-8A5D8522A497}" destId="{94C352C4-3E3C-489A-9242-7542C89615E3}" srcOrd="0" destOrd="0" presId="urn:microsoft.com/office/officeart/2005/8/layout/hierarchy6"/>
    <dgm:cxn modelId="{27EF01DB-E1FB-42DC-8B5D-E8027972A60F}" type="presParOf" srcId="{BBB2DBB5-E63F-495F-9C9A-8A5D8522A497}" destId="{716E8AC2-84AE-4D29-9A1D-2C84766F12F0}" srcOrd="1" destOrd="0" presId="urn:microsoft.com/office/officeart/2005/8/layout/hierarchy6"/>
    <dgm:cxn modelId="{B9C70025-4DA3-4401-9847-09EFE0E0C0D9}" type="presParOf" srcId="{716E8AC2-84AE-4D29-9A1D-2C84766F12F0}" destId="{2B3CB1BC-6D96-470A-BFBD-A00B79B46B8B}" srcOrd="0" destOrd="0" presId="urn:microsoft.com/office/officeart/2005/8/layout/hierarchy6"/>
    <dgm:cxn modelId="{A79B98F2-B859-48F7-86D6-FDAA8749386B}" type="presParOf" srcId="{716E8AC2-84AE-4D29-9A1D-2C84766F12F0}" destId="{9539B342-F682-40BB-9BD0-39FC5337E852}" srcOrd="1" destOrd="0" presId="urn:microsoft.com/office/officeart/2005/8/layout/hierarchy6"/>
    <dgm:cxn modelId="{8F9E8AFC-4BCF-4703-802D-955D1FD4FDC2}" type="presParOf" srcId="{9539B342-F682-40BB-9BD0-39FC5337E852}" destId="{CB6BE97F-F378-44D8-A2B2-1513F719E2F3}" srcOrd="0" destOrd="0" presId="urn:microsoft.com/office/officeart/2005/8/layout/hierarchy6"/>
    <dgm:cxn modelId="{DE2B9125-CB28-4D88-9C63-D484910D54C5}" type="presParOf" srcId="{9539B342-F682-40BB-9BD0-39FC5337E852}" destId="{037A5789-658A-4803-8635-D7D7917B1D18}" srcOrd="1" destOrd="0" presId="urn:microsoft.com/office/officeart/2005/8/layout/hierarchy6"/>
    <dgm:cxn modelId="{8B07ABDE-94A9-4E7D-B088-05756AC710EA}" type="presParOf" srcId="{037A5789-658A-4803-8635-D7D7917B1D18}" destId="{5F36A6FB-CB7F-4DE6-B6F5-DE1826698F42}" srcOrd="0" destOrd="0" presId="urn:microsoft.com/office/officeart/2005/8/layout/hierarchy6"/>
    <dgm:cxn modelId="{64F50E32-1E09-498B-BEBF-424864B067BF}" type="presParOf" srcId="{037A5789-658A-4803-8635-D7D7917B1D18}" destId="{7B16E392-CFB9-4511-80CC-B12B55CE4AF9}" srcOrd="1" destOrd="0" presId="urn:microsoft.com/office/officeart/2005/8/layout/hierarchy6"/>
    <dgm:cxn modelId="{3FC87264-2722-4B1B-BC24-87622BA2FD3B}" type="presParOf" srcId="{1310C93A-257F-43F9-9C19-53032BA77C1A}" destId="{47BBE90B-CBEF-42FD-96FB-4EAFAF81779C}" srcOrd="6" destOrd="0" presId="urn:microsoft.com/office/officeart/2005/8/layout/hierarchy6"/>
    <dgm:cxn modelId="{B2C7C222-1440-4A94-95A4-6E3ADECBCCFC}" type="presParOf" srcId="{1310C93A-257F-43F9-9C19-53032BA77C1A}" destId="{565B9193-3092-4191-B4D7-4450FED5158B}" srcOrd="7" destOrd="0" presId="urn:microsoft.com/office/officeart/2005/8/layout/hierarchy6"/>
    <dgm:cxn modelId="{07735899-A477-413F-80D1-29D75B7D238C}" type="presParOf" srcId="{565B9193-3092-4191-B4D7-4450FED5158B}" destId="{3DD57934-5E09-442C-A927-0F5009AB258D}" srcOrd="0" destOrd="0" presId="urn:microsoft.com/office/officeart/2005/8/layout/hierarchy6"/>
    <dgm:cxn modelId="{1066C492-333C-49EC-A5CC-AE72018CCFD9}" type="presParOf" srcId="{565B9193-3092-4191-B4D7-4450FED5158B}" destId="{D24D47FE-523A-4015-9CAA-901FC0D214D5}" srcOrd="1" destOrd="0" presId="urn:microsoft.com/office/officeart/2005/8/layout/hierarchy6"/>
    <dgm:cxn modelId="{CAF36A91-B481-4707-9C88-98A2B1F9F473}" type="presParOf" srcId="{D24D47FE-523A-4015-9CAA-901FC0D214D5}" destId="{4E69DF13-5E8E-4E91-975F-9FDDE2936E47}" srcOrd="0" destOrd="0" presId="urn:microsoft.com/office/officeart/2005/8/layout/hierarchy6"/>
    <dgm:cxn modelId="{F84B4DEA-A328-4662-867B-088EBF9475E8}" type="presParOf" srcId="{D24D47FE-523A-4015-9CAA-901FC0D214D5}" destId="{9D3D95EC-2023-4BA1-A515-21302324505A}" srcOrd="1" destOrd="0" presId="urn:microsoft.com/office/officeart/2005/8/layout/hierarchy6"/>
    <dgm:cxn modelId="{3F9FB7BF-DDE2-4D69-995E-FA6CE1E42F23}" type="presParOf" srcId="{9D3D95EC-2023-4BA1-A515-21302324505A}" destId="{93C93900-8187-43D3-8589-C801987549D8}" srcOrd="0" destOrd="0" presId="urn:microsoft.com/office/officeart/2005/8/layout/hierarchy6"/>
    <dgm:cxn modelId="{62ADD731-A57B-4EF5-9E97-4F9485B70C79}" type="presParOf" srcId="{9D3D95EC-2023-4BA1-A515-21302324505A}" destId="{47B2A419-6ED4-4C73-86AA-9F655C1C9D2A}" srcOrd="1" destOrd="0" presId="urn:microsoft.com/office/officeart/2005/8/layout/hierarchy6"/>
    <dgm:cxn modelId="{0328358D-9AC2-4506-B79D-9BA7C993F504}" type="presParOf" srcId="{47B2A419-6ED4-4C73-86AA-9F655C1C9D2A}" destId="{4EED4EC6-C75E-4237-B513-1F528969B037}" srcOrd="0" destOrd="0" presId="urn:microsoft.com/office/officeart/2005/8/layout/hierarchy6"/>
    <dgm:cxn modelId="{8FDFE82C-F837-44AC-A02F-E62594519BEB}" type="presParOf" srcId="{47B2A419-6ED4-4C73-86AA-9F655C1C9D2A}" destId="{6E0FDFC1-4213-4B9B-8ECC-5730827380B1}" srcOrd="1" destOrd="0" presId="urn:microsoft.com/office/officeart/2005/8/layout/hierarchy6"/>
    <dgm:cxn modelId="{4DDF0D92-0BDF-4229-8768-34F3215AA93F}" type="presParOf" srcId="{6E0FDFC1-4213-4B9B-8ECC-5730827380B1}" destId="{712DC4DD-54A4-4D11-93B8-AF86C0982CE7}" srcOrd="0" destOrd="0" presId="urn:microsoft.com/office/officeart/2005/8/layout/hierarchy6"/>
    <dgm:cxn modelId="{1FF76F1D-0206-4BBC-B4EA-CF680036CA80}" type="presParOf" srcId="{6E0FDFC1-4213-4B9B-8ECC-5730827380B1}" destId="{06FE832E-06DC-449D-9623-40B31DE5260A}" srcOrd="1" destOrd="0" presId="urn:microsoft.com/office/officeart/2005/8/layout/hierarchy6"/>
    <dgm:cxn modelId="{51CA2E49-9BBF-4EB0-BD17-93F0239BCC06}" type="presParOf" srcId="{06FE832E-06DC-449D-9623-40B31DE5260A}" destId="{C5D095A0-8EE6-4EB9-8612-3D40277D1615}" srcOrd="0" destOrd="0" presId="urn:microsoft.com/office/officeart/2005/8/layout/hierarchy6"/>
    <dgm:cxn modelId="{885CC7C6-8B3F-4D41-8733-42A45BC9B1C5}" type="presParOf" srcId="{06FE832E-06DC-449D-9623-40B31DE5260A}" destId="{B6F8A37B-3728-4132-A0B2-2D455B49C14C}" srcOrd="1" destOrd="0" presId="urn:microsoft.com/office/officeart/2005/8/layout/hierarchy6"/>
    <dgm:cxn modelId="{4FE04A9C-C830-48A6-B315-1143C4550A90}" type="presParOf" srcId="{B6F8A37B-3728-4132-A0B2-2D455B49C14C}" destId="{23569E60-B42A-46D6-895B-EB403DAEAB39}" srcOrd="0" destOrd="0" presId="urn:microsoft.com/office/officeart/2005/8/layout/hierarchy6"/>
    <dgm:cxn modelId="{3C465CF2-BFDB-4F79-A4E8-038DE37D0B2B}" type="presParOf" srcId="{B6F8A37B-3728-4132-A0B2-2D455B49C14C}" destId="{8AEC3380-BF7F-458C-A43B-E053B8AAB6C8}" srcOrd="1" destOrd="0" presId="urn:microsoft.com/office/officeart/2005/8/layout/hierarchy6"/>
    <dgm:cxn modelId="{EBD5E54E-ED40-4A2D-ABBF-427F6308CEB8}" type="presParOf" srcId="{1310C93A-257F-43F9-9C19-53032BA77C1A}" destId="{F735E2CF-8C29-48C1-84C7-830FEF7D1A26}" srcOrd="8" destOrd="0" presId="urn:microsoft.com/office/officeart/2005/8/layout/hierarchy6"/>
    <dgm:cxn modelId="{16400667-1294-40B1-9D00-F9B8F8E057E3}" type="presParOf" srcId="{1310C93A-257F-43F9-9C19-53032BA77C1A}" destId="{48AFB0DB-A5F1-4E3C-A955-DF837FAD14E4}" srcOrd="9" destOrd="0" presId="urn:microsoft.com/office/officeart/2005/8/layout/hierarchy6"/>
    <dgm:cxn modelId="{37C69F07-B942-472F-AA00-B88797B89307}" type="presParOf" srcId="{48AFB0DB-A5F1-4E3C-A955-DF837FAD14E4}" destId="{8083ECF3-4A6D-4D09-B080-CA9E2FF57236}" srcOrd="0" destOrd="0" presId="urn:microsoft.com/office/officeart/2005/8/layout/hierarchy6"/>
    <dgm:cxn modelId="{D9421810-1E4A-4E8A-A41E-12AD83F3226D}" type="presParOf" srcId="{48AFB0DB-A5F1-4E3C-A955-DF837FAD14E4}" destId="{2C493079-29ED-4E87-A787-50DAC8099E25}" srcOrd="1" destOrd="0" presId="urn:microsoft.com/office/officeart/2005/8/layout/hierarchy6"/>
    <dgm:cxn modelId="{05DEDC60-1F55-402F-B439-D2DEB12E1510}" type="presParOf" srcId="{2C493079-29ED-4E87-A787-50DAC8099E25}" destId="{64900635-8DCD-4DF3-B12D-2B985CABC71A}" srcOrd="0" destOrd="0" presId="urn:microsoft.com/office/officeart/2005/8/layout/hierarchy6"/>
    <dgm:cxn modelId="{4B6BA802-A140-4292-8E60-4BEDCC1C4E89}" type="presParOf" srcId="{2C493079-29ED-4E87-A787-50DAC8099E25}" destId="{773E5E19-E898-4FB5-9479-84A75550A456}" srcOrd="1" destOrd="0" presId="urn:microsoft.com/office/officeart/2005/8/layout/hierarchy6"/>
    <dgm:cxn modelId="{9F17AAE1-7FC4-48ED-853B-23E7AC442179}" type="presParOf" srcId="{773E5E19-E898-4FB5-9479-84A75550A456}" destId="{92DF44D8-235C-4496-9E5B-04260D070234}" srcOrd="0" destOrd="0" presId="urn:microsoft.com/office/officeart/2005/8/layout/hierarchy6"/>
    <dgm:cxn modelId="{917E8832-54D2-4D5B-8AB5-4E7A535CCA2C}" type="presParOf" srcId="{773E5E19-E898-4FB5-9479-84A75550A456}" destId="{B78E7553-FDDA-4447-9D04-EE2E1E15DB85}" srcOrd="1" destOrd="0" presId="urn:microsoft.com/office/officeart/2005/8/layout/hierarchy6"/>
    <dgm:cxn modelId="{46B517F7-CC53-43B6-B03B-96490AF3DE17}" type="presParOf" srcId="{B78E7553-FDDA-4447-9D04-EE2E1E15DB85}" destId="{70099853-D6C6-45DD-8965-6B3F303FCB7B}" srcOrd="0" destOrd="0" presId="urn:microsoft.com/office/officeart/2005/8/layout/hierarchy6"/>
    <dgm:cxn modelId="{8B1CF518-F467-4F51-8CB7-D8ED6123FEF5}" type="presParOf" srcId="{B78E7553-FDDA-4447-9D04-EE2E1E15DB85}" destId="{38A51D49-7BF0-47A8-95A1-F9BFBDD027E6}" srcOrd="1" destOrd="0" presId="urn:microsoft.com/office/officeart/2005/8/layout/hierarchy6"/>
    <dgm:cxn modelId="{E68B63E7-D628-466E-BCCC-409545786FDE}" type="presParOf" srcId="{38A51D49-7BF0-47A8-95A1-F9BFBDD027E6}" destId="{9D4DAB13-3BDF-4004-BBF9-0AF61D5F5F89}" srcOrd="0" destOrd="0" presId="urn:microsoft.com/office/officeart/2005/8/layout/hierarchy6"/>
    <dgm:cxn modelId="{07C92456-9B06-44AC-906C-8A0D9088F836}" type="presParOf" srcId="{38A51D49-7BF0-47A8-95A1-F9BFBDD027E6}" destId="{723F23CC-2BC6-4953-8F94-321AECE23CFE}" srcOrd="1" destOrd="0" presId="urn:microsoft.com/office/officeart/2005/8/layout/hierarchy6"/>
    <dgm:cxn modelId="{B54EED4F-C532-4332-B301-A3CF6257B2F5}" type="presParOf" srcId="{723F23CC-2BC6-4953-8F94-321AECE23CFE}" destId="{4E400D75-3AC2-42DF-9470-72FBEAC0BB79}" srcOrd="0" destOrd="0" presId="urn:microsoft.com/office/officeart/2005/8/layout/hierarchy6"/>
    <dgm:cxn modelId="{EA11D73C-D8B7-44D7-9FC7-D570CB77D31E}" type="presParOf" srcId="{723F23CC-2BC6-4953-8F94-321AECE23CFE}" destId="{E95B1BFA-DB58-4ECD-9D19-69ECEFA2AF32}" srcOrd="1" destOrd="0" presId="urn:microsoft.com/office/officeart/2005/8/layout/hierarchy6"/>
    <dgm:cxn modelId="{1BF7FDED-AB88-4EE6-8ED5-9159F7140696}" type="presParOf" srcId="{E95B1BFA-DB58-4ECD-9D19-69ECEFA2AF32}" destId="{CF04F5AB-3563-4DB1-A4BC-F556F7D0C9D5}" srcOrd="0" destOrd="0" presId="urn:microsoft.com/office/officeart/2005/8/layout/hierarchy6"/>
    <dgm:cxn modelId="{8DB7C214-38DA-4B04-A3B4-1EBB25145F92}" type="presParOf" srcId="{E95B1BFA-DB58-4ECD-9D19-69ECEFA2AF32}" destId="{5BE4BF58-CDFC-41D8-A720-52A2E11068F3}" srcOrd="1" destOrd="0" presId="urn:microsoft.com/office/officeart/2005/8/layout/hierarchy6"/>
    <dgm:cxn modelId="{B2E4C63C-B4FB-40F4-A5A2-B88F94165C01}" type="presParOf" srcId="{5BE4BF58-CDFC-41D8-A720-52A2E11068F3}" destId="{B6371254-1FFA-4EC8-9A90-4F69AC26C4B8}" srcOrd="0" destOrd="0" presId="urn:microsoft.com/office/officeart/2005/8/layout/hierarchy6"/>
    <dgm:cxn modelId="{9E4F5C23-60E7-42D9-8539-12014637D64B}" type="presParOf" srcId="{5BE4BF58-CDFC-41D8-A720-52A2E11068F3}" destId="{A9817A76-8597-449D-B92F-8AEE85191D54}" srcOrd="1" destOrd="0" presId="urn:microsoft.com/office/officeart/2005/8/layout/hierarchy6"/>
    <dgm:cxn modelId="{DC67EDB2-E951-4F08-BD25-16AF740C3033}" type="presParOf" srcId="{A9817A76-8597-449D-B92F-8AEE85191D54}" destId="{E9D5C307-8A1D-4EC7-B20E-8E8F48C13981}" srcOrd="0" destOrd="0" presId="urn:microsoft.com/office/officeart/2005/8/layout/hierarchy6"/>
    <dgm:cxn modelId="{80DBD0A9-EF0A-4D72-BEFF-ACDD8D37C4B9}" type="presParOf" srcId="{A9817A76-8597-449D-B92F-8AEE85191D54}" destId="{1D2F9C2F-4C3B-4B47-AF86-182981AA931E}" srcOrd="1" destOrd="0" presId="urn:microsoft.com/office/officeart/2005/8/layout/hierarchy6"/>
    <dgm:cxn modelId="{A72AF3F6-8260-4779-845C-F0F2EA1F6CDA}" type="presParOf" srcId="{1310C93A-257F-43F9-9C19-53032BA77C1A}" destId="{B8BBA04E-A661-4440-88BC-48A5A46928AD}" srcOrd="10" destOrd="0" presId="urn:microsoft.com/office/officeart/2005/8/layout/hierarchy6"/>
    <dgm:cxn modelId="{C23F8E6E-92FE-4539-9B4F-C5E535D2CE07}" type="presParOf" srcId="{1310C93A-257F-43F9-9C19-53032BA77C1A}" destId="{21323A3E-798F-4FD2-849A-C556E8FABEB5}" srcOrd="11" destOrd="0" presId="urn:microsoft.com/office/officeart/2005/8/layout/hierarchy6"/>
    <dgm:cxn modelId="{006D4888-BFD5-4D1F-87E9-13A0A0748B93}" type="presParOf" srcId="{21323A3E-798F-4FD2-849A-C556E8FABEB5}" destId="{F5D11855-5721-4682-A076-B1B508937B57}" srcOrd="0" destOrd="0" presId="urn:microsoft.com/office/officeart/2005/8/layout/hierarchy6"/>
    <dgm:cxn modelId="{206DE533-D7DC-4314-BA19-27BDA6400DF3}" type="presParOf" srcId="{21323A3E-798F-4FD2-849A-C556E8FABEB5}" destId="{E2849A17-F155-4BD3-88DE-721F27239E2B}" srcOrd="1" destOrd="0" presId="urn:microsoft.com/office/officeart/2005/8/layout/hierarchy6"/>
    <dgm:cxn modelId="{4574A691-B1C7-4F48-B23C-5806DE941CB5}" type="presParOf" srcId="{E2849A17-F155-4BD3-88DE-721F27239E2B}" destId="{7C69395F-B695-4DFD-9AE3-CCCC3BD07CBB}" srcOrd="0" destOrd="0" presId="urn:microsoft.com/office/officeart/2005/8/layout/hierarchy6"/>
    <dgm:cxn modelId="{E529B10A-5A62-4641-B8D3-7E6AB357B249}" type="presParOf" srcId="{E2849A17-F155-4BD3-88DE-721F27239E2B}" destId="{3EE85766-1C49-483D-9618-F660A73E9A38}" srcOrd="1" destOrd="0" presId="urn:microsoft.com/office/officeart/2005/8/layout/hierarchy6"/>
    <dgm:cxn modelId="{3EBA9610-B959-424E-914E-E1DE609331C7}" type="presParOf" srcId="{3EE85766-1C49-483D-9618-F660A73E9A38}" destId="{C5044203-A88D-4B18-9810-49E9EA828504}" srcOrd="0" destOrd="0" presId="urn:microsoft.com/office/officeart/2005/8/layout/hierarchy6"/>
    <dgm:cxn modelId="{293B1311-06C5-4256-91D7-4250CD3EAE3A}" type="presParOf" srcId="{3EE85766-1C49-483D-9618-F660A73E9A38}" destId="{144BA307-1F5B-428B-A812-E4187108EE29}" srcOrd="1" destOrd="0" presId="urn:microsoft.com/office/officeart/2005/8/layout/hierarchy6"/>
    <dgm:cxn modelId="{574A1ECC-6259-4CB2-A932-85686E283E15}" type="presParOf" srcId="{144BA307-1F5B-428B-A812-E4187108EE29}" destId="{3D2151FC-33BA-453D-AA0E-CDDCBD0EEE9C}" srcOrd="0" destOrd="0" presId="urn:microsoft.com/office/officeart/2005/8/layout/hierarchy6"/>
    <dgm:cxn modelId="{2038CFA9-A4E9-45C3-87F7-11FE7DC211F5}" type="presParOf" srcId="{144BA307-1F5B-428B-A812-E4187108EE29}" destId="{3194FAF6-EE57-4E36-8BE0-00D4A11857C5}" srcOrd="1" destOrd="0" presId="urn:microsoft.com/office/officeart/2005/8/layout/hierarchy6"/>
    <dgm:cxn modelId="{D1652715-94C7-4C04-B9F3-466DE1DF67B4}" type="presParOf" srcId="{3194FAF6-EE57-4E36-8BE0-00D4A11857C5}" destId="{AE1D8903-F48F-42E3-945F-5C5316952795}" srcOrd="0" destOrd="0" presId="urn:microsoft.com/office/officeart/2005/8/layout/hierarchy6"/>
    <dgm:cxn modelId="{E6F4B5CE-73DE-444E-9B5D-0C79986FE060}" type="presParOf" srcId="{3194FAF6-EE57-4E36-8BE0-00D4A11857C5}" destId="{17165570-09AE-408C-AB80-EDC0C6614B48}" srcOrd="1" destOrd="0" presId="urn:microsoft.com/office/officeart/2005/8/layout/hierarchy6"/>
    <dgm:cxn modelId="{1F4F1C14-F77F-4FD2-819B-AA42448ACF89}" type="presParOf" srcId="{17165570-09AE-408C-AB80-EDC0C6614B48}" destId="{2D318F84-E12B-497C-A08E-FA9EE0475B26}" srcOrd="0" destOrd="0" presId="urn:microsoft.com/office/officeart/2005/8/layout/hierarchy6"/>
    <dgm:cxn modelId="{92DF2BAA-03E6-4959-BCB1-E6D2CDD04756}" type="presParOf" srcId="{17165570-09AE-408C-AB80-EDC0C6614B48}" destId="{D8EC8B46-CDC9-4660-94F0-DF6EFA39AF9C}" srcOrd="1" destOrd="0" presId="urn:microsoft.com/office/officeart/2005/8/layout/hierarchy6"/>
    <dgm:cxn modelId="{EA89C2A6-98FF-4A5D-AA35-A35FE5290350}" type="presParOf" srcId="{D8EC8B46-CDC9-4660-94F0-DF6EFA39AF9C}" destId="{920982DC-2630-4054-B387-AEC5EDAB1340}" srcOrd="0" destOrd="0" presId="urn:microsoft.com/office/officeart/2005/8/layout/hierarchy6"/>
    <dgm:cxn modelId="{65304D0F-17DB-42D8-B38B-594F1A6A9E21}" type="presParOf" srcId="{D8EC8B46-CDC9-4660-94F0-DF6EFA39AF9C}" destId="{486EF65B-A10B-44C6-B9CA-9FB5ECE47B71}" srcOrd="1" destOrd="0" presId="urn:microsoft.com/office/officeart/2005/8/layout/hierarchy6"/>
    <dgm:cxn modelId="{5B277E27-28B1-48EE-8E11-14D1AB40E21F}" type="presParOf" srcId="{1310C93A-257F-43F9-9C19-53032BA77C1A}" destId="{44A92FEE-33E2-4B91-A94C-B4EA8EE86B60}" srcOrd="12" destOrd="0" presId="urn:microsoft.com/office/officeart/2005/8/layout/hierarchy6"/>
    <dgm:cxn modelId="{524296C5-F72B-4958-9EBC-24C2924CB235}" type="presParOf" srcId="{1310C93A-257F-43F9-9C19-53032BA77C1A}" destId="{26A5A1AB-7539-4101-9F47-3BBB79D00FCA}" srcOrd="13" destOrd="0" presId="urn:microsoft.com/office/officeart/2005/8/layout/hierarchy6"/>
    <dgm:cxn modelId="{D1FFDF63-6562-4E9C-8ADE-20C5A5FBFBC1}" type="presParOf" srcId="{26A5A1AB-7539-4101-9F47-3BBB79D00FCA}" destId="{1D4FB0B1-442C-44CE-BE21-E9FDAD3A9144}" srcOrd="0" destOrd="0" presId="urn:microsoft.com/office/officeart/2005/8/layout/hierarchy6"/>
    <dgm:cxn modelId="{21973BDB-CD72-47EB-AAB3-7A8C7A58C3B0}" type="presParOf" srcId="{26A5A1AB-7539-4101-9F47-3BBB79D00FCA}" destId="{F1F1C683-82EB-43FB-9832-003B95D9A3E2}" srcOrd="1" destOrd="0" presId="urn:microsoft.com/office/officeart/2005/8/layout/hierarchy6"/>
    <dgm:cxn modelId="{BD0A043B-7321-4EEA-A000-084DB3BCBCE5}" type="presParOf" srcId="{F1F1C683-82EB-43FB-9832-003B95D9A3E2}" destId="{BD3EDBA1-58E6-46D1-8F92-11C7D932A901}" srcOrd="0" destOrd="0" presId="urn:microsoft.com/office/officeart/2005/8/layout/hierarchy6"/>
    <dgm:cxn modelId="{10D74852-3EBD-442E-8CCC-D95F78C46835}" type="presParOf" srcId="{F1F1C683-82EB-43FB-9832-003B95D9A3E2}" destId="{73C9CD6F-BB82-478D-BAB4-EE3A6FD8797C}" srcOrd="1" destOrd="0" presId="urn:microsoft.com/office/officeart/2005/8/layout/hierarchy6"/>
    <dgm:cxn modelId="{C2153C96-76D5-40ED-BE2D-AA25A15BAF04}" type="presParOf" srcId="{73C9CD6F-BB82-478D-BAB4-EE3A6FD8797C}" destId="{AEE5FF50-BB8D-4A70-8A11-9F9219A16C96}" srcOrd="0" destOrd="0" presId="urn:microsoft.com/office/officeart/2005/8/layout/hierarchy6"/>
    <dgm:cxn modelId="{3181B321-281A-4FF1-ADD4-AD8E82090775}" type="presParOf" srcId="{73C9CD6F-BB82-478D-BAB4-EE3A6FD8797C}" destId="{8681F635-FEC3-4AAC-A631-7EF8C3595481}" srcOrd="1" destOrd="0" presId="urn:microsoft.com/office/officeart/2005/8/layout/hierarchy6"/>
    <dgm:cxn modelId="{B9D66DB1-27EB-4CE4-85BA-13E3D221FB68}" type="presParOf" srcId="{8681F635-FEC3-4AAC-A631-7EF8C3595481}" destId="{95517795-1F73-461A-B8A9-0DB9072BC468}" srcOrd="0" destOrd="0" presId="urn:microsoft.com/office/officeart/2005/8/layout/hierarchy6"/>
    <dgm:cxn modelId="{32C84F68-8464-4C35-847D-44EAFDE44A13}" type="presParOf" srcId="{8681F635-FEC3-4AAC-A631-7EF8C3595481}" destId="{9BFB5F0E-9487-4CD9-94ED-4B747B95E452}" srcOrd="1" destOrd="0" presId="urn:microsoft.com/office/officeart/2005/8/layout/hierarchy6"/>
    <dgm:cxn modelId="{17197F85-2F8B-4EF0-A781-136FABCE758A}" type="presParOf" srcId="{9BFB5F0E-9487-4CD9-94ED-4B747B95E452}" destId="{51EAB6DB-A7F8-4F89-835D-ED7DFDC5E4CD}" srcOrd="0" destOrd="0" presId="urn:microsoft.com/office/officeart/2005/8/layout/hierarchy6"/>
    <dgm:cxn modelId="{17F24DDE-0AB3-4BF3-89A9-BD7603C56854}" type="presParOf" srcId="{9BFB5F0E-9487-4CD9-94ED-4B747B95E452}" destId="{39F4CE89-3B6A-4973-B184-14329B08CC52}" srcOrd="1" destOrd="0" presId="urn:microsoft.com/office/officeart/2005/8/layout/hierarchy6"/>
    <dgm:cxn modelId="{66135ACE-AFD5-4188-8623-5FEA1ECD0534}" type="presParOf" srcId="{327FBF58-624F-4F1F-9921-6E06642364B9}" destId="{9E32E7D7-3694-4D3D-93A8-B6E3BCA66E7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4BBA1-AEFC-405E-88F0-054659A90B63}">
      <dsp:nvSpPr>
        <dsp:cNvPr id="0" name=""/>
        <dsp:cNvSpPr/>
      </dsp:nvSpPr>
      <dsp:spPr>
        <a:xfrm>
          <a:off x="5020764" y="4206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Proyecto </a:t>
          </a:r>
          <a:r>
            <a:rPr lang="es-ES_tradnl" sz="800" kern="1200" dirty="0" err="1"/>
            <a:t>MeCuida</a:t>
          </a:r>
          <a:endParaRPr lang="es-ES" sz="800" kern="1200" dirty="0"/>
        </a:p>
      </dsp:txBody>
      <dsp:txXfrm>
        <a:off x="5038172" y="21614"/>
        <a:ext cx="856696" cy="559525"/>
      </dsp:txXfrm>
    </dsp:sp>
    <dsp:sp modelId="{909756E3-99E7-44AA-A3C7-19374AE5DAB8}">
      <dsp:nvSpPr>
        <dsp:cNvPr id="0" name=""/>
        <dsp:cNvSpPr/>
      </dsp:nvSpPr>
      <dsp:spPr>
        <a:xfrm>
          <a:off x="1989621" y="598548"/>
          <a:ext cx="3476899" cy="237736"/>
        </a:xfrm>
        <a:custGeom>
          <a:avLst/>
          <a:gdLst/>
          <a:ahLst/>
          <a:cxnLst/>
          <a:rect l="0" t="0" r="0" b="0"/>
          <a:pathLst>
            <a:path>
              <a:moveTo>
                <a:pt x="3476899" y="0"/>
              </a:moveTo>
              <a:lnTo>
                <a:pt x="3476899" y="118868"/>
              </a:lnTo>
              <a:lnTo>
                <a:pt x="0" y="118868"/>
              </a:lnTo>
              <a:lnTo>
                <a:pt x="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C0F532-950B-4237-B2A3-453E379DA90E}">
      <dsp:nvSpPr>
        <dsp:cNvPr id="0" name=""/>
        <dsp:cNvSpPr/>
      </dsp:nvSpPr>
      <dsp:spPr>
        <a:xfrm>
          <a:off x="1543865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1. </a:t>
          </a:r>
          <a:r>
            <a:rPr lang="en-US" sz="800" kern="1200" dirty="0" err="1"/>
            <a:t>Inicio</a:t>
          </a:r>
          <a:endParaRPr lang="es-ES" sz="800" kern="1200" dirty="0"/>
        </a:p>
      </dsp:txBody>
      <dsp:txXfrm>
        <a:off x="1561273" y="853692"/>
        <a:ext cx="856696" cy="559525"/>
      </dsp:txXfrm>
    </dsp:sp>
    <dsp:sp modelId="{6F2A1E2D-C6A8-49EA-9BF1-89BB72F13956}">
      <dsp:nvSpPr>
        <dsp:cNvPr id="0" name=""/>
        <dsp:cNvSpPr/>
      </dsp:nvSpPr>
      <dsp:spPr>
        <a:xfrm>
          <a:off x="3148587" y="598548"/>
          <a:ext cx="2317933" cy="237736"/>
        </a:xfrm>
        <a:custGeom>
          <a:avLst/>
          <a:gdLst/>
          <a:ahLst/>
          <a:cxnLst/>
          <a:rect l="0" t="0" r="0" b="0"/>
          <a:pathLst>
            <a:path>
              <a:moveTo>
                <a:pt x="2317933" y="0"/>
              </a:moveTo>
              <a:lnTo>
                <a:pt x="2317933" y="118868"/>
              </a:lnTo>
              <a:lnTo>
                <a:pt x="0" y="118868"/>
              </a:lnTo>
              <a:lnTo>
                <a:pt x="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195452-4088-4894-8DFD-AE2BFA9054E4}">
      <dsp:nvSpPr>
        <dsp:cNvPr id="0" name=""/>
        <dsp:cNvSpPr/>
      </dsp:nvSpPr>
      <dsp:spPr>
        <a:xfrm>
          <a:off x="2702831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 Análisis</a:t>
          </a:r>
          <a:endParaRPr lang="es-ES" sz="800" kern="1200" dirty="0"/>
        </a:p>
      </dsp:txBody>
      <dsp:txXfrm>
        <a:off x="2720239" y="853692"/>
        <a:ext cx="856696" cy="559525"/>
      </dsp:txXfrm>
    </dsp:sp>
    <dsp:sp modelId="{CADF8BA8-4C18-4BCF-B785-1B1223495F63}">
      <dsp:nvSpPr>
        <dsp:cNvPr id="0" name=""/>
        <dsp:cNvSpPr/>
      </dsp:nvSpPr>
      <dsp:spPr>
        <a:xfrm>
          <a:off x="3102867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E5849-5BD0-41A7-BC45-A54BCA8E87E7}">
      <dsp:nvSpPr>
        <dsp:cNvPr id="0" name=""/>
        <dsp:cNvSpPr/>
      </dsp:nvSpPr>
      <dsp:spPr>
        <a:xfrm>
          <a:off x="2702831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2.1. Requerimientos</a:t>
          </a:r>
          <a:endParaRPr lang="es-ES" sz="800" kern="1200" dirty="0"/>
        </a:p>
      </dsp:txBody>
      <dsp:txXfrm>
        <a:off x="2720239" y="1685771"/>
        <a:ext cx="856696" cy="559525"/>
      </dsp:txXfrm>
    </dsp:sp>
    <dsp:sp modelId="{38D40A92-1EB9-4FB5-ADC1-9A0DF87BEE8D}">
      <dsp:nvSpPr>
        <dsp:cNvPr id="0" name=""/>
        <dsp:cNvSpPr/>
      </dsp:nvSpPr>
      <dsp:spPr>
        <a:xfrm>
          <a:off x="3102867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810A6F-9BEC-4CA9-A2D9-D690ED127B30}">
      <dsp:nvSpPr>
        <dsp:cNvPr id="0" name=""/>
        <dsp:cNvSpPr/>
      </dsp:nvSpPr>
      <dsp:spPr>
        <a:xfrm>
          <a:off x="2702831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2.2. Contexto y Riesgos</a:t>
          </a:r>
          <a:endParaRPr lang="es-ES" sz="800" kern="1200" dirty="0"/>
        </a:p>
      </dsp:txBody>
      <dsp:txXfrm>
        <a:off x="2720239" y="2517849"/>
        <a:ext cx="856696" cy="559525"/>
      </dsp:txXfrm>
    </dsp:sp>
    <dsp:sp modelId="{03FC8A99-0567-4C91-89DE-DB16B2C0A767}">
      <dsp:nvSpPr>
        <dsp:cNvPr id="0" name=""/>
        <dsp:cNvSpPr/>
      </dsp:nvSpPr>
      <dsp:spPr>
        <a:xfrm>
          <a:off x="3102867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C79116-3FEA-41A8-A479-CB0E380F7808}">
      <dsp:nvSpPr>
        <dsp:cNvPr id="0" name=""/>
        <dsp:cNvSpPr/>
      </dsp:nvSpPr>
      <dsp:spPr>
        <a:xfrm>
          <a:off x="2702831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2.3.Identificación de Interesados</a:t>
          </a:r>
          <a:endParaRPr lang="es-ES" sz="800" kern="1200" dirty="0"/>
        </a:p>
      </dsp:txBody>
      <dsp:txXfrm>
        <a:off x="2720239" y="3349928"/>
        <a:ext cx="856696" cy="559525"/>
      </dsp:txXfrm>
    </dsp:sp>
    <dsp:sp modelId="{8C51603B-18E2-460C-A259-41942E28FCC3}">
      <dsp:nvSpPr>
        <dsp:cNvPr id="0" name=""/>
        <dsp:cNvSpPr/>
      </dsp:nvSpPr>
      <dsp:spPr>
        <a:xfrm>
          <a:off x="4307554" y="598548"/>
          <a:ext cx="1158966" cy="237736"/>
        </a:xfrm>
        <a:custGeom>
          <a:avLst/>
          <a:gdLst/>
          <a:ahLst/>
          <a:cxnLst/>
          <a:rect l="0" t="0" r="0" b="0"/>
          <a:pathLst>
            <a:path>
              <a:moveTo>
                <a:pt x="1158966" y="0"/>
              </a:moveTo>
              <a:lnTo>
                <a:pt x="1158966" y="118868"/>
              </a:lnTo>
              <a:lnTo>
                <a:pt x="0" y="118868"/>
              </a:lnTo>
              <a:lnTo>
                <a:pt x="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2BF6AD-BDCF-45A6-B033-76813ED1DA7F}">
      <dsp:nvSpPr>
        <dsp:cNvPr id="0" name=""/>
        <dsp:cNvSpPr/>
      </dsp:nvSpPr>
      <dsp:spPr>
        <a:xfrm>
          <a:off x="3861798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 Planificación</a:t>
          </a:r>
          <a:endParaRPr lang="es-ES" sz="800" kern="1200" dirty="0"/>
        </a:p>
      </dsp:txBody>
      <dsp:txXfrm>
        <a:off x="3879206" y="853692"/>
        <a:ext cx="856696" cy="559525"/>
      </dsp:txXfrm>
    </dsp:sp>
    <dsp:sp modelId="{C35DDB86-B450-4822-9D2F-E71FF9968A21}">
      <dsp:nvSpPr>
        <dsp:cNvPr id="0" name=""/>
        <dsp:cNvSpPr/>
      </dsp:nvSpPr>
      <dsp:spPr>
        <a:xfrm>
          <a:off x="4261834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170F9E-3701-4D1E-8282-7786501540B5}">
      <dsp:nvSpPr>
        <dsp:cNvPr id="0" name=""/>
        <dsp:cNvSpPr/>
      </dsp:nvSpPr>
      <dsp:spPr>
        <a:xfrm>
          <a:off x="3861798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3.1. Reuniones</a:t>
          </a:r>
          <a:endParaRPr lang="es-ES" sz="800" kern="1200" dirty="0"/>
        </a:p>
      </dsp:txBody>
      <dsp:txXfrm>
        <a:off x="3879206" y="1685771"/>
        <a:ext cx="856696" cy="559525"/>
      </dsp:txXfrm>
    </dsp:sp>
    <dsp:sp modelId="{6068B2E9-439A-4D4A-9F07-1BD033C7220C}">
      <dsp:nvSpPr>
        <dsp:cNvPr id="0" name=""/>
        <dsp:cNvSpPr/>
      </dsp:nvSpPr>
      <dsp:spPr>
        <a:xfrm>
          <a:off x="4261834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212266-545D-45F1-A27D-0FB54745C5C9}">
      <dsp:nvSpPr>
        <dsp:cNvPr id="0" name=""/>
        <dsp:cNvSpPr/>
      </dsp:nvSpPr>
      <dsp:spPr>
        <a:xfrm>
          <a:off x="3861798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3.2. Cronograma</a:t>
          </a:r>
          <a:endParaRPr lang="es-ES" sz="800" kern="1200" dirty="0"/>
        </a:p>
      </dsp:txBody>
      <dsp:txXfrm>
        <a:off x="3879206" y="2517849"/>
        <a:ext cx="856696" cy="559525"/>
      </dsp:txXfrm>
    </dsp:sp>
    <dsp:sp modelId="{9546DA21-7CA2-4F3B-87CA-3168F16C6E7E}">
      <dsp:nvSpPr>
        <dsp:cNvPr id="0" name=""/>
        <dsp:cNvSpPr/>
      </dsp:nvSpPr>
      <dsp:spPr>
        <a:xfrm>
          <a:off x="4261834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262EFB-5BE9-4548-98FA-51838DD8F6DF}">
      <dsp:nvSpPr>
        <dsp:cNvPr id="0" name=""/>
        <dsp:cNvSpPr/>
      </dsp:nvSpPr>
      <dsp:spPr>
        <a:xfrm>
          <a:off x="3861798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3.3. Calidad y Validación</a:t>
          </a:r>
          <a:endParaRPr lang="es-ES" sz="800" kern="1200" dirty="0"/>
        </a:p>
      </dsp:txBody>
      <dsp:txXfrm>
        <a:off x="3879206" y="3349928"/>
        <a:ext cx="856696" cy="559525"/>
      </dsp:txXfrm>
    </dsp:sp>
    <dsp:sp modelId="{04405E15-0B20-4F53-A85C-E932BDDB8237}">
      <dsp:nvSpPr>
        <dsp:cNvPr id="0" name=""/>
        <dsp:cNvSpPr/>
      </dsp:nvSpPr>
      <dsp:spPr>
        <a:xfrm>
          <a:off x="4261834" y="3926862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7D17-8BD8-4AE3-810B-A881321E5DD9}">
      <dsp:nvSpPr>
        <dsp:cNvPr id="0" name=""/>
        <dsp:cNvSpPr/>
      </dsp:nvSpPr>
      <dsp:spPr>
        <a:xfrm>
          <a:off x="3861798" y="4164598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3.4. Costes</a:t>
          </a:r>
          <a:endParaRPr lang="es-ES" sz="800" kern="1200" dirty="0"/>
        </a:p>
      </dsp:txBody>
      <dsp:txXfrm>
        <a:off x="3879206" y="4182006"/>
        <a:ext cx="856696" cy="559525"/>
      </dsp:txXfrm>
    </dsp:sp>
    <dsp:sp modelId="{94C352C4-3E3C-489A-9242-7542C89615E3}">
      <dsp:nvSpPr>
        <dsp:cNvPr id="0" name=""/>
        <dsp:cNvSpPr/>
      </dsp:nvSpPr>
      <dsp:spPr>
        <a:xfrm>
          <a:off x="4261834" y="4758940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CB1BC-6D96-470A-BFBD-A00B79B46B8B}">
      <dsp:nvSpPr>
        <dsp:cNvPr id="0" name=""/>
        <dsp:cNvSpPr/>
      </dsp:nvSpPr>
      <dsp:spPr>
        <a:xfrm>
          <a:off x="3861798" y="4996677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3.5. RRHH</a:t>
          </a:r>
          <a:endParaRPr lang="es-ES" sz="800" kern="1200" dirty="0"/>
        </a:p>
      </dsp:txBody>
      <dsp:txXfrm>
        <a:off x="3879206" y="5014085"/>
        <a:ext cx="856696" cy="559525"/>
      </dsp:txXfrm>
    </dsp:sp>
    <dsp:sp modelId="{CB6BE97F-F378-44D8-A2B2-1513F719E2F3}">
      <dsp:nvSpPr>
        <dsp:cNvPr id="0" name=""/>
        <dsp:cNvSpPr/>
      </dsp:nvSpPr>
      <dsp:spPr>
        <a:xfrm>
          <a:off x="4261834" y="5591019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36A6FB-CB7F-4DE6-B6F5-DE1826698F42}">
      <dsp:nvSpPr>
        <dsp:cNvPr id="0" name=""/>
        <dsp:cNvSpPr/>
      </dsp:nvSpPr>
      <dsp:spPr>
        <a:xfrm>
          <a:off x="3861798" y="5828755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3.6. </a:t>
          </a:r>
          <a:r>
            <a:rPr lang="en-US" sz="800" kern="1200" dirty="0" err="1"/>
            <a:t>Riesgos</a:t>
          </a:r>
          <a:endParaRPr lang="es-ES" sz="800" kern="1200" dirty="0"/>
        </a:p>
      </dsp:txBody>
      <dsp:txXfrm>
        <a:off x="3879206" y="5846163"/>
        <a:ext cx="856696" cy="559525"/>
      </dsp:txXfrm>
    </dsp:sp>
    <dsp:sp modelId="{47BBE90B-CBEF-42FD-96FB-4EAFAF81779C}">
      <dsp:nvSpPr>
        <dsp:cNvPr id="0" name=""/>
        <dsp:cNvSpPr/>
      </dsp:nvSpPr>
      <dsp:spPr>
        <a:xfrm>
          <a:off x="5420801" y="598548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D57934-5E09-442C-A927-0F5009AB258D}">
      <dsp:nvSpPr>
        <dsp:cNvPr id="0" name=""/>
        <dsp:cNvSpPr/>
      </dsp:nvSpPr>
      <dsp:spPr>
        <a:xfrm>
          <a:off x="5020764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4. Desarrollo</a:t>
          </a:r>
          <a:endParaRPr lang="es-ES" sz="800" kern="1200" dirty="0"/>
        </a:p>
      </dsp:txBody>
      <dsp:txXfrm>
        <a:off x="5038172" y="853692"/>
        <a:ext cx="856696" cy="559525"/>
      </dsp:txXfrm>
    </dsp:sp>
    <dsp:sp modelId="{4E69DF13-5E8E-4E91-975F-9FDDE2936E47}">
      <dsp:nvSpPr>
        <dsp:cNvPr id="0" name=""/>
        <dsp:cNvSpPr/>
      </dsp:nvSpPr>
      <dsp:spPr>
        <a:xfrm>
          <a:off x="5420801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C93900-8187-43D3-8589-C801987549D8}">
      <dsp:nvSpPr>
        <dsp:cNvPr id="0" name=""/>
        <dsp:cNvSpPr/>
      </dsp:nvSpPr>
      <dsp:spPr>
        <a:xfrm>
          <a:off x="5020764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4.1. Acuerdos</a:t>
          </a:r>
          <a:endParaRPr lang="es-ES" sz="800" kern="1200" dirty="0"/>
        </a:p>
      </dsp:txBody>
      <dsp:txXfrm>
        <a:off x="5038172" y="1685771"/>
        <a:ext cx="856696" cy="559525"/>
      </dsp:txXfrm>
    </dsp:sp>
    <dsp:sp modelId="{4EED4EC6-C75E-4237-B513-1F528969B037}">
      <dsp:nvSpPr>
        <dsp:cNvPr id="0" name=""/>
        <dsp:cNvSpPr/>
      </dsp:nvSpPr>
      <dsp:spPr>
        <a:xfrm>
          <a:off x="5420801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2DC4DD-54A4-4D11-93B8-AF86C0982CE7}">
      <dsp:nvSpPr>
        <dsp:cNvPr id="0" name=""/>
        <dsp:cNvSpPr/>
      </dsp:nvSpPr>
      <dsp:spPr>
        <a:xfrm>
          <a:off x="5020764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4.2. Control de procesos</a:t>
          </a:r>
          <a:endParaRPr lang="es-ES" sz="800" kern="1200" dirty="0"/>
        </a:p>
      </dsp:txBody>
      <dsp:txXfrm>
        <a:off x="5038172" y="2517849"/>
        <a:ext cx="856696" cy="559525"/>
      </dsp:txXfrm>
    </dsp:sp>
    <dsp:sp modelId="{C5D095A0-8EE6-4EB9-8612-3D40277D1615}">
      <dsp:nvSpPr>
        <dsp:cNvPr id="0" name=""/>
        <dsp:cNvSpPr/>
      </dsp:nvSpPr>
      <dsp:spPr>
        <a:xfrm>
          <a:off x="5420801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69E60-B42A-46D6-895B-EB403DAEAB39}">
      <dsp:nvSpPr>
        <dsp:cNvPr id="0" name=""/>
        <dsp:cNvSpPr/>
      </dsp:nvSpPr>
      <dsp:spPr>
        <a:xfrm>
          <a:off x="5020764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4.2. Gestión de compras</a:t>
          </a:r>
          <a:endParaRPr lang="es-ES" sz="800" kern="1200" dirty="0"/>
        </a:p>
      </dsp:txBody>
      <dsp:txXfrm>
        <a:off x="5038172" y="3349928"/>
        <a:ext cx="856696" cy="559525"/>
      </dsp:txXfrm>
    </dsp:sp>
    <dsp:sp modelId="{F735E2CF-8C29-48C1-84C7-830FEF7D1A26}">
      <dsp:nvSpPr>
        <dsp:cNvPr id="0" name=""/>
        <dsp:cNvSpPr/>
      </dsp:nvSpPr>
      <dsp:spPr>
        <a:xfrm>
          <a:off x="5466521" y="598548"/>
          <a:ext cx="1158966" cy="2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68"/>
              </a:lnTo>
              <a:lnTo>
                <a:pt x="1158966" y="118868"/>
              </a:lnTo>
              <a:lnTo>
                <a:pt x="1158966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83ECF3-4A6D-4D09-B080-CA9E2FF57236}">
      <dsp:nvSpPr>
        <dsp:cNvPr id="0" name=""/>
        <dsp:cNvSpPr/>
      </dsp:nvSpPr>
      <dsp:spPr>
        <a:xfrm>
          <a:off x="6179731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 Formación</a:t>
          </a:r>
          <a:endParaRPr lang="es-ES" sz="800" kern="1200" dirty="0"/>
        </a:p>
      </dsp:txBody>
      <dsp:txXfrm>
        <a:off x="6197139" y="853692"/>
        <a:ext cx="856696" cy="559525"/>
      </dsp:txXfrm>
    </dsp:sp>
    <dsp:sp modelId="{64900635-8DCD-4DF3-B12D-2B985CABC71A}">
      <dsp:nvSpPr>
        <dsp:cNvPr id="0" name=""/>
        <dsp:cNvSpPr/>
      </dsp:nvSpPr>
      <dsp:spPr>
        <a:xfrm>
          <a:off x="6579767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DF44D8-235C-4496-9E5B-04260D070234}">
      <dsp:nvSpPr>
        <dsp:cNvPr id="0" name=""/>
        <dsp:cNvSpPr/>
      </dsp:nvSpPr>
      <dsp:spPr>
        <a:xfrm>
          <a:off x="6179731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5.1. Cursos</a:t>
          </a:r>
          <a:endParaRPr lang="es-ES" sz="800" kern="1200" dirty="0"/>
        </a:p>
      </dsp:txBody>
      <dsp:txXfrm>
        <a:off x="6197139" y="1685771"/>
        <a:ext cx="856696" cy="559525"/>
      </dsp:txXfrm>
    </dsp:sp>
    <dsp:sp modelId="{70099853-D6C6-45DD-8965-6B3F303FCB7B}">
      <dsp:nvSpPr>
        <dsp:cNvPr id="0" name=""/>
        <dsp:cNvSpPr/>
      </dsp:nvSpPr>
      <dsp:spPr>
        <a:xfrm>
          <a:off x="6579767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4DAB13-3BDF-4004-BBF9-0AF61D5F5F89}">
      <dsp:nvSpPr>
        <dsp:cNvPr id="0" name=""/>
        <dsp:cNvSpPr/>
      </dsp:nvSpPr>
      <dsp:spPr>
        <a:xfrm>
          <a:off x="6179731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5.2. Personal</a:t>
          </a:r>
          <a:endParaRPr lang="es-ES" sz="800" kern="1200" dirty="0"/>
        </a:p>
      </dsp:txBody>
      <dsp:txXfrm>
        <a:off x="6197139" y="2517849"/>
        <a:ext cx="856696" cy="559525"/>
      </dsp:txXfrm>
    </dsp:sp>
    <dsp:sp modelId="{4E400D75-3AC2-42DF-9470-72FBEAC0BB79}">
      <dsp:nvSpPr>
        <dsp:cNvPr id="0" name=""/>
        <dsp:cNvSpPr/>
      </dsp:nvSpPr>
      <dsp:spPr>
        <a:xfrm>
          <a:off x="6579767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04F5AB-3563-4DB1-A4BC-F556F7D0C9D5}">
      <dsp:nvSpPr>
        <dsp:cNvPr id="0" name=""/>
        <dsp:cNvSpPr/>
      </dsp:nvSpPr>
      <dsp:spPr>
        <a:xfrm>
          <a:off x="6179731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5.3 Documentación</a:t>
          </a:r>
          <a:endParaRPr lang="es-ES" sz="800" kern="1200" dirty="0"/>
        </a:p>
      </dsp:txBody>
      <dsp:txXfrm>
        <a:off x="6197139" y="3349928"/>
        <a:ext cx="856696" cy="559525"/>
      </dsp:txXfrm>
    </dsp:sp>
    <dsp:sp modelId="{B6371254-1FFA-4EC8-9A90-4F69AC26C4B8}">
      <dsp:nvSpPr>
        <dsp:cNvPr id="0" name=""/>
        <dsp:cNvSpPr/>
      </dsp:nvSpPr>
      <dsp:spPr>
        <a:xfrm>
          <a:off x="6579767" y="3926862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5C307-8A1D-4EC7-B20E-8E8F48C13981}">
      <dsp:nvSpPr>
        <dsp:cNvPr id="0" name=""/>
        <dsp:cNvSpPr/>
      </dsp:nvSpPr>
      <dsp:spPr>
        <a:xfrm>
          <a:off x="6179731" y="4164598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5.4 Certificación</a:t>
          </a:r>
          <a:endParaRPr lang="es-ES" sz="800" kern="1200" dirty="0"/>
        </a:p>
      </dsp:txBody>
      <dsp:txXfrm>
        <a:off x="6197139" y="4182006"/>
        <a:ext cx="856696" cy="559525"/>
      </dsp:txXfrm>
    </dsp:sp>
    <dsp:sp modelId="{B8BBA04E-A661-4440-88BC-48A5A46928AD}">
      <dsp:nvSpPr>
        <dsp:cNvPr id="0" name=""/>
        <dsp:cNvSpPr/>
      </dsp:nvSpPr>
      <dsp:spPr>
        <a:xfrm>
          <a:off x="5466521" y="598548"/>
          <a:ext cx="2317933" cy="2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68"/>
              </a:lnTo>
              <a:lnTo>
                <a:pt x="2317933" y="118868"/>
              </a:lnTo>
              <a:lnTo>
                <a:pt x="2317933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D11855-5721-4682-A076-B1B508937B57}">
      <dsp:nvSpPr>
        <dsp:cNvPr id="0" name=""/>
        <dsp:cNvSpPr/>
      </dsp:nvSpPr>
      <dsp:spPr>
        <a:xfrm>
          <a:off x="7338697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 Integración y pruebas</a:t>
          </a:r>
          <a:endParaRPr lang="es-ES" sz="800" kern="1200" dirty="0"/>
        </a:p>
      </dsp:txBody>
      <dsp:txXfrm>
        <a:off x="7356105" y="853692"/>
        <a:ext cx="856696" cy="559525"/>
      </dsp:txXfrm>
    </dsp:sp>
    <dsp:sp modelId="{7C69395F-B695-4DFD-9AE3-CCCC3BD07CBB}">
      <dsp:nvSpPr>
        <dsp:cNvPr id="0" name=""/>
        <dsp:cNvSpPr/>
      </dsp:nvSpPr>
      <dsp:spPr>
        <a:xfrm>
          <a:off x="7738734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44203-A88D-4B18-9810-49E9EA828504}">
      <dsp:nvSpPr>
        <dsp:cNvPr id="0" name=""/>
        <dsp:cNvSpPr/>
      </dsp:nvSpPr>
      <dsp:spPr>
        <a:xfrm>
          <a:off x="7338697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6.1. Integración en muestra</a:t>
          </a:r>
          <a:endParaRPr lang="es-ES" sz="800" kern="1200" dirty="0"/>
        </a:p>
      </dsp:txBody>
      <dsp:txXfrm>
        <a:off x="7356105" y="1685771"/>
        <a:ext cx="856696" cy="559525"/>
      </dsp:txXfrm>
    </dsp:sp>
    <dsp:sp modelId="{3D2151FC-33BA-453D-AA0E-CDDCBD0EEE9C}">
      <dsp:nvSpPr>
        <dsp:cNvPr id="0" name=""/>
        <dsp:cNvSpPr/>
      </dsp:nvSpPr>
      <dsp:spPr>
        <a:xfrm>
          <a:off x="7738734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1D8903-F48F-42E3-945F-5C5316952795}">
      <dsp:nvSpPr>
        <dsp:cNvPr id="0" name=""/>
        <dsp:cNvSpPr/>
      </dsp:nvSpPr>
      <dsp:spPr>
        <a:xfrm>
          <a:off x="7338697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6.2. Obtención de resultados</a:t>
          </a:r>
          <a:endParaRPr lang="es-ES" sz="800" kern="1200" dirty="0"/>
        </a:p>
      </dsp:txBody>
      <dsp:txXfrm>
        <a:off x="7356105" y="2517849"/>
        <a:ext cx="856696" cy="559525"/>
      </dsp:txXfrm>
    </dsp:sp>
    <dsp:sp modelId="{2D318F84-E12B-497C-A08E-FA9EE0475B26}">
      <dsp:nvSpPr>
        <dsp:cNvPr id="0" name=""/>
        <dsp:cNvSpPr/>
      </dsp:nvSpPr>
      <dsp:spPr>
        <a:xfrm>
          <a:off x="7738734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982DC-2630-4054-B387-AEC5EDAB1340}">
      <dsp:nvSpPr>
        <dsp:cNvPr id="0" name=""/>
        <dsp:cNvSpPr/>
      </dsp:nvSpPr>
      <dsp:spPr>
        <a:xfrm>
          <a:off x="7338697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6.3. Validación de resultados</a:t>
          </a:r>
          <a:endParaRPr lang="es-ES" sz="800" kern="1200" dirty="0"/>
        </a:p>
      </dsp:txBody>
      <dsp:txXfrm>
        <a:off x="7356105" y="3349928"/>
        <a:ext cx="856696" cy="559525"/>
      </dsp:txXfrm>
    </dsp:sp>
    <dsp:sp modelId="{44A92FEE-33E2-4B91-A94C-B4EA8EE86B60}">
      <dsp:nvSpPr>
        <dsp:cNvPr id="0" name=""/>
        <dsp:cNvSpPr/>
      </dsp:nvSpPr>
      <dsp:spPr>
        <a:xfrm>
          <a:off x="5466521" y="598548"/>
          <a:ext cx="3476899" cy="2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68"/>
              </a:lnTo>
              <a:lnTo>
                <a:pt x="3476899" y="118868"/>
              </a:lnTo>
              <a:lnTo>
                <a:pt x="3476899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4FB0B1-442C-44CE-BE21-E9FDAD3A9144}">
      <dsp:nvSpPr>
        <dsp:cNvPr id="0" name=""/>
        <dsp:cNvSpPr/>
      </dsp:nvSpPr>
      <dsp:spPr>
        <a:xfrm>
          <a:off x="8497664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7. Cierre</a:t>
          </a:r>
          <a:endParaRPr lang="es-ES" sz="800" kern="1200" dirty="0"/>
        </a:p>
      </dsp:txBody>
      <dsp:txXfrm>
        <a:off x="8515072" y="853692"/>
        <a:ext cx="856696" cy="559525"/>
      </dsp:txXfrm>
    </dsp:sp>
    <dsp:sp modelId="{BD3EDBA1-58E6-46D1-8F92-11C7D932A901}">
      <dsp:nvSpPr>
        <dsp:cNvPr id="0" name=""/>
        <dsp:cNvSpPr/>
      </dsp:nvSpPr>
      <dsp:spPr>
        <a:xfrm>
          <a:off x="8897700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E5FF50-BB8D-4A70-8A11-9F9219A16C96}">
      <dsp:nvSpPr>
        <dsp:cNvPr id="0" name=""/>
        <dsp:cNvSpPr/>
      </dsp:nvSpPr>
      <dsp:spPr>
        <a:xfrm>
          <a:off x="8497664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7.1. Implementación final</a:t>
          </a:r>
          <a:endParaRPr lang="es-ES" sz="800" kern="1200" dirty="0"/>
        </a:p>
      </dsp:txBody>
      <dsp:txXfrm>
        <a:off x="8515072" y="1685771"/>
        <a:ext cx="856696" cy="559525"/>
      </dsp:txXfrm>
    </dsp:sp>
    <dsp:sp modelId="{95517795-1F73-461A-B8A9-0DB9072BC468}">
      <dsp:nvSpPr>
        <dsp:cNvPr id="0" name=""/>
        <dsp:cNvSpPr/>
      </dsp:nvSpPr>
      <dsp:spPr>
        <a:xfrm>
          <a:off x="8897700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AB6DB-A7F8-4F89-835D-ED7DFDC5E4CD}">
      <dsp:nvSpPr>
        <dsp:cNvPr id="0" name=""/>
        <dsp:cNvSpPr/>
      </dsp:nvSpPr>
      <dsp:spPr>
        <a:xfrm>
          <a:off x="8497664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7.2. Documentación</a:t>
          </a:r>
          <a:endParaRPr lang="es-ES" sz="800" kern="1200" dirty="0"/>
        </a:p>
      </dsp:txBody>
      <dsp:txXfrm>
        <a:off x="8515072" y="2517849"/>
        <a:ext cx="856696" cy="559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03C0D-C389-4CAF-8D6C-740B4B690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6867FC-1C2E-4B2F-81AC-FB481A526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977B47-0DAF-43C4-9D11-5FF99BB5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220040-DBB0-4C2C-8C14-F9BA45D6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514D59-71F6-4875-A32F-67C3B08C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12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F8F0B-17A3-436F-A3DD-B6945F8F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A0BB83-3A1C-4D4D-9009-3860620D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256EA-479A-45E6-A89A-5FC7A53B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ABC90E-5774-4D1F-93BD-4B6D5363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BC6D73-E390-4BDD-9C3F-4930E2E6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28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4AE3D-0606-4D5D-B820-8BCC2A0E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9538C8-7634-4B88-AA87-3D1EDDCC5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E1EA7-3513-4776-9CB7-B7560A25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8C7D0-4FBC-4EB4-A61D-695A230E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B65F46-BE78-488D-8DBE-6138DD92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160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26921-87AE-4456-936D-C6FF4E3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DC5C4F-E599-4B53-91E6-D4ABDB60B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29836B-2455-4F77-B8FC-D19E17885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92F784-D080-47C7-A721-9C080B1B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A0360C-FABB-4C35-98EC-4456F267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69A50B-7D3C-488B-B3C1-EC3CA604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557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A082A-75B0-4D49-946E-03995A6F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50FEC8-E4B1-46CF-AF4F-7EB47747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6FD734-BCB5-4962-8329-FE935471B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520570-8F88-4256-9ECE-89ED8A4EB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82C2F7-68FB-4152-9A83-B51AC6B87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19EA14-2CEA-40AA-BB48-08A7C699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DB421-F4FC-465B-AB5C-AF9C6EFC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6C2C0E-75E0-42CD-B825-62128162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003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CE5C4-8B84-4BC9-A047-A2A20FD5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47C7FB-5D06-49FC-B7EC-98F2EC9F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C766A9-2F1E-42ED-BA9C-49A9F34B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0D952D-424A-490C-A10D-2D34A58F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11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DA2A59-670B-40C2-86F8-8CB1F309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109880-1334-4488-AF7F-5687C6F7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7DBF9F-77AA-4FF4-8177-8A6E61BA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7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B04E0-E288-43DE-A477-FF0A9A30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9C1D2C-50AC-45AC-B443-32220859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D43D6D-4826-4ADA-88E6-E8D93633C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6B1363-0C42-4B9F-B7BF-4365E807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A69DE5-DCB0-4267-80FF-397699E0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6C19D6-E6B5-435B-A0B1-EAFDCD39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97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08F4A-DA9B-4ECB-98AF-0EB10C58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708122-9D59-48B0-B7CD-59C96F9CC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F8C755-C6F1-44F4-AE84-EDE378786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218895-6A62-47B7-BD6E-51327CBE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06B334-6C9C-4565-9479-03CF947F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52EED0-9C4A-4067-92DF-25FD8E1B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35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90FDC-A903-4FE4-8815-A92CAC4F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2BDA30-090B-49B8-AFB1-8728F7A71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215F3-26DE-4583-9AE8-7914222C2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94EA0F-E1ED-4BEF-8094-1DB1B705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D9AA95-17BB-4206-AEEA-4462DF56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394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F0D357-4686-437C-A151-EFB9FCEAC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4456FB-D69B-4B03-806D-5920D225E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D53F48-255D-4D56-A07D-F2AE5EE7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5EFB3-BC81-4081-BEDA-35A6C289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B8C533-FD4A-4DF1-8647-4678AE0B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489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64F778-1D01-4D22-B70B-EA87685E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4EE774-0F39-4217-B76F-980963964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7D36A4-849A-4159-8549-A0A956F5D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84D29-9179-45AE-BA9A-C08EE7A5CD94}" type="datetimeFigureOut">
              <a:rPr lang="es-ES" smtClean="0"/>
              <a:t>04/11/2018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238FCD-B9DC-4E4D-9592-DA9301847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72F16E-B103-44C9-B1D9-EA355AE61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065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046D823-26ED-4890-B680-726CEC7D2C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1855546"/>
              </p:ext>
            </p:extLst>
          </p:nvPr>
        </p:nvGraphicFramePr>
        <p:xfrm>
          <a:off x="437323" y="145774"/>
          <a:ext cx="10933042" cy="6427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36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103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Benito Ortiz María de Cortes</dc:creator>
  <cp:lastModifiedBy>Gallego Sánchez Adrián</cp:lastModifiedBy>
  <cp:revision>17</cp:revision>
  <dcterms:created xsi:type="dcterms:W3CDTF">2018-10-26T19:16:12Z</dcterms:created>
  <dcterms:modified xsi:type="dcterms:W3CDTF">2018-11-04T17:29:22Z</dcterms:modified>
</cp:coreProperties>
</file>