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2" r:id="rId6"/>
    <p:sldId id="263" r:id="rId7"/>
    <p:sldId id="265" r:id="rId8"/>
    <p:sldId id="264" r:id="rId9"/>
    <p:sldId id="266" r:id="rId10"/>
    <p:sldId id="270" r:id="rId11"/>
    <p:sldId id="267" r:id="rId12"/>
    <p:sldId id="268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5FD51-03D3-6545-B4A0-068FC3AB0E18}" v="4" dt="2018-10-31T11:55:35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76232" autoAdjust="0"/>
  </p:normalViewPr>
  <p:slideViewPr>
    <p:cSldViewPr snapToGrid="0">
      <p:cViewPr varScale="1">
        <p:scale>
          <a:sx n="98" d="100"/>
          <a:sy n="98" d="100"/>
        </p:scale>
        <p:origin x="1688" y="192"/>
      </p:cViewPr>
      <p:guideLst/>
    </p:cSldViewPr>
  </p:slideViewPr>
  <p:outlineViewPr>
    <p:cViewPr>
      <p:scale>
        <a:sx n="33" d="100"/>
        <a:sy n="33" d="100"/>
      </p:scale>
      <p:origin x="0" y="-284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stantin Boby Nicusor" userId="74e69734-843f-45c4-ab97-5116eab44204" providerId="ADAL" clId="{04F5FD51-03D3-6545-B4A0-068FC3AB0E18}"/>
    <pc:docChg chg="undo custSel modSld">
      <pc:chgData name="Constantin Boby Nicusor" userId="74e69734-843f-45c4-ab97-5116eab44204" providerId="ADAL" clId="{04F5FD51-03D3-6545-B4A0-068FC3AB0E18}" dt="2018-10-31T12:27:51.686" v="25" actId="27636"/>
      <pc:docMkLst>
        <pc:docMk/>
      </pc:docMkLst>
      <pc:sldChg chg="modSp">
        <pc:chgData name="Constantin Boby Nicusor" userId="74e69734-843f-45c4-ab97-5116eab44204" providerId="ADAL" clId="{04F5FD51-03D3-6545-B4A0-068FC3AB0E18}" dt="2018-10-31T11:38:47.511" v="11" actId="20577"/>
        <pc:sldMkLst>
          <pc:docMk/>
          <pc:sldMk cId="2752738702" sldId="264"/>
        </pc:sldMkLst>
        <pc:spChg chg="mod">
          <ac:chgData name="Constantin Boby Nicusor" userId="74e69734-843f-45c4-ab97-5116eab44204" providerId="ADAL" clId="{04F5FD51-03D3-6545-B4A0-068FC3AB0E18}" dt="2018-10-31T11:38:47.511" v="11" actId="20577"/>
          <ac:spMkLst>
            <pc:docMk/>
            <pc:sldMk cId="2752738702" sldId="264"/>
            <ac:spMk id="3" creationId="{8E2F8C38-A93E-40F1-9AD8-4654FBD921E3}"/>
          </ac:spMkLst>
        </pc:spChg>
      </pc:sldChg>
      <pc:sldChg chg="modSp">
        <pc:chgData name="Constantin Boby Nicusor" userId="74e69734-843f-45c4-ab97-5116eab44204" providerId="ADAL" clId="{04F5FD51-03D3-6545-B4A0-068FC3AB0E18}" dt="2018-10-31T12:27:51.686" v="25" actId="27636"/>
        <pc:sldMkLst>
          <pc:docMk/>
          <pc:sldMk cId="3207624635" sldId="267"/>
        </pc:sldMkLst>
        <pc:spChg chg="mod">
          <ac:chgData name="Constantin Boby Nicusor" userId="74e69734-843f-45c4-ab97-5116eab44204" providerId="ADAL" clId="{04F5FD51-03D3-6545-B4A0-068FC3AB0E18}" dt="2018-10-31T12:27:51.686" v="25" actId="27636"/>
          <ac:spMkLst>
            <pc:docMk/>
            <pc:sldMk cId="3207624635" sldId="267"/>
            <ac:spMk id="3" creationId="{DAE256DD-A7FF-4370-8A22-565C731748EA}"/>
          </ac:spMkLst>
        </pc:spChg>
      </pc:sldChg>
      <pc:sldChg chg="modSp">
        <pc:chgData name="Constantin Boby Nicusor" userId="74e69734-843f-45c4-ab97-5116eab44204" providerId="ADAL" clId="{04F5FD51-03D3-6545-B4A0-068FC3AB0E18}" dt="2018-10-31T12:23:58.815" v="23" actId="20577"/>
        <pc:sldMkLst>
          <pc:docMk/>
          <pc:sldMk cId="2859499063" sldId="270"/>
        </pc:sldMkLst>
        <pc:spChg chg="mod">
          <ac:chgData name="Constantin Boby Nicusor" userId="74e69734-843f-45c4-ab97-5116eab44204" providerId="ADAL" clId="{04F5FD51-03D3-6545-B4A0-068FC3AB0E18}" dt="2018-10-31T12:23:58.815" v="23" actId="20577"/>
          <ac:spMkLst>
            <pc:docMk/>
            <pc:sldMk cId="2859499063" sldId="270"/>
            <ac:spMk id="3" creationId="{83C22CD5-6E3A-4D35-92BD-9D6DF671050E}"/>
          </ac:spMkLst>
        </pc:spChg>
      </pc:sldChg>
      <pc:sldChg chg="modSp">
        <pc:chgData name="Constantin Boby Nicusor" userId="74e69734-843f-45c4-ab97-5116eab44204" providerId="ADAL" clId="{04F5FD51-03D3-6545-B4A0-068FC3AB0E18}" dt="2018-10-31T11:55:35.068" v="22" actId="404"/>
        <pc:sldMkLst>
          <pc:docMk/>
          <pc:sldMk cId="319056875" sldId="271"/>
        </pc:sldMkLst>
        <pc:graphicFrameChg chg="mod">
          <ac:chgData name="Constantin Boby Nicusor" userId="74e69734-843f-45c4-ab97-5116eab44204" providerId="ADAL" clId="{04F5FD51-03D3-6545-B4A0-068FC3AB0E18}" dt="2018-10-31T11:55:35.068" v="22" actId="404"/>
          <ac:graphicFrameMkLst>
            <pc:docMk/>
            <pc:sldMk cId="319056875" sldId="271"/>
            <ac:graphicFrameMk id="5" creationId="{B1D4F5CB-A1C0-4C4F-8233-2C428D357479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4B246F-00B5-4610-86EB-ACE0B8B7FA38}" type="doc">
      <dgm:prSet loTypeId="urn:microsoft.com/office/officeart/2005/8/layout/orgChart1" loCatId="hierarchy" qsTypeId="urn:microsoft.com/office/officeart/2005/8/quickstyle/simple5" qsCatId="simple" csTypeId="urn:microsoft.com/office/officeart/2005/8/colors/accent2_4" csCatId="accent2" phldr="1"/>
      <dgm:spPr/>
      <dgm:t>
        <a:bodyPr/>
        <a:lstStyle/>
        <a:p>
          <a:endParaRPr lang="es-ES"/>
        </a:p>
      </dgm:t>
    </dgm:pt>
    <dgm:pt modelId="{984E7E1A-DD08-4E2E-A546-5DAB66C40362}">
      <dgm:prSet phldrT="[Texto]" custT="1"/>
      <dgm:spPr/>
      <dgm:t>
        <a:bodyPr/>
        <a:lstStyle/>
        <a:p>
          <a:r>
            <a:rPr lang="es-ES_tradnl" sz="1200" dirty="0"/>
            <a:t>Proyecto </a:t>
          </a:r>
          <a:r>
            <a:rPr lang="es-ES_tradnl" sz="1200" dirty="0" err="1"/>
            <a:t>MeCuidas</a:t>
          </a:r>
          <a:endParaRPr lang="es-ES" sz="1200" dirty="0"/>
        </a:p>
      </dgm:t>
    </dgm:pt>
    <dgm:pt modelId="{AE2E2423-B2F0-4C74-A8DB-4BBE21532EE2}" type="parTrans" cxnId="{585D811E-D1DC-4005-A2E1-10A91687431B}">
      <dgm:prSet/>
      <dgm:spPr/>
      <dgm:t>
        <a:bodyPr/>
        <a:lstStyle/>
        <a:p>
          <a:endParaRPr lang="es-ES" sz="2000"/>
        </a:p>
      </dgm:t>
    </dgm:pt>
    <dgm:pt modelId="{54838042-35A6-423A-9D5B-CC6E4DD67A85}" type="sibTrans" cxnId="{585D811E-D1DC-4005-A2E1-10A91687431B}">
      <dgm:prSet/>
      <dgm:spPr/>
      <dgm:t>
        <a:bodyPr/>
        <a:lstStyle/>
        <a:p>
          <a:endParaRPr lang="es-ES" sz="2000"/>
        </a:p>
      </dgm:t>
    </dgm:pt>
    <dgm:pt modelId="{8D053341-47DE-4A56-8DB5-F4344314674C}">
      <dgm:prSet phldrT="[Texto]" custT="1"/>
      <dgm:spPr/>
      <dgm:t>
        <a:bodyPr/>
        <a:lstStyle/>
        <a:p>
          <a:r>
            <a:rPr lang="es-ES_tradnl" sz="1200" dirty="0"/>
            <a:t>Análisis</a:t>
          </a:r>
          <a:endParaRPr lang="es-ES" sz="1200" dirty="0"/>
        </a:p>
      </dgm:t>
    </dgm:pt>
    <dgm:pt modelId="{EBD4D5EB-965D-43EB-B803-B2DBA1A47692}" type="parTrans" cxnId="{A1A42AC5-B3CA-474B-A03B-83A5BC59A4EF}">
      <dgm:prSet/>
      <dgm:spPr/>
      <dgm:t>
        <a:bodyPr/>
        <a:lstStyle/>
        <a:p>
          <a:endParaRPr lang="es-ES" sz="2000"/>
        </a:p>
      </dgm:t>
    </dgm:pt>
    <dgm:pt modelId="{176D6055-7813-445A-AD4E-B8512697E12E}" type="sibTrans" cxnId="{A1A42AC5-B3CA-474B-A03B-83A5BC59A4EF}">
      <dgm:prSet/>
      <dgm:spPr/>
      <dgm:t>
        <a:bodyPr/>
        <a:lstStyle/>
        <a:p>
          <a:endParaRPr lang="es-ES" sz="2000"/>
        </a:p>
      </dgm:t>
    </dgm:pt>
    <dgm:pt modelId="{EFFA102A-5D82-49D3-A6E7-45C00C42107B}">
      <dgm:prSet phldrT="[Texto]" custT="1"/>
      <dgm:spPr/>
      <dgm:t>
        <a:bodyPr/>
        <a:lstStyle/>
        <a:p>
          <a:r>
            <a:rPr lang="es-ES_tradnl" sz="1200" dirty="0"/>
            <a:t>Requerimientos</a:t>
          </a:r>
          <a:endParaRPr lang="es-ES" sz="1200" dirty="0"/>
        </a:p>
      </dgm:t>
    </dgm:pt>
    <dgm:pt modelId="{DFFEDB4F-CB16-440A-AC1A-1DC7D4CDB94A}" type="parTrans" cxnId="{1A0C89BF-D174-4ED0-8083-1CC9998E7155}">
      <dgm:prSet/>
      <dgm:spPr/>
      <dgm:t>
        <a:bodyPr/>
        <a:lstStyle/>
        <a:p>
          <a:endParaRPr lang="es-ES" sz="2000"/>
        </a:p>
      </dgm:t>
    </dgm:pt>
    <dgm:pt modelId="{B62333E8-4DCB-4AEF-9231-01F6B6767A44}" type="sibTrans" cxnId="{1A0C89BF-D174-4ED0-8083-1CC9998E7155}">
      <dgm:prSet/>
      <dgm:spPr/>
      <dgm:t>
        <a:bodyPr/>
        <a:lstStyle/>
        <a:p>
          <a:endParaRPr lang="es-ES" sz="2000"/>
        </a:p>
      </dgm:t>
    </dgm:pt>
    <dgm:pt modelId="{F27108DA-E888-48DE-8C97-7FDC95CC2EF6}">
      <dgm:prSet phldrT="[Texto]" custT="1"/>
      <dgm:spPr/>
      <dgm:t>
        <a:bodyPr/>
        <a:lstStyle/>
        <a:p>
          <a:r>
            <a:rPr lang="es-ES_tradnl" sz="1200" dirty="0"/>
            <a:t>Cierre</a:t>
          </a:r>
          <a:endParaRPr lang="es-ES" sz="1200" dirty="0"/>
        </a:p>
      </dgm:t>
    </dgm:pt>
    <dgm:pt modelId="{39401BF9-8334-48FD-97B1-B5FF75DD8ED7}" type="parTrans" cxnId="{3678BB3C-ABCE-4036-8BF9-7D306D14FF35}">
      <dgm:prSet/>
      <dgm:spPr/>
      <dgm:t>
        <a:bodyPr/>
        <a:lstStyle/>
        <a:p>
          <a:endParaRPr lang="es-ES" sz="2000"/>
        </a:p>
      </dgm:t>
    </dgm:pt>
    <dgm:pt modelId="{66761398-FF62-4B70-AD78-EE255350EFAC}" type="sibTrans" cxnId="{3678BB3C-ABCE-4036-8BF9-7D306D14FF35}">
      <dgm:prSet/>
      <dgm:spPr/>
      <dgm:t>
        <a:bodyPr/>
        <a:lstStyle/>
        <a:p>
          <a:endParaRPr lang="es-ES" sz="2000"/>
        </a:p>
      </dgm:t>
    </dgm:pt>
    <dgm:pt modelId="{910FF4E3-4B73-471E-A733-428EDE879319}">
      <dgm:prSet phldrT="[Texto]" custT="1"/>
      <dgm:spPr/>
      <dgm:t>
        <a:bodyPr/>
        <a:lstStyle/>
        <a:p>
          <a:r>
            <a:rPr lang="es-ES_tradnl" sz="1200" dirty="0"/>
            <a:t>Implementación final</a:t>
          </a:r>
          <a:endParaRPr lang="es-ES" sz="1200" dirty="0"/>
        </a:p>
      </dgm:t>
    </dgm:pt>
    <dgm:pt modelId="{F9806694-F79F-4F0F-B80B-D8AEC14A4AE4}" type="parTrans" cxnId="{1DB74C26-04B0-46CF-914A-E108FAEBA0D6}">
      <dgm:prSet/>
      <dgm:spPr/>
      <dgm:t>
        <a:bodyPr/>
        <a:lstStyle/>
        <a:p>
          <a:endParaRPr lang="es-ES" sz="2000"/>
        </a:p>
      </dgm:t>
    </dgm:pt>
    <dgm:pt modelId="{1559325B-7160-4295-9AC9-2388904B54D3}" type="sibTrans" cxnId="{1DB74C26-04B0-46CF-914A-E108FAEBA0D6}">
      <dgm:prSet/>
      <dgm:spPr/>
      <dgm:t>
        <a:bodyPr/>
        <a:lstStyle/>
        <a:p>
          <a:endParaRPr lang="es-ES" sz="2000"/>
        </a:p>
      </dgm:t>
    </dgm:pt>
    <dgm:pt modelId="{8FAE6191-0821-4960-BC96-F58E46C703A9}">
      <dgm:prSet custT="1"/>
      <dgm:spPr/>
      <dgm:t>
        <a:bodyPr/>
        <a:lstStyle/>
        <a:p>
          <a:r>
            <a:rPr lang="es-ES_tradnl" sz="1200" dirty="0"/>
            <a:t>Planificación</a:t>
          </a:r>
          <a:endParaRPr lang="es-ES" sz="1200" dirty="0"/>
        </a:p>
      </dgm:t>
    </dgm:pt>
    <dgm:pt modelId="{4CC81563-AFF2-44A9-B9B0-EF1C87661122}" type="parTrans" cxnId="{1A358F98-1340-4BF0-A227-6269E1BC5FDB}">
      <dgm:prSet/>
      <dgm:spPr/>
      <dgm:t>
        <a:bodyPr/>
        <a:lstStyle/>
        <a:p>
          <a:endParaRPr lang="es-ES" sz="2000"/>
        </a:p>
      </dgm:t>
    </dgm:pt>
    <dgm:pt modelId="{D7A373A9-FF3D-4DB9-BAA4-871B43426D41}" type="sibTrans" cxnId="{1A358F98-1340-4BF0-A227-6269E1BC5FDB}">
      <dgm:prSet/>
      <dgm:spPr/>
      <dgm:t>
        <a:bodyPr/>
        <a:lstStyle/>
        <a:p>
          <a:endParaRPr lang="es-ES" sz="2000"/>
        </a:p>
      </dgm:t>
    </dgm:pt>
    <dgm:pt modelId="{46EFE5C5-7E26-4632-AB0D-CFDE009726AC}">
      <dgm:prSet custT="1"/>
      <dgm:spPr/>
      <dgm:t>
        <a:bodyPr/>
        <a:lstStyle/>
        <a:p>
          <a:r>
            <a:rPr lang="es-ES_tradnl" sz="1200" dirty="0"/>
            <a:t>Desarrollo</a:t>
          </a:r>
          <a:endParaRPr lang="es-ES" sz="1200" dirty="0"/>
        </a:p>
      </dgm:t>
    </dgm:pt>
    <dgm:pt modelId="{8EBD0BB1-A983-499A-AFE0-A135C6D6EAF4}" type="parTrans" cxnId="{242DF2D3-F3A7-4348-A721-6000EAFAE055}">
      <dgm:prSet/>
      <dgm:spPr/>
      <dgm:t>
        <a:bodyPr/>
        <a:lstStyle/>
        <a:p>
          <a:endParaRPr lang="es-ES" sz="2000"/>
        </a:p>
      </dgm:t>
    </dgm:pt>
    <dgm:pt modelId="{5914253C-0C02-433E-BBB4-A56090EFD1EA}" type="sibTrans" cxnId="{242DF2D3-F3A7-4348-A721-6000EAFAE055}">
      <dgm:prSet/>
      <dgm:spPr/>
      <dgm:t>
        <a:bodyPr/>
        <a:lstStyle/>
        <a:p>
          <a:endParaRPr lang="es-ES" sz="2000"/>
        </a:p>
      </dgm:t>
    </dgm:pt>
    <dgm:pt modelId="{FB132DEB-3EBB-4B7B-9E10-1EA28E437B0C}">
      <dgm:prSet custT="1"/>
      <dgm:spPr/>
      <dgm:t>
        <a:bodyPr/>
        <a:lstStyle/>
        <a:p>
          <a:r>
            <a:rPr lang="es-ES_tradnl" sz="1200" dirty="0"/>
            <a:t>Formación</a:t>
          </a:r>
          <a:endParaRPr lang="es-ES" sz="1200" dirty="0"/>
        </a:p>
      </dgm:t>
    </dgm:pt>
    <dgm:pt modelId="{84BE1630-6BEF-48BE-BEB4-441EA60AE7C5}" type="parTrans" cxnId="{7C3DE64C-953A-4B36-89BF-C3A300F94624}">
      <dgm:prSet/>
      <dgm:spPr/>
      <dgm:t>
        <a:bodyPr/>
        <a:lstStyle/>
        <a:p>
          <a:endParaRPr lang="es-ES" sz="2000"/>
        </a:p>
      </dgm:t>
    </dgm:pt>
    <dgm:pt modelId="{3DA0803E-74EB-47A7-880B-91D87ACD481A}" type="sibTrans" cxnId="{7C3DE64C-953A-4B36-89BF-C3A300F94624}">
      <dgm:prSet/>
      <dgm:spPr/>
      <dgm:t>
        <a:bodyPr/>
        <a:lstStyle/>
        <a:p>
          <a:endParaRPr lang="es-ES" sz="2000"/>
        </a:p>
      </dgm:t>
    </dgm:pt>
    <dgm:pt modelId="{6169ABB3-9EA3-4A97-9BDB-7BF1A5E8319C}">
      <dgm:prSet custT="1"/>
      <dgm:spPr/>
      <dgm:t>
        <a:bodyPr/>
        <a:lstStyle/>
        <a:p>
          <a:r>
            <a:rPr lang="es-ES_tradnl" sz="1200" dirty="0"/>
            <a:t>Integración y pruebas</a:t>
          </a:r>
          <a:endParaRPr lang="es-ES" sz="1200" dirty="0"/>
        </a:p>
      </dgm:t>
    </dgm:pt>
    <dgm:pt modelId="{28EC855E-094C-4BED-9FB2-2C030C8FFA45}" type="parTrans" cxnId="{44BC1EE3-FF57-452E-9F1C-1297E9ECAE80}">
      <dgm:prSet/>
      <dgm:spPr/>
      <dgm:t>
        <a:bodyPr/>
        <a:lstStyle/>
        <a:p>
          <a:endParaRPr lang="es-ES" sz="2000"/>
        </a:p>
      </dgm:t>
    </dgm:pt>
    <dgm:pt modelId="{5DD54D20-2A68-4F1C-81FF-4637F3180AB6}" type="sibTrans" cxnId="{44BC1EE3-FF57-452E-9F1C-1297E9ECAE80}">
      <dgm:prSet/>
      <dgm:spPr/>
      <dgm:t>
        <a:bodyPr/>
        <a:lstStyle/>
        <a:p>
          <a:endParaRPr lang="es-ES" sz="2000"/>
        </a:p>
      </dgm:t>
    </dgm:pt>
    <dgm:pt modelId="{818A50AE-2897-4A8A-A2D4-C798E3839759}">
      <dgm:prSet custT="1"/>
      <dgm:spPr/>
      <dgm:t>
        <a:bodyPr/>
        <a:lstStyle/>
        <a:p>
          <a:r>
            <a:rPr lang="es-ES_tradnl" sz="1200" dirty="0"/>
            <a:t>Riesgos</a:t>
          </a:r>
          <a:endParaRPr lang="es-ES" sz="1200" dirty="0"/>
        </a:p>
      </dgm:t>
    </dgm:pt>
    <dgm:pt modelId="{6E64CD67-6FB7-4233-986F-C1A61F90D25C}" type="parTrans" cxnId="{5C8AD39E-048A-4F0B-A4E5-8E7E28CD4E8E}">
      <dgm:prSet/>
      <dgm:spPr/>
      <dgm:t>
        <a:bodyPr/>
        <a:lstStyle/>
        <a:p>
          <a:endParaRPr lang="es-ES" sz="2000"/>
        </a:p>
      </dgm:t>
    </dgm:pt>
    <dgm:pt modelId="{C0AF5DF9-2ED6-42D3-8F8C-F06FCA8338A2}" type="sibTrans" cxnId="{5C8AD39E-048A-4F0B-A4E5-8E7E28CD4E8E}">
      <dgm:prSet/>
      <dgm:spPr/>
      <dgm:t>
        <a:bodyPr/>
        <a:lstStyle/>
        <a:p>
          <a:endParaRPr lang="es-ES" sz="2000"/>
        </a:p>
      </dgm:t>
    </dgm:pt>
    <dgm:pt modelId="{95F92B39-5BD1-41DA-921B-40270E333897}">
      <dgm:prSet custT="1"/>
      <dgm:spPr/>
      <dgm:t>
        <a:bodyPr/>
        <a:lstStyle/>
        <a:p>
          <a:r>
            <a:rPr lang="es-ES_tradnl" sz="1200" dirty="0"/>
            <a:t>Contexto</a:t>
          </a:r>
          <a:endParaRPr lang="es-ES" sz="1200" dirty="0"/>
        </a:p>
      </dgm:t>
    </dgm:pt>
    <dgm:pt modelId="{78A11304-B47B-426C-80D9-23F105284D80}" type="parTrans" cxnId="{8A33DAC6-D9DF-4D48-B64D-808F92F2B77E}">
      <dgm:prSet/>
      <dgm:spPr/>
      <dgm:t>
        <a:bodyPr/>
        <a:lstStyle/>
        <a:p>
          <a:endParaRPr lang="es-ES" sz="2000"/>
        </a:p>
      </dgm:t>
    </dgm:pt>
    <dgm:pt modelId="{19CA03D8-84BD-45E9-ACB4-36731CEB3A27}" type="sibTrans" cxnId="{8A33DAC6-D9DF-4D48-B64D-808F92F2B77E}">
      <dgm:prSet/>
      <dgm:spPr/>
      <dgm:t>
        <a:bodyPr/>
        <a:lstStyle/>
        <a:p>
          <a:endParaRPr lang="es-ES" sz="2000"/>
        </a:p>
      </dgm:t>
    </dgm:pt>
    <dgm:pt modelId="{595FCBCB-6F4C-41E0-9D57-CC8BC973C07C}">
      <dgm:prSet custT="1"/>
      <dgm:spPr/>
      <dgm:t>
        <a:bodyPr/>
        <a:lstStyle/>
        <a:p>
          <a:r>
            <a:rPr lang="es-ES_tradnl" sz="1200" dirty="0"/>
            <a:t>Documentación Inicial</a:t>
          </a:r>
          <a:endParaRPr lang="es-ES" sz="1200" dirty="0"/>
        </a:p>
      </dgm:t>
    </dgm:pt>
    <dgm:pt modelId="{51635E7D-94AB-42DB-A23F-6B9E2711ADB8}" type="parTrans" cxnId="{CE25B188-AF7E-45A6-B483-2C1585C607A0}">
      <dgm:prSet/>
      <dgm:spPr/>
      <dgm:t>
        <a:bodyPr/>
        <a:lstStyle/>
        <a:p>
          <a:endParaRPr lang="es-ES" sz="2000"/>
        </a:p>
      </dgm:t>
    </dgm:pt>
    <dgm:pt modelId="{0B43550C-8A90-4189-9B67-1225304E0089}" type="sibTrans" cxnId="{CE25B188-AF7E-45A6-B483-2C1585C607A0}">
      <dgm:prSet/>
      <dgm:spPr/>
      <dgm:t>
        <a:bodyPr/>
        <a:lstStyle/>
        <a:p>
          <a:endParaRPr lang="es-ES" sz="2000"/>
        </a:p>
      </dgm:t>
    </dgm:pt>
    <dgm:pt modelId="{7B8C88F9-23A6-428A-9D84-EE8685A0B867}">
      <dgm:prSet custT="1"/>
      <dgm:spPr/>
      <dgm:t>
        <a:bodyPr/>
        <a:lstStyle/>
        <a:p>
          <a:r>
            <a:rPr lang="es-ES_tradnl" sz="1200" dirty="0"/>
            <a:t>Identificación de interesados</a:t>
          </a:r>
          <a:endParaRPr lang="es-ES" sz="1200" dirty="0"/>
        </a:p>
      </dgm:t>
    </dgm:pt>
    <dgm:pt modelId="{55BF91F1-8371-43F3-B796-D886F4AEA607}" type="parTrans" cxnId="{9258CF10-A21F-436C-8DD6-66D5F2257114}">
      <dgm:prSet/>
      <dgm:spPr/>
      <dgm:t>
        <a:bodyPr/>
        <a:lstStyle/>
        <a:p>
          <a:endParaRPr lang="es-ES" sz="2000"/>
        </a:p>
      </dgm:t>
    </dgm:pt>
    <dgm:pt modelId="{AB932049-799D-400F-96A9-390092336D78}" type="sibTrans" cxnId="{9258CF10-A21F-436C-8DD6-66D5F2257114}">
      <dgm:prSet/>
      <dgm:spPr/>
      <dgm:t>
        <a:bodyPr/>
        <a:lstStyle/>
        <a:p>
          <a:endParaRPr lang="es-ES" sz="2000"/>
        </a:p>
      </dgm:t>
    </dgm:pt>
    <dgm:pt modelId="{22D68CCB-4BEE-4732-BA18-145918E71689}">
      <dgm:prSet custT="1"/>
      <dgm:spPr/>
      <dgm:t>
        <a:bodyPr/>
        <a:lstStyle/>
        <a:p>
          <a:r>
            <a:rPr lang="es-ES_tradnl" sz="1200" dirty="0"/>
            <a:t>Acuerdos</a:t>
          </a:r>
          <a:endParaRPr lang="es-ES" sz="1200" dirty="0"/>
        </a:p>
      </dgm:t>
    </dgm:pt>
    <dgm:pt modelId="{845F5D8C-040E-4743-ACA2-252EB4E11E64}" type="parTrans" cxnId="{AEAE211C-05CA-406B-A485-10AC5B28C623}">
      <dgm:prSet/>
      <dgm:spPr/>
      <dgm:t>
        <a:bodyPr/>
        <a:lstStyle/>
        <a:p>
          <a:endParaRPr lang="es-ES" sz="2000"/>
        </a:p>
      </dgm:t>
    </dgm:pt>
    <dgm:pt modelId="{96F038F0-8321-4A68-ABFB-0F5C2D7FE10A}" type="sibTrans" cxnId="{AEAE211C-05CA-406B-A485-10AC5B28C623}">
      <dgm:prSet/>
      <dgm:spPr/>
      <dgm:t>
        <a:bodyPr/>
        <a:lstStyle/>
        <a:p>
          <a:endParaRPr lang="es-ES" sz="2000"/>
        </a:p>
      </dgm:t>
    </dgm:pt>
    <dgm:pt modelId="{638D4A18-E8B7-45E5-8EAA-4C0D29849159}">
      <dgm:prSet custT="1"/>
      <dgm:spPr/>
      <dgm:t>
        <a:bodyPr/>
        <a:lstStyle/>
        <a:p>
          <a:r>
            <a:rPr lang="es-ES_tradnl" sz="1200" dirty="0"/>
            <a:t>Reuniones</a:t>
          </a:r>
          <a:endParaRPr lang="es-ES" sz="1200" dirty="0"/>
        </a:p>
      </dgm:t>
    </dgm:pt>
    <dgm:pt modelId="{6331599E-52B8-4A6C-B3A0-6191E729069E}" type="parTrans" cxnId="{D47CA79C-8F8E-4F6C-B4A4-DC7B0D45936D}">
      <dgm:prSet/>
      <dgm:spPr/>
      <dgm:t>
        <a:bodyPr/>
        <a:lstStyle/>
        <a:p>
          <a:endParaRPr lang="es-ES" sz="2000"/>
        </a:p>
      </dgm:t>
    </dgm:pt>
    <dgm:pt modelId="{96BDABD5-5B11-468E-B806-E97AD8AE4AFA}" type="sibTrans" cxnId="{D47CA79C-8F8E-4F6C-B4A4-DC7B0D45936D}">
      <dgm:prSet/>
      <dgm:spPr/>
      <dgm:t>
        <a:bodyPr/>
        <a:lstStyle/>
        <a:p>
          <a:endParaRPr lang="es-ES" sz="2000"/>
        </a:p>
      </dgm:t>
    </dgm:pt>
    <dgm:pt modelId="{D692D1F3-8B04-4096-AA22-E14E93E2AD30}">
      <dgm:prSet custT="1"/>
      <dgm:spPr/>
      <dgm:t>
        <a:bodyPr/>
        <a:lstStyle/>
        <a:p>
          <a:r>
            <a:rPr lang="es-ES_tradnl" sz="1200" dirty="0"/>
            <a:t>Calidad y Validación</a:t>
          </a:r>
          <a:endParaRPr lang="es-ES" sz="1200" dirty="0"/>
        </a:p>
      </dgm:t>
    </dgm:pt>
    <dgm:pt modelId="{D4015DCB-90CE-418D-BA17-E20EB5979634}" type="parTrans" cxnId="{30A55F96-8DA0-4EC1-A524-A47232E0498E}">
      <dgm:prSet/>
      <dgm:spPr/>
      <dgm:t>
        <a:bodyPr/>
        <a:lstStyle/>
        <a:p>
          <a:endParaRPr lang="es-ES" sz="2000"/>
        </a:p>
      </dgm:t>
    </dgm:pt>
    <dgm:pt modelId="{9DF5544D-7133-4BEC-80D5-5F4AB2FCACF0}" type="sibTrans" cxnId="{30A55F96-8DA0-4EC1-A524-A47232E0498E}">
      <dgm:prSet/>
      <dgm:spPr/>
      <dgm:t>
        <a:bodyPr/>
        <a:lstStyle/>
        <a:p>
          <a:endParaRPr lang="es-ES" sz="2000"/>
        </a:p>
      </dgm:t>
    </dgm:pt>
    <dgm:pt modelId="{1CCEED45-57D7-4641-81C9-5908579CE245}">
      <dgm:prSet custT="1"/>
      <dgm:spPr/>
      <dgm:t>
        <a:bodyPr/>
        <a:lstStyle/>
        <a:p>
          <a:r>
            <a:rPr lang="es-ES_tradnl" sz="1200" dirty="0"/>
            <a:t>Cronograma</a:t>
          </a:r>
          <a:endParaRPr lang="es-ES" sz="1200" dirty="0"/>
        </a:p>
      </dgm:t>
    </dgm:pt>
    <dgm:pt modelId="{0B8E2C65-A4D7-4B41-A006-CAAA09EDACC5}" type="parTrans" cxnId="{8237BEE0-D1B1-440F-9385-3C24B42C9D37}">
      <dgm:prSet/>
      <dgm:spPr/>
      <dgm:t>
        <a:bodyPr/>
        <a:lstStyle/>
        <a:p>
          <a:endParaRPr lang="es-ES" sz="2000"/>
        </a:p>
      </dgm:t>
    </dgm:pt>
    <dgm:pt modelId="{3565B9CB-B1EE-400D-B2B9-2B551D737D10}" type="sibTrans" cxnId="{8237BEE0-D1B1-440F-9385-3C24B42C9D37}">
      <dgm:prSet/>
      <dgm:spPr/>
      <dgm:t>
        <a:bodyPr/>
        <a:lstStyle/>
        <a:p>
          <a:endParaRPr lang="es-ES" sz="2000"/>
        </a:p>
      </dgm:t>
    </dgm:pt>
    <dgm:pt modelId="{C6E69E37-3961-44EE-94E9-D23872BEE4C9}">
      <dgm:prSet custT="1"/>
      <dgm:spPr/>
      <dgm:t>
        <a:bodyPr/>
        <a:lstStyle/>
        <a:p>
          <a:r>
            <a:rPr lang="es-ES_tradnl" sz="1200" dirty="0"/>
            <a:t>Control de procesos</a:t>
          </a:r>
          <a:endParaRPr lang="es-ES" sz="1200" dirty="0"/>
        </a:p>
      </dgm:t>
    </dgm:pt>
    <dgm:pt modelId="{39E7187F-BF44-4434-ABA8-1C914D1E277A}" type="parTrans" cxnId="{6C09A7CF-ED9E-4F5C-A208-29FC73FCD37A}">
      <dgm:prSet/>
      <dgm:spPr/>
      <dgm:t>
        <a:bodyPr/>
        <a:lstStyle/>
        <a:p>
          <a:endParaRPr lang="es-ES" sz="2000"/>
        </a:p>
      </dgm:t>
    </dgm:pt>
    <dgm:pt modelId="{DEA9B8DE-9278-41C4-8958-F47B791467F4}" type="sibTrans" cxnId="{6C09A7CF-ED9E-4F5C-A208-29FC73FCD37A}">
      <dgm:prSet/>
      <dgm:spPr/>
      <dgm:t>
        <a:bodyPr/>
        <a:lstStyle/>
        <a:p>
          <a:endParaRPr lang="es-ES" sz="2000"/>
        </a:p>
      </dgm:t>
    </dgm:pt>
    <dgm:pt modelId="{DEA8DC5E-722E-4FFF-BA91-EA999F6AAE91}">
      <dgm:prSet custT="1"/>
      <dgm:spPr/>
      <dgm:t>
        <a:bodyPr/>
        <a:lstStyle/>
        <a:p>
          <a:r>
            <a:rPr lang="es-ES_tradnl" sz="1200" dirty="0"/>
            <a:t>Gestión de compras</a:t>
          </a:r>
          <a:endParaRPr lang="es-ES" sz="1200" dirty="0"/>
        </a:p>
      </dgm:t>
    </dgm:pt>
    <dgm:pt modelId="{CA5091F9-074B-4255-B185-C09D0BE2BF7B}" type="parTrans" cxnId="{8AF7D83C-2A35-4B4E-9A89-87807C35D1FB}">
      <dgm:prSet/>
      <dgm:spPr/>
      <dgm:t>
        <a:bodyPr/>
        <a:lstStyle/>
        <a:p>
          <a:endParaRPr lang="es-ES" sz="2000"/>
        </a:p>
      </dgm:t>
    </dgm:pt>
    <dgm:pt modelId="{64D4773E-534A-4E7B-A0A1-8D87DE867EA7}" type="sibTrans" cxnId="{8AF7D83C-2A35-4B4E-9A89-87807C35D1FB}">
      <dgm:prSet/>
      <dgm:spPr/>
      <dgm:t>
        <a:bodyPr/>
        <a:lstStyle/>
        <a:p>
          <a:endParaRPr lang="es-ES" sz="2000"/>
        </a:p>
      </dgm:t>
    </dgm:pt>
    <dgm:pt modelId="{142E7667-7801-477A-80B1-678DFCEE8B9B}">
      <dgm:prSet custT="1"/>
      <dgm:spPr/>
      <dgm:t>
        <a:bodyPr/>
        <a:lstStyle/>
        <a:p>
          <a:r>
            <a:rPr lang="es-ES_tradnl" sz="1200" dirty="0"/>
            <a:t>Cursos</a:t>
          </a:r>
          <a:endParaRPr lang="es-ES" sz="1200" dirty="0"/>
        </a:p>
      </dgm:t>
    </dgm:pt>
    <dgm:pt modelId="{ACDCB4B0-FE3A-4189-B855-4AF36F6C0D74}" type="parTrans" cxnId="{4236410F-A92F-4C87-BF14-3DA943DADA64}">
      <dgm:prSet/>
      <dgm:spPr/>
      <dgm:t>
        <a:bodyPr/>
        <a:lstStyle/>
        <a:p>
          <a:endParaRPr lang="es-ES" sz="2000"/>
        </a:p>
      </dgm:t>
    </dgm:pt>
    <dgm:pt modelId="{5C06A405-8210-48F4-A408-225051F39FBE}" type="sibTrans" cxnId="{4236410F-A92F-4C87-BF14-3DA943DADA64}">
      <dgm:prSet/>
      <dgm:spPr/>
      <dgm:t>
        <a:bodyPr/>
        <a:lstStyle/>
        <a:p>
          <a:endParaRPr lang="es-ES" sz="2000"/>
        </a:p>
      </dgm:t>
    </dgm:pt>
    <dgm:pt modelId="{6343E979-4FE4-4A70-B59E-3E22D3659816}">
      <dgm:prSet custT="1"/>
      <dgm:spPr/>
      <dgm:t>
        <a:bodyPr/>
        <a:lstStyle/>
        <a:p>
          <a:r>
            <a:rPr lang="es-ES_tradnl" sz="1200" dirty="0"/>
            <a:t>Personal</a:t>
          </a:r>
          <a:endParaRPr lang="es-ES" sz="1200" dirty="0"/>
        </a:p>
      </dgm:t>
    </dgm:pt>
    <dgm:pt modelId="{7A8423F9-E18F-49C7-AF47-88948CD8E18D}" type="parTrans" cxnId="{E66A6DFA-838B-4265-BAE3-732A6B928409}">
      <dgm:prSet/>
      <dgm:spPr/>
      <dgm:t>
        <a:bodyPr/>
        <a:lstStyle/>
        <a:p>
          <a:endParaRPr lang="es-ES" sz="2000"/>
        </a:p>
      </dgm:t>
    </dgm:pt>
    <dgm:pt modelId="{A2AAA9C3-C9BC-414E-AD60-200EF2F1EFA3}" type="sibTrans" cxnId="{E66A6DFA-838B-4265-BAE3-732A6B928409}">
      <dgm:prSet/>
      <dgm:spPr/>
      <dgm:t>
        <a:bodyPr/>
        <a:lstStyle/>
        <a:p>
          <a:endParaRPr lang="es-ES" sz="2000"/>
        </a:p>
      </dgm:t>
    </dgm:pt>
    <dgm:pt modelId="{90E52BB7-1EB0-47DC-82EE-28BBD13D64E9}">
      <dgm:prSet custT="1"/>
      <dgm:spPr/>
      <dgm:t>
        <a:bodyPr/>
        <a:lstStyle/>
        <a:p>
          <a:r>
            <a:rPr lang="es-ES_tradnl" sz="1200" dirty="0"/>
            <a:t>Certificación</a:t>
          </a:r>
          <a:endParaRPr lang="es-ES" sz="1200" dirty="0"/>
        </a:p>
      </dgm:t>
    </dgm:pt>
    <dgm:pt modelId="{7B0BD396-2B46-40BD-AC76-2EF21EDDDC81}" type="parTrans" cxnId="{8BBAB2EF-486F-4C2D-8E6B-30F22B08CEDE}">
      <dgm:prSet/>
      <dgm:spPr/>
      <dgm:t>
        <a:bodyPr/>
        <a:lstStyle/>
        <a:p>
          <a:endParaRPr lang="es-ES" sz="2000"/>
        </a:p>
      </dgm:t>
    </dgm:pt>
    <dgm:pt modelId="{6C2204E5-3FD4-4E2D-A0D8-AA639C5B78BB}" type="sibTrans" cxnId="{8BBAB2EF-486F-4C2D-8E6B-30F22B08CEDE}">
      <dgm:prSet/>
      <dgm:spPr/>
      <dgm:t>
        <a:bodyPr/>
        <a:lstStyle/>
        <a:p>
          <a:endParaRPr lang="es-ES" sz="2000"/>
        </a:p>
      </dgm:t>
    </dgm:pt>
    <dgm:pt modelId="{65164E71-4DD3-40F1-A30B-EC613D040542}">
      <dgm:prSet custT="1"/>
      <dgm:spPr/>
      <dgm:t>
        <a:bodyPr/>
        <a:lstStyle/>
        <a:p>
          <a:r>
            <a:rPr lang="es-ES_tradnl" sz="1200" dirty="0"/>
            <a:t>Documentación de formación</a:t>
          </a:r>
          <a:endParaRPr lang="es-ES" sz="1200" dirty="0"/>
        </a:p>
      </dgm:t>
    </dgm:pt>
    <dgm:pt modelId="{602223CB-CFD7-40C2-91FA-E4E1E82D12F8}" type="parTrans" cxnId="{CA998EDF-D1EC-4F21-BC02-F8E5D809124E}">
      <dgm:prSet/>
      <dgm:spPr/>
      <dgm:t>
        <a:bodyPr/>
        <a:lstStyle/>
        <a:p>
          <a:endParaRPr lang="es-ES" sz="2000"/>
        </a:p>
      </dgm:t>
    </dgm:pt>
    <dgm:pt modelId="{21CD02D9-E652-489A-8BF4-F425E3CF6D26}" type="sibTrans" cxnId="{CA998EDF-D1EC-4F21-BC02-F8E5D809124E}">
      <dgm:prSet/>
      <dgm:spPr/>
      <dgm:t>
        <a:bodyPr/>
        <a:lstStyle/>
        <a:p>
          <a:endParaRPr lang="es-ES" sz="2000"/>
        </a:p>
      </dgm:t>
    </dgm:pt>
    <dgm:pt modelId="{64108CB1-DB75-4E6C-B114-0F078EBFAA65}">
      <dgm:prSet custT="1"/>
      <dgm:spPr/>
      <dgm:t>
        <a:bodyPr/>
        <a:lstStyle/>
        <a:p>
          <a:r>
            <a:rPr lang="es-ES_tradnl" sz="1200" dirty="0"/>
            <a:t>Integración en muestra</a:t>
          </a:r>
          <a:endParaRPr lang="es-ES" sz="1200" dirty="0"/>
        </a:p>
      </dgm:t>
    </dgm:pt>
    <dgm:pt modelId="{4672E1E4-8BCB-4F8A-9715-DD03D099E9B8}" type="parTrans" cxnId="{8F9BFC49-62BA-4DBB-A4FA-FDF3587EA851}">
      <dgm:prSet/>
      <dgm:spPr/>
      <dgm:t>
        <a:bodyPr/>
        <a:lstStyle/>
        <a:p>
          <a:endParaRPr lang="es-ES" sz="2000"/>
        </a:p>
      </dgm:t>
    </dgm:pt>
    <dgm:pt modelId="{926064D3-9C23-498F-82E9-95C446588308}" type="sibTrans" cxnId="{8F9BFC49-62BA-4DBB-A4FA-FDF3587EA851}">
      <dgm:prSet/>
      <dgm:spPr/>
      <dgm:t>
        <a:bodyPr/>
        <a:lstStyle/>
        <a:p>
          <a:endParaRPr lang="es-ES" sz="2000"/>
        </a:p>
      </dgm:t>
    </dgm:pt>
    <dgm:pt modelId="{210E38F1-6443-4897-BC67-3DC469B10B3A}">
      <dgm:prSet custT="1"/>
      <dgm:spPr/>
      <dgm:t>
        <a:bodyPr/>
        <a:lstStyle/>
        <a:p>
          <a:r>
            <a:rPr lang="es-ES_tradnl" sz="1200" dirty="0"/>
            <a:t>Obtención de resultados</a:t>
          </a:r>
          <a:endParaRPr lang="es-ES" sz="1200" dirty="0"/>
        </a:p>
      </dgm:t>
    </dgm:pt>
    <dgm:pt modelId="{658605B8-67B6-4965-9219-87AD07A2BD57}" type="parTrans" cxnId="{6193E151-7B4B-421D-8E3E-D3E6FEF0B0BC}">
      <dgm:prSet/>
      <dgm:spPr/>
      <dgm:t>
        <a:bodyPr/>
        <a:lstStyle/>
        <a:p>
          <a:endParaRPr lang="es-ES" sz="2000"/>
        </a:p>
      </dgm:t>
    </dgm:pt>
    <dgm:pt modelId="{0132DBF9-A877-41CA-AAEC-9BACB1A6367E}" type="sibTrans" cxnId="{6193E151-7B4B-421D-8E3E-D3E6FEF0B0BC}">
      <dgm:prSet/>
      <dgm:spPr/>
      <dgm:t>
        <a:bodyPr/>
        <a:lstStyle/>
        <a:p>
          <a:endParaRPr lang="es-ES" sz="2000"/>
        </a:p>
      </dgm:t>
    </dgm:pt>
    <dgm:pt modelId="{E195E9F6-7564-48BE-A20F-8E15DF27D81A}">
      <dgm:prSet custT="1"/>
      <dgm:spPr/>
      <dgm:t>
        <a:bodyPr/>
        <a:lstStyle/>
        <a:p>
          <a:r>
            <a:rPr lang="es-ES_tradnl" sz="1200" dirty="0"/>
            <a:t>Validación de resultados</a:t>
          </a:r>
          <a:endParaRPr lang="es-ES" sz="1200" dirty="0"/>
        </a:p>
      </dgm:t>
    </dgm:pt>
    <dgm:pt modelId="{D0F8BDB2-13EF-4738-B074-310F7068418D}" type="parTrans" cxnId="{B822AFDD-53D7-4668-990A-0FC76370D21F}">
      <dgm:prSet/>
      <dgm:spPr/>
      <dgm:t>
        <a:bodyPr/>
        <a:lstStyle/>
        <a:p>
          <a:endParaRPr lang="es-ES" sz="2000"/>
        </a:p>
      </dgm:t>
    </dgm:pt>
    <dgm:pt modelId="{4A84E83F-0A4E-451D-B074-37C705FAC49A}" type="sibTrans" cxnId="{B822AFDD-53D7-4668-990A-0FC76370D21F}">
      <dgm:prSet/>
      <dgm:spPr/>
      <dgm:t>
        <a:bodyPr/>
        <a:lstStyle/>
        <a:p>
          <a:endParaRPr lang="es-ES" sz="2000"/>
        </a:p>
      </dgm:t>
    </dgm:pt>
    <dgm:pt modelId="{2B9145D1-EB7E-4900-B323-62729B920F30}">
      <dgm:prSet custT="1"/>
      <dgm:spPr/>
      <dgm:t>
        <a:bodyPr/>
        <a:lstStyle/>
        <a:p>
          <a:r>
            <a:rPr lang="es-ES_tradnl" sz="1200" dirty="0"/>
            <a:t>Documentación</a:t>
          </a:r>
          <a:endParaRPr lang="es-ES" sz="1200" dirty="0"/>
        </a:p>
      </dgm:t>
    </dgm:pt>
    <dgm:pt modelId="{5A1392F2-9813-4C0C-9524-55F25A946D72}" type="parTrans" cxnId="{E9FD1272-E01D-4880-BFDE-9A1AAA5292D5}">
      <dgm:prSet/>
      <dgm:spPr/>
      <dgm:t>
        <a:bodyPr/>
        <a:lstStyle/>
        <a:p>
          <a:endParaRPr lang="es-ES" sz="2000"/>
        </a:p>
      </dgm:t>
    </dgm:pt>
    <dgm:pt modelId="{FE9D72FD-6015-4C6F-8761-506C30B7F8B6}" type="sibTrans" cxnId="{E9FD1272-E01D-4880-BFDE-9A1AAA5292D5}">
      <dgm:prSet/>
      <dgm:spPr/>
      <dgm:t>
        <a:bodyPr/>
        <a:lstStyle/>
        <a:p>
          <a:endParaRPr lang="es-ES" sz="2000"/>
        </a:p>
      </dgm:t>
    </dgm:pt>
    <dgm:pt modelId="{560BDC3A-6B04-40F5-BBA8-4DC85CCF58B2}" type="pres">
      <dgm:prSet presAssocID="{664B246F-00B5-4610-86EB-ACE0B8B7FA3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067931A-5DAA-40C6-97E5-926A8FF94D7E}" type="pres">
      <dgm:prSet presAssocID="{984E7E1A-DD08-4E2E-A546-5DAB66C40362}" presName="hierRoot1" presStyleCnt="0">
        <dgm:presLayoutVars>
          <dgm:hierBranch val="init"/>
        </dgm:presLayoutVars>
      </dgm:prSet>
      <dgm:spPr/>
    </dgm:pt>
    <dgm:pt modelId="{E7F7497A-2D50-462D-BB95-D67F4D106DE5}" type="pres">
      <dgm:prSet presAssocID="{984E7E1A-DD08-4E2E-A546-5DAB66C40362}" presName="rootComposite1" presStyleCnt="0"/>
      <dgm:spPr/>
    </dgm:pt>
    <dgm:pt modelId="{65143288-DAB9-4BF8-8C7A-713825C632BE}" type="pres">
      <dgm:prSet presAssocID="{984E7E1A-DD08-4E2E-A546-5DAB66C40362}" presName="rootText1" presStyleLbl="node0" presStyleIdx="0" presStyleCnt="1">
        <dgm:presLayoutVars>
          <dgm:chPref val="3"/>
        </dgm:presLayoutVars>
      </dgm:prSet>
      <dgm:spPr/>
    </dgm:pt>
    <dgm:pt modelId="{21CE36B7-6B12-4BD7-A7A6-DFBF7BE49596}" type="pres">
      <dgm:prSet presAssocID="{984E7E1A-DD08-4E2E-A546-5DAB66C40362}" presName="rootConnector1" presStyleLbl="node1" presStyleIdx="0" presStyleCnt="0"/>
      <dgm:spPr/>
    </dgm:pt>
    <dgm:pt modelId="{1488E726-B663-4A7C-80EB-1E243141F325}" type="pres">
      <dgm:prSet presAssocID="{984E7E1A-DD08-4E2E-A546-5DAB66C40362}" presName="hierChild2" presStyleCnt="0"/>
      <dgm:spPr/>
    </dgm:pt>
    <dgm:pt modelId="{6CBACF56-B59A-46A0-9028-103CE5D3DCC4}" type="pres">
      <dgm:prSet presAssocID="{EBD4D5EB-965D-43EB-B803-B2DBA1A47692}" presName="Name37" presStyleLbl="parChTrans1D2" presStyleIdx="0" presStyleCnt="6"/>
      <dgm:spPr/>
    </dgm:pt>
    <dgm:pt modelId="{5C23A69E-2178-44F6-A921-D0D121ADA252}" type="pres">
      <dgm:prSet presAssocID="{8D053341-47DE-4A56-8DB5-F4344314674C}" presName="hierRoot2" presStyleCnt="0">
        <dgm:presLayoutVars>
          <dgm:hierBranch val="init"/>
        </dgm:presLayoutVars>
      </dgm:prSet>
      <dgm:spPr/>
    </dgm:pt>
    <dgm:pt modelId="{E98ADDDA-11B7-49A3-A289-6961D4D3A7BF}" type="pres">
      <dgm:prSet presAssocID="{8D053341-47DE-4A56-8DB5-F4344314674C}" presName="rootComposite" presStyleCnt="0"/>
      <dgm:spPr/>
    </dgm:pt>
    <dgm:pt modelId="{2631D634-B2DC-4C40-900E-B3234D296D95}" type="pres">
      <dgm:prSet presAssocID="{8D053341-47DE-4A56-8DB5-F4344314674C}" presName="rootText" presStyleLbl="node2" presStyleIdx="0" presStyleCnt="6">
        <dgm:presLayoutVars>
          <dgm:chPref val="3"/>
        </dgm:presLayoutVars>
      </dgm:prSet>
      <dgm:spPr/>
    </dgm:pt>
    <dgm:pt modelId="{2FBC537F-35DB-48FE-A27B-53FCE56FAFBA}" type="pres">
      <dgm:prSet presAssocID="{8D053341-47DE-4A56-8DB5-F4344314674C}" presName="rootConnector" presStyleLbl="node2" presStyleIdx="0" presStyleCnt="6"/>
      <dgm:spPr/>
    </dgm:pt>
    <dgm:pt modelId="{305D9593-B48F-4123-91B1-C4B4E6F2E5BE}" type="pres">
      <dgm:prSet presAssocID="{8D053341-47DE-4A56-8DB5-F4344314674C}" presName="hierChild4" presStyleCnt="0"/>
      <dgm:spPr/>
    </dgm:pt>
    <dgm:pt modelId="{349A1194-5194-4D8E-9983-9E8906BDDBB4}" type="pres">
      <dgm:prSet presAssocID="{DFFEDB4F-CB16-440A-AC1A-1DC7D4CDB94A}" presName="Name37" presStyleLbl="parChTrans1D3" presStyleIdx="0" presStyleCnt="6"/>
      <dgm:spPr/>
    </dgm:pt>
    <dgm:pt modelId="{B1B22F9A-4AA1-4630-A6F9-929EE78803A9}" type="pres">
      <dgm:prSet presAssocID="{EFFA102A-5D82-49D3-A6E7-45C00C42107B}" presName="hierRoot2" presStyleCnt="0">
        <dgm:presLayoutVars>
          <dgm:hierBranch val="init"/>
        </dgm:presLayoutVars>
      </dgm:prSet>
      <dgm:spPr/>
    </dgm:pt>
    <dgm:pt modelId="{A87FCE5F-0C7A-40D3-ADC3-0040CFB835B4}" type="pres">
      <dgm:prSet presAssocID="{EFFA102A-5D82-49D3-A6E7-45C00C42107B}" presName="rootComposite" presStyleCnt="0"/>
      <dgm:spPr/>
    </dgm:pt>
    <dgm:pt modelId="{939F50DA-BB07-4F8D-A32D-93EDCCDAE6E4}" type="pres">
      <dgm:prSet presAssocID="{EFFA102A-5D82-49D3-A6E7-45C00C42107B}" presName="rootText" presStyleLbl="node3" presStyleIdx="0" presStyleCnt="6">
        <dgm:presLayoutVars>
          <dgm:chPref val="3"/>
        </dgm:presLayoutVars>
      </dgm:prSet>
      <dgm:spPr/>
    </dgm:pt>
    <dgm:pt modelId="{8B4F0A8A-0366-49F2-9786-5FF2A90E0659}" type="pres">
      <dgm:prSet presAssocID="{EFFA102A-5D82-49D3-A6E7-45C00C42107B}" presName="rootConnector" presStyleLbl="node3" presStyleIdx="0" presStyleCnt="6"/>
      <dgm:spPr/>
    </dgm:pt>
    <dgm:pt modelId="{24E598CD-4645-47B9-A856-0D2BFCD5EDEF}" type="pres">
      <dgm:prSet presAssocID="{EFFA102A-5D82-49D3-A6E7-45C00C42107B}" presName="hierChild4" presStyleCnt="0"/>
      <dgm:spPr/>
    </dgm:pt>
    <dgm:pt modelId="{63877B63-D4E5-4DD9-A6D3-3BB0167234A5}" type="pres">
      <dgm:prSet presAssocID="{6E64CD67-6FB7-4233-986F-C1A61F90D25C}" presName="Name37" presStyleLbl="parChTrans1D4" presStyleIdx="0" presStyleCnt="14"/>
      <dgm:spPr/>
    </dgm:pt>
    <dgm:pt modelId="{7E14DD45-B2F6-4159-A744-16E50A0ECA77}" type="pres">
      <dgm:prSet presAssocID="{818A50AE-2897-4A8A-A2D4-C798E3839759}" presName="hierRoot2" presStyleCnt="0">
        <dgm:presLayoutVars>
          <dgm:hierBranch val="init"/>
        </dgm:presLayoutVars>
      </dgm:prSet>
      <dgm:spPr/>
    </dgm:pt>
    <dgm:pt modelId="{BBFBB8E3-BE3A-4DDB-B389-98E7C65EC2EE}" type="pres">
      <dgm:prSet presAssocID="{818A50AE-2897-4A8A-A2D4-C798E3839759}" presName="rootComposite" presStyleCnt="0"/>
      <dgm:spPr/>
    </dgm:pt>
    <dgm:pt modelId="{B6E5B741-A132-4E0A-AB92-D525551560A0}" type="pres">
      <dgm:prSet presAssocID="{818A50AE-2897-4A8A-A2D4-C798E3839759}" presName="rootText" presStyleLbl="node4" presStyleIdx="0" presStyleCnt="14">
        <dgm:presLayoutVars>
          <dgm:chPref val="3"/>
        </dgm:presLayoutVars>
      </dgm:prSet>
      <dgm:spPr/>
    </dgm:pt>
    <dgm:pt modelId="{78A11A4E-008B-4CB3-A29A-4DA55438B186}" type="pres">
      <dgm:prSet presAssocID="{818A50AE-2897-4A8A-A2D4-C798E3839759}" presName="rootConnector" presStyleLbl="node4" presStyleIdx="0" presStyleCnt="14"/>
      <dgm:spPr/>
    </dgm:pt>
    <dgm:pt modelId="{0C01CF04-C95B-4E36-AC06-65358584658D}" type="pres">
      <dgm:prSet presAssocID="{818A50AE-2897-4A8A-A2D4-C798E3839759}" presName="hierChild4" presStyleCnt="0"/>
      <dgm:spPr/>
    </dgm:pt>
    <dgm:pt modelId="{2711CD63-BF5C-46AD-B8BD-CB92CD102593}" type="pres">
      <dgm:prSet presAssocID="{78A11304-B47B-426C-80D9-23F105284D80}" presName="Name37" presStyleLbl="parChTrans1D4" presStyleIdx="1" presStyleCnt="14"/>
      <dgm:spPr/>
    </dgm:pt>
    <dgm:pt modelId="{4D0366CF-2E58-42B4-B97B-82D89B44F7C2}" type="pres">
      <dgm:prSet presAssocID="{95F92B39-5BD1-41DA-921B-40270E333897}" presName="hierRoot2" presStyleCnt="0">
        <dgm:presLayoutVars>
          <dgm:hierBranch val="init"/>
        </dgm:presLayoutVars>
      </dgm:prSet>
      <dgm:spPr/>
    </dgm:pt>
    <dgm:pt modelId="{8FF94193-E2E6-4080-9C40-4B0BBDAAC1EB}" type="pres">
      <dgm:prSet presAssocID="{95F92B39-5BD1-41DA-921B-40270E333897}" presName="rootComposite" presStyleCnt="0"/>
      <dgm:spPr/>
    </dgm:pt>
    <dgm:pt modelId="{C185A8C1-627C-4588-9CA7-DED5893DDA60}" type="pres">
      <dgm:prSet presAssocID="{95F92B39-5BD1-41DA-921B-40270E333897}" presName="rootText" presStyleLbl="node4" presStyleIdx="1" presStyleCnt="14">
        <dgm:presLayoutVars>
          <dgm:chPref val="3"/>
        </dgm:presLayoutVars>
      </dgm:prSet>
      <dgm:spPr/>
    </dgm:pt>
    <dgm:pt modelId="{CF671165-3747-486A-B3F3-CCE5D9F36DE4}" type="pres">
      <dgm:prSet presAssocID="{95F92B39-5BD1-41DA-921B-40270E333897}" presName="rootConnector" presStyleLbl="node4" presStyleIdx="1" presStyleCnt="14"/>
      <dgm:spPr/>
    </dgm:pt>
    <dgm:pt modelId="{9E2B29CA-745B-47F5-9434-9E97B4F6DA6E}" type="pres">
      <dgm:prSet presAssocID="{95F92B39-5BD1-41DA-921B-40270E333897}" presName="hierChild4" presStyleCnt="0"/>
      <dgm:spPr/>
    </dgm:pt>
    <dgm:pt modelId="{43C503B7-7F2C-4301-BAE0-F5A5EC7D89DC}" type="pres">
      <dgm:prSet presAssocID="{51635E7D-94AB-42DB-A23F-6B9E2711ADB8}" presName="Name37" presStyleLbl="parChTrans1D4" presStyleIdx="2" presStyleCnt="14"/>
      <dgm:spPr/>
    </dgm:pt>
    <dgm:pt modelId="{9FE9F4EA-ACC6-4FB2-BD7C-36E810F08830}" type="pres">
      <dgm:prSet presAssocID="{595FCBCB-6F4C-41E0-9D57-CC8BC973C07C}" presName="hierRoot2" presStyleCnt="0">
        <dgm:presLayoutVars>
          <dgm:hierBranch val="init"/>
        </dgm:presLayoutVars>
      </dgm:prSet>
      <dgm:spPr/>
    </dgm:pt>
    <dgm:pt modelId="{A58F6AB8-B668-4206-A40D-9F56391C7EA1}" type="pres">
      <dgm:prSet presAssocID="{595FCBCB-6F4C-41E0-9D57-CC8BC973C07C}" presName="rootComposite" presStyleCnt="0"/>
      <dgm:spPr/>
    </dgm:pt>
    <dgm:pt modelId="{A723D66C-1CE0-45D5-A787-C0033B783503}" type="pres">
      <dgm:prSet presAssocID="{595FCBCB-6F4C-41E0-9D57-CC8BC973C07C}" presName="rootText" presStyleLbl="node4" presStyleIdx="2" presStyleCnt="14">
        <dgm:presLayoutVars>
          <dgm:chPref val="3"/>
        </dgm:presLayoutVars>
      </dgm:prSet>
      <dgm:spPr/>
    </dgm:pt>
    <dgm:pt modelId="{73D887B6-471B-4A4C-98C7-4D43FD83BB5E}" type="pres">
      <dgm:prSet presAssocID="{595FCBCB-6F4C-41E0-9D57-CC8BC973C07C}" presName="rootConnector" presStyleLbl="node4" presStyleIdx="2" presStyleCnt="14"/>
      <dgm:spPr/>
    </dgm:pt>
    <dgm:pt modelId="{934F3286-9201-433A-884A-A00E4FF68174}" type="pres">
      <dgm:prSet presAssocID="{595FCBCB-6F4C-41E0-9D57-CC8BC973C07C}" presName="hierChild4" presStyleCnt="0"/>
      <dgm:spPr/>
    </dgm:pt>
    <dgm:pt modelId="{41D70458-DECC-442E-AAAF-3D6EC3222B4B}" type="pres">
      <dgm:prSet presAssocID="{55BF91F1-8371-43F3-B796-D886F4AEA607}" presName="Name37" presStyleLbl="parChTrans1D4" presStyleIdx="3" presStyleCnt="14"/>
      <dgm:spPr/>
    </dgm:pt>
    <dgm:pt modelId="{E05E2A6C-CD20-41D2-9E41-0C5E45C412DC}" type="pres">
      <dgm:prSet presAssocID="{7B8C88F9-23A6-428A-9D84-EE8685A0B867}" presName="hierRoot2" presStyleCnt="0">
        <dgm:presLayoutVars>
          <dgm:hierBranch val="init"/>
        </dgm:presLayoutVars>
      </dgm:prSet>
      <dgm:spPr/>
    </dgm:pt>
    <dgm:pt modelId="{A2BA5726-4978-4E6A-A757-1C5B2AECA983}" type="pres">
      <dgm:prSet presAssocID="{7B8C88F9-23A6-428A-9D84-EE8685A0B867}" presName="rootComposite" presStyleCnt="0"/>
      <dgm:spPr/>
    </dgm:pt>
    <dgm:pt modelId="{CF3F60E5-B38A-405B-AFC6-5A280D42FA7A}" type="pres">
      <dgm:prSet presAssocID="{7B8C88F9-23A6-428A-9D84-EE8685A0B867}" presName="rootText" presStyleLbl="node4" presStyleIdx="3" presStyleCnt="14">
        <dgm:presLayoutVars>
          <dgm:chPref val="3"/>
        </dgm:presLayoutVars>
      </dgm:prSet>
      <dgm:spPr/>
    </dgm:pt>
    <dgm:pt modelId="{14600E90-D988-401A-ACF3-289743898FE2}" type="pres">
      <dgm:prSet presAssocID="{7B8C88F9-23A6-428A-9D84-EE8685A0B867}" presName="rootConnector" presStyleLbl="node4" presStyleIdx="3" presStyleCnt="14"/>
      <dgm:spPr/>
    </dgm:pt>
    <dgm:pt modelId="{56999870-465F-4FD1-A0BC-096960A0F804}" type="pres">
      <dgm:prSet presAssocID="{7B8C88F9-23A6-428A-9D84-EE8685A0B867}" presName="hierChild4" presStyleCnt="0"/>
      <dgm:spPr/>
    </dgm:pt>
    <dgm:pt modelId="{E6857CB4-49E7-492E-91EF-F500389A84C3}" type="pres">
      <dgm:prSet presAssocID="{7B8C88F9-23A6-428A-9D84-EE8685A0B867}" presName="hierChild5" presStyleCnt="0"/>
      <dgm:spPr/>
    </dgm:pt>
    <dgm:pt modelId="{25D6F56E-9C93-40E8-AEE8-55C7A828C9B6}" type="pres">
      <dgm:prSet presAssocID="{595FCBCB-6F4C-41E0-9D57-CC8BC973C07C}" presName="hierChild5" presStyleCnt="0"/>
      <dgm:spPr/>
    </dgm:pt>
    <dgm:pt modelId="{BF31C0D5-C3D1-4336-922B-4A6D6BC1EE3B}" type="pres">
      <dgm:prSet presAssocID="{95F92B39-5BD1-41DA-921B-40270E333897}" presName="hierChild5" presStyleCnt="0"/>
      <dgm:spPr/>
    </dgm:pt>
    <dgm:pt modelId="{CE2F4BE1-1325-43D4-9EAF-2500F5FCFEA5}" type="pres">
      <dgm:prSet presAssocID="{818A50AE-2897-4A8A-A2D4-C798E3839759}" presName="hierChild5" presStyleCnt="0"/>
      <dgm:spPr/>
    </dgm:pt>
    <dgm:pt modelId="{041BD8BD-D33A-43C6-9512-ECAB95AED696}" type="pres">
      <dgm:prSet presAssocID="{EFFA102A-5D82-49D3-A6E7-45C00C42107B}" presName="hierChild5" presStyleCnt="0"/>
      <dgm:spPr/>
    </dgm:pt>
    <dgm:pt modelId="{A191DD42-770F-47D0-A20D-9ADB60DEB094}" type="pres">
      <dgm:prSet presAssocID="{8D053341-47DE-4A56-8DB5-F4344314674C}" presName="hierChild5" presStyleCnt="0"/>
      <dgm:spPr/>
    </dgm:pt>
    <dgm:pt modelId="{EE1283AA-9344-4BBC-8D30-94CBA1B9EEDB}" type="pres">
      <dgm:prSet presAssocID="{4CC81563-AFF2-44A9-B9B0-EF1C87661122}" presName="Name37" presStyleLbl="parChTrans1D2" presStyleIdx="1" presStyleCnt="6"/>
      <dgm:spPr/>
    </dgm:pt>
    <dgm:pt modelId="{97AAF9CB-F08F-4FA2-88BD-F182F436CC66}" type="pres">
      <dgm:prSet presAssocID="{8FAE6191-0821-4960-BC96-F58E46C703A9}" presName="hierRoot2" presStyleCnt="0">
        <dgm:presLayoutVars>
          <dgm:hierBranch val="init"/>
        </dgm:presLayoutVars>
      </dgm:prSet>
      <dgm:spPr/>
    </dgm:pt>
    <dgm:pt modelId="{3EF5DF2C-3AAD-4707-96E4-7889939FF26D}" type="pres">
      <dgm:prSet presAssocID="{8FAE6191-0821-4960-BC96-F58E46C703A9}" presName="rootComposite" presStyleCnt="0"/>
      <dgm:spPr/>
    </dgm:pt>
    <dgm:pt modelId="{19387325-8BCB-4955-B2E7-D5743BE38256}" type="pres">
      <dgm:prSet presAssocID="{8FAE6191-0821-4960-BC96-F58E46C703A9}" presName="rootText" presStyleLbl="node2" presStyleIdx="1" presStyleCnt="6">
        <dgm:presLayoutVars>
          <dgm:chPref val="3"/>
        </dgm:presLayoutVars>
      </dgm:prSet>
      <dgm:spPr/>
    </dgm:pt>
    <dgm:pt modelId="{DE5022EA-7452-4F88-9336-EB0B9B4FA93B}" type="pres">
      <dgm:prSet presAssocID="{8FAE6191-0821-4960-BC96-F58E46C703A9}" presName="rootConnector" presStyleLbl="node2" presStyleIdx="1" presStyleCnt="6"/>
      <dgm:spPr/>
    </dgm:pt>
    <dgm:pt modelId="{E6A5CF23-5580-4F21-9108-F193F8CEDC52}" type="pres">
      <dgm:prSet presAssocID="{8FAE6191-0821-4960-BC96-F58E46C703A9}" presName="hierChild4" presStyleCnt="0"/>
      <dgm:spPr/>
    </dgm:pt>
    <dgm:pt modelId="{7E060085-DFB1-4A38-A3B5-C538C9CADD58}" type="pres">
      <dgm:prSet presAssocID="{845F5D8C-040E-4743-ACA2-252EB4E11E64}" presName="Name37" presStyleLbl="parChTrans1D3" presStyleIdx="1" presStyleCnt="6"/>
      <dgm:spPr/>
    </dgm:pt>
    <dgm:pt modelId="{7FBBDF18-851E-4C9B-8138-A0752649CB96}" type="pres">
      <dgm:prSet presAssocID="{22D68CCB-4BEE-4732-BA18-145918E71689}" presName="hierRoot2" presStyleCnt="0">
        <dgm:presLayoutVars>
          <dgm:hierBranch val="init"/>
        </dgm:presLayoutVars>
      </dgm:prSet>
      <dgm:spPr/>
    </dgm:pt>
    <dgm:pt modelId="{9FDA40B4-E34D-4AAA-A39A-707F69999FAE}" type="pres">
      <dgm:prSet presAssocID="{22D68CCB-4BEE-4732-BA18-145918E71689}" presName="rootComposite" presStyleCnt="0"/>
      <dgm:spPr/>
    </dgm:pt>
    <dgm:pt modelId="{6C7A0949-19C9-41F4-BA9E-23B3273DCEEF}" type="pres">
      <dgm:prSet presAssocID="{22D68CCB-4BEE-4732-BA18-145918E71689}" presName="rootText" presStyleLbl="node3" presStyleIdx="1" presStyleCnt="6">
        <dgm:presLayoutVars>
          <dgm:chPref val="3"/>
        </dgm:presLayoutVars>
      </dgm:prSet>
      <dgm:spPr/>
    </dgm:pt>
    <dgm:pt modelId="{0FC927ED-857B-4313-A368-FA9A78CDCA53}" type="pres">
      <dgm:prSet presAssocID="{22D68CCB-4BEE-4732-BA18-145918E71689}" presName="rootConnector" presStyleLbl="node3" presStyleIdx="1" presStyleCnt="6"/>
      <dgm:spPr/>
    </dgm:pt>
    <dgm:pt modelId="{83BBD800-DCEB-4C12-A87D-158AC13FB48F}" type="pres">
      <dgm:prSet presAssocID="{22D68CCB-4BEE-4732-BA18-145918E71689}" presName="hierChild4" presStyleCnt="0"/>
      <dgm:spPr/>
    </dgm:pt>
    <dgm:pt modelId="{2D73702D-D2C4-4E81-846F-513247458CC8}" type="pres">
      <dgm:prSet presAssocID="{6331599E-52B8-4A6C-B3A0-6191E729069E}" presName="Name37" presStyleLbl="parChTrans1D4" presStyleIdx="4" presStyleCnt="14"/>
      <dgm:spPr/>
    </dgm:pt>
    <dgm:pt modelId="{603CEB6B-1430-4E9D-B9D8-BBFA5A073A20}" type="pres">
      <dgm:prSet presAssocID="{638D4A18-E8B7-45E5-8EAA-4C0D29849159}" presName="hierRoot2" presStyleCnt="0">
        <dgm:presLayoutVars>
          <dgm:hierBranch val="init"/>
        </dgm:presLayoutVars>
      </dgm:prSet>
      <dgm:spPr/>
    </dgm:pt>
    <dgm:pt modelId="{AC092AC2-8C78-4134-9436-6F570FE578FB}" type="pres">
      <dgm:prSet presAssocID="{638D4A18-E8B7-45E5-8EAA-4C0D29849159}" presName="rootComposite" presStyleCnt="0"/>
      <dgm:spPr/>
    </dgm:pt>
    <dgm:pt modelId="{5902C1CE-59CB-48CC-A9E8-31C87BAB86B7}" type="pres">
      <dgm:prSet presAssocID="{638D4A18-E8B7-45E5-8EAA-4C0D29849159}" presName="rootText" presStyleLbl="node4" presStyleIdx="4" presStyleCnt="14">
        <dgm:presLayoutVars>
          <dgm:chPref val="3"/>
        </dgm:presLayoutVars>
      </dgm:prSet>
      <dgm:spPr/>
    </dgm:pt>
    <dgm:pt modelId="{03D2C9C9-3A11-4CE4-8D67-57467DC516A9}" type="pres">
      <dgm:prSet presAssocID="{638D4A18-E8B7-45E5-8EAA-4C0D29849159}" presName="rootConnector" presStyleLbl="node4" presStyleIdx="4" presStyleCnt="14"/>
      <dgm:spPr/>
    </dgm:pt>
    <dgm:pt modelId="{94AAE2DB-7439-4111-B5A9-74CD37BD3E4C}" type="pres">
      <dgm:prSet presAssocID="{638D4A18-E8B7-45E5-8EAA-4C0D29849159}" presName="hierChild4" presStyleCnt="0"/>
      <dgm:spPr/>
    </dgm:pt>
    <dgm:pt modelId="{876E6A40-4435-40C4-BD5B-214E03D351C0}" type="pres">
      <dgm:prSet presAssocID="{D4015DCB-90CE-418D-BA17-E20EB5979634}" presName="Name37" presStyleLbl="parChTrans1D4" presStyleIdx="5" presStyleCnt="14"/>
      <dgm:spPr/>
    </dgm:pt>
    <dgm:pt modelId="{25B809A4-327A-4F05-93B5-04CC78675B0F}" type="pres">
      <dgm:prSet presAssocID="{D692D1F3-8B04-4096-AA22-E14E93E2AD30}" presName="hierRoot2" presStyleCnt="0">
        <dgm:presLayoutVars>
          <dgm:hierBranch val="init"/>
        </dgm:presLayoutVars>
      </dgm:prSet>
      <dgm:spPr/>
    </dgm:pt>
    <dgm:pt modelId="{1CFDB579-2BD2-4F90-B583-30CE4B1308BA}" type="pres">
      <dgm:prSet presAssocID="{D692D1F3-8B04-4096-AA22-E14E93E2AD30}" presName="rootComposite" presStyleCnt="0"/>
      <dgm:spPr/>
    </dgm:pt>
    <dgm:pt modelId="{EE683B0C-F739-4B89-B671-75589FC89F9A}" type="pres">
      <dgm:prSet presAssocID="{D692D1F3-8B04-4096-AA22-E14E93E2AD30}" presName="rootText" presStyleLbl="node4" presStyleIdx="5" presStyleCnt="14">
        <dgm:presLayoutVars>
          <dgm:chPref val="3"/>
        </dgm:presLayoutVars>
      </dgm:prSet>
      <dgm:spPr/>
    </dgm:pt>
    <dgm:pt modelId="{B737555A-5A6C-49CD-9471-4A70752D8A81}" type="pres">
      <dgm:prSet presAssocID="{D692D1F3-8B04-4096-AA22-E14E93E2AD30}" presName="rootConnector" presStyleLbl="node4" presStyleIdx="5" presStyleCnt="14"/>
      <dgm:spPr/>
    </dgm:pt>
    <dgm:pt modelId="{985FADE1-965F-47AF-AB88-DE30B6AD65A9}" type="pres">
      <dgm:prSet presAssocID="{D692D1F3-8B04-4096-AA22-E14E93E2AD30}" presName="hierChild4" presStyleCnt="0"/>
      <dgm:spPr/>
    </dgm:pt>
    <dgm:pt modelId="{7C260BE5-DA50-4DC7-A354-7B16FCB704BB}" type="pres">
      <dgm:prSet presAssocID="{0B8E2C65-A4D7-4B41-A006-CAAA09EDACC5}" presName="Name37" presStyleLbl="parChTrans1D4" presStyleIdx="6" presStyleCnt="14"/>
      <dgm:spPr/>
    </dgm:pt>
    <dgm:pt modelId="{DCD79722-325C-4E68-BFEA-A9A7F31D7BE1}" type="pres">
      <dgm:prSet presAssocID="{1CCEED45-57D7-4641-81C9-5908579CE245}" presName="hierRoot2" presStyleCnt="0">
        <dgm:presLayoutVars>
          <dgm:hierBranch val="init"/>
        </dgm:presLayoutVars>
      </dgm:prSet>
      <dgm:spPr/>
    </dgm:pt>
    <dgm:pt modelId="{685EBAFC-A691-4104-87A2-E4E2D9308903}" type="pres">
      <dgm:prSet presAssocID="{1CCEED45-57D7-4641-81C9-5908579CE245}" presName="rootComposite" presStyleCnt="0"/>
      <dgm:spPr/>
    </dgm:pt>
    <dgm:pt modelId="{14AD5822-87DB-4164-BC3B-694EE1B3D908}" type="pres">
      <dgm:prSet presAssocID="{1CCEED45-57D7-4641-81C9-5908579CE245}" presName="rootText" presStyleLbl="node4" presStyleIdx="6" presStyleCnt="14">
        <dgm:presLayoutVars>
          <dgm:chPref val="3"/>
        </dgm:presLayoutVars>
      </dgm:prSet>
      <dgm:spPr/>
    </dgm:pt>
    <dgm:pt modelId="{2F63D9F3-BBFB-4382-8A78-14F8666913A0}" type="pres">
      <dgm:prSet presAssocID="{1CCEED45-57D7-4641-81C9-5908579CE245}" presName="rootConnector" presStyleLbl="node4" presStyleIdx="6" presStyleCnt="14"/>
      <dgm:spPr/>
    </dgm:pt>
    <dgm:pt modelId="{75F597D5-4760-48ED-A60A-D0CDA338F9EC}" type="pres">
      <dgm:prSet presAssocID="{1CCEED45-57D7-4641-81C9-5908579CE245}" presName="hierChild4" presStyleCnt="0"/>
      <dgm:spPr/>
    </dgm:pt>
    <dgm:pt modelId="{8338A212-50F6-45DE-87FD-13ED7D47BBCF}" type="pres">
      <dgm:prSet presAssocID="{1CCEED45-57D7-4641-81C9-5908579CE245}" presName="hierChild5" presStyleCnt="0"/>
      <dgm:spPr/>
    </dgm:pt>
    <dgm:pt modelId="{1D174877-55C6-49CC-9C9B-DAFCDE9B20BD}" type="pres">
      <dgm:prSet presAssocID="{D692D1F3-8B04-4096-AA22-E14E93E2AD30}" presName="hierChild5" presStyleCnt="0"/>
      <dgm:spPr/>
    </dgm:pt>
    <dgm:pt modelId="{97B1E461-0BC0-4615-80D2-C83081014362}" type="pres">
      <dgm:prSet presAssocID="{638D4A18-E8B7-45E5-8EAA-4C0D29849159}" presName="hierChild5" presStyleCnt="0"/>
      <dgm:spPr/>
    </dgm:pt>
    <dgm:pt modelId="{8F98F59F-406E-473C-B235-7D0AD9932174}" type="pres">
      <dgm:prSet presAssocID="{22D68CCB-4BEE-4732-BA18-145918E71689}" presName="hierChild5" presStyleCnt="0"/>
      <dgm:spPr/>
    </dgm:pt>
    <dgm:pt modelId="{78234AE5-0CDE-4330-A969-91CF9A984A73}" type="pres">
      <dgm:prSet presAssocID="{8FAE6191-0821-4960-BC96-F58E46C703A9}" presName="hierChild5" presStyleCnt="0"/>
      <dgm:spPr/>
    </dgm:pt>
    <dgm:pt modelId="{79823AE9-1DED-4E4B-8367-786717E97488}" type="pres">
      <dgm:prSet presAssocID="{8EBD0BB1-A983-499A-AFE0-A135C6D6EAF4}" presName="Name37" presStyleLbl="parChTrans1D2" presStyleIdx="2" presStyleCnt="6"/>
      <dgm:spPr/>
    </dgm:pt>
    <dgm:pt modelId="{D525EB03-70E1-425E-98A2-EDC739A634E5}" type="pres">
      <dgm:prSet presAssocID="{46EFE5C5-7E26-4632-AB0D-CFDE009726AC}" presName="hierRoot2" presStyleCnt="0">
        <dgm:presLayoutVars>
          <dgm:hierBranch val="init"/>
        </dgm:presLayoutVars>
      </dgm:prSet>
      <dgm:spPr/>
    </dgm:pt>
    <dgm:pt modelId="{A68D1310-28E7-4B4F-8BD5-84B5579217C9}" type="pres">
      <dgm:prSet presAssocID="{46EFE5C5-7E26-4632-AB0D-CFDE009726AC}" presName="rootComposite" presStyleCnt="0"/>
      <dgm:spPr/>
    </dgm:pt>
    <dgm:pt modelId="{86C26E72-D9A7-4FEE-A6DA-11D9B33617A4}" type="pres">
      <dgm:prSet presAssocID="{46EFE5C5-7E26-4632-AB0D-CFDE009726AC}" presName="rootText" presStyleLbl="node2" presStyleIdx="2" presStyleCnt="6">
        <dgm:presLayoutVars>
          <dgm:chPref val="3"/>
        </dgm:presLayoutVars>
      </dgm:prSet>
      <dgm:spPr/>
    </dgm:pt>
    <dgm:pt modelId="{D9D0DBD5-BBDB-4187-AEAE-015C414319BA}" type="pres">
      <dgm:prSet presAssocID="{46EFE5C5-7E26-4632-AB0D-CFDE009726AC}" presName="rootConnector" presStyleLbl="node2" presStyleIdx="2" presStyleCnt="6"/>
      <dgm:spPr/>
    </dgm:pt>
    <dgm:pt modelId="{50FEDA74-2535-4568-A46A-DE2404C65ACA}" type="pres">
      <dgm:prSet presAssocID="{46EFE5C5-7E26-4632-AB0D-CFDE009726AC}" presName="hierChild4" presStyleCnt="0"/>
      <dgm:spPr/>
    </dgm:pt>
    <dgm:pt modelId="{9EAC94B7-0FD3-4531-B8D8-D7BC807AC161}" type="pres">
      <dgm:prSet presAssocID="{39E7187F-BF44-4434-ABA8-1C914D1E277A}" presName="Name37" presStyleLbl="parChTrans1D3" presStyleIdx="2" presStyleCnt="6"/>
      <dgm:spPr/>
    </dgm:pt>
    <dgm:pt modelId="{4AF17885-00B1-4088-BEC3-4A55D818F8C8}" type="pres">
      <dgm:prSet presAssocID="{C6E69E37-3961-44EE-94E9-D23872BEE4C9}" presName="hierRoot2" presStyleCnt="0">
        <dgm:presLayoutVars>
          <dgm:hierBranch val="init"/>
        </dgm:presLayoutVars>
      </dgm:prSet>
      <dgm:spPr/>
    </dgm:pt>
    <dgm:pt modelId="{3E3A1ECA-AB00-48E8-99CA-71CA1F7EE626}" type="pres">
      <dgm:prSet presAssocID="{C6E69E37-3961-44EE-94E9-D23872BEE4C9}" presName="rootComposite" presStyleCnt="0"/>
      <dgm:spPr/>
    </dgm:pt>
    <dgm:pt modelId="{A21063DB-9E2C-4C71-AAEE-C89CEB10BA48}" type="pres">
      <dgm:prSet presAssocID="{C6E69E37-3961-44EE-94E9-D23872BEE4C9}" presName="rootText" presStyleLbl="node3" presStyleIdx="2" presStyleCnt="6">
        <dgm:presLayoutVars>
          <dgm:chPref val="3"/>
        </dgm:presLayoutVars>
      </dgm:prSet>
      <dgm:spPr/>
    </dgm:pt>
    <dgm:pt modelId="{EE21D3B3-2DE8-4349-B610-02935C6D493E}" type="pres">
      <dgm:prSet presAssocID="{C6E69E37-3961-44EE-94E9-D23872BEE4C9}" presName="rootConnector" presStyleLbl="node3" presStyleIdx="2" presStyleCnt="6"/>
      <dgm:spPr/>
    </dgm:pt>
    <dgm:pt modelId="{08C701BA-C00D-4BC2-A6FD-485E3A2DB124}" type="pres">
      <dgm:prSet presAssocID="{C6E69E37-3961-44EE-94E9-D23872BEE4C9}" presName="hierChild4" presStyleCnt="0"/>
      <dgm:spPr/>
    </dgm:pt>
    <dgm:pt modelId="{58DCB851-B151-483B-B094-56F0F87A36F2}" type="pres">
      <dgm:prSet presAssocID="{CA5091F9-074B-4255-B185-C09D0BE2BF7B}" presName="Name37" presStyleLbl="parChTrans1D4" presStyleIdx="7" presStyleCnt="14"/>
      <dgm:spPr/>
    </dgm:pt>
    <dgm:pt modelId="{40B4099E-A57D-45B2-9D53-66F48B2292D1}" type="pres">
      <dgm:prSet presAssocID="{DEA8DC5E-722E-4FFF-BA91-EA999F6AAE91}" presName="hierRoot2" presStyleCnt="0">
        <dgm:presLayoutVars>
          <dgm:hierBranch val="init"/>
        </dgm:presLayoutVars>
      </dgm:prSet>
      <dgm:spPr/>
    </dgm:pt>
    <dgm:pt modelId="{49FC22E2-5825-4279-9DFE-6331CC4E6FD7}" type="pres">
      <dgm:prSet presAssocID="{DEA8DC5E-722E-4FFF-BA91-EA999F6AAE91}" presName="rootComposite" presStyleCnt="0"/>
      <dgm:spPr/>
    </dgm:pt>
    <dgm:pt modelId="{12EA0026-7264-4099-8D42-2AB7A739F3DE}" type="pres">
      <dgm:prSet presAssocID="{DEA8DC5E-722E-4FFF-BA91-EA999F6AAE91}" presName="rootText" presStyleLbl="node4" presStyleIdx="7" presStyleCnt="14">
        <dgm:presLayoutVars>
          <dgm:chPref val="3"/>
        </dgm:presLayoutVars>
      </dgm:prSet>
      <dgm:spPr/>
    </dgm:pt>
    <dgm:pt modelId="{7BE221F1-D798-4C16-8799-B83E93823230}" type="pres">
      <dgm:prSet presAssocID="{DEA8DC5E-722E-4FFF-BA91-EA999F6AAE91}" presName="rootConnector" presStyleLbl="node4" presStyleIdx="7" presStyleCnt="14"/>
      <dgm:spPr/>
    </dgm:pt>
    <dgm:pt modelId="{457C419B-8A1E-4D08-B448-2ED173585C5A}" type="pres">
      <dgm:prSet presAssocID="{DEA8DC5E-722E-4FFF-BA91-EA999F6AAE91}" presName="hierChild4" presStyleCnt="0"/>
      <dgm:spPr/>
    </dgm:pt>
    <dgm:pt modelId="{9E77FBC4-AA06-4A4C-9F36-52D02475ED81}" type="pres">
      <dgm:prSet presAssocID="{DEA8DC5E-722E-4FFF-BA91-EA999F6AAE91}" presName="hierChild5" presStyleCnt="0"/>
      <dgm:spPr/>
    </dgm:pt>
    <dgm:pt modelId="{F4AFDDBE-E346-47F8-9FB0-8244133C69EC}" type="pres">
      <dgm:prSet presAssocID="{C6E69E37-3961-44EE-94E9-D23872BEE4C9}" presName="hierChild5" presStyleCnt="0"/>
      <dgm:spPr/>
    </dgm:pt>
    <dgm:pt modelId="{EFE3E4C8-3871-4E1A-9AC7-D71DD435FB74}" type="pres">
      <dgm:prSet presAssocID="{46EFE5C5-7E26-4632-AB0D-CFDE009726AC}" presName="hierChild5" presStyleCnt="0"/>
      <dgm:spPr/>
    </dgm:pt>
    <dgm:pt modelId="{F1390364-E31D-47EF-881B-EE4EBC30F1C3}" type="pres">
      <dgm:prSet presAssocID="{84BE1630-6BEF-48BE-BEB4-441EA60AE7C5}" presName="Name37" presStyleLbl="parChTrans1D2" presStyleIdx="3" presStyleCnt="6"/>
      <dgm:spPr/>
    </dgm:pt>
    <dgm:pt modelId="{138F32D0-890F-49CB-A6E7-D110390F4662}" type="pres">
      <dgm:prSet presAssocID="{FB132DEB-3EBB-4B7B-9E10-1EA28E437B0C}" presName="hierRoot2" presStyleCnt="0">
        <dgm:presLayoutVars>
          <dgm:hierBranch val="init"/>
        </dgm:presLayoutVars>
      </dgm:prSet>
      <dgm:spPr/>
    </dgm:pt>
    <dgm:pt modelId="{28263419-651F-4CA8-BE33-8022F42350D6}" type="pres">
      <dgm:prSet presAssocID="{FB132DEB-3EBB-4B7B-9E10-1EA28E437B0C}" presName="rootComposite" presStyleCnt="0"/>
      <dgm:spPr/>
    </dgm:pt>
    <dgm:pt modelId="{02B4A462-0B83-4FE5-8E12-A92CD80329BC}" type="pres">
      <dgm:prSet presAssocID="{FB132DEB-3EBB-4B7B-9E10-1EA28E437B0C}" presName="rootText" presStyleLbl="node2" presStyleIdx="3" presStyleCnt="6">
        <dgm:presLayoutVars>
          <dgm:chPref val="3"/>
        </dgm:presLayoutVars>
      </dgm:prSet>
      <dgm:spPr/>
    </dgm:pt>
    <dgm:pt modelId="{F8AD8BC8-C266-4861-8020-4853175B36DB}" type="pres">
      <dgm:prSet presAssocID="{FB132DEB-3EBB-4B7B-9E10-1EA28E437B0C}" presName="rootConnector" presStyleLbl="node2" presStyleIdx="3" presStyleCnt="6"/>
      <dgm:spPr/>
    </dgm:pt>
    <dgm:pt modelId="{72082F2F-1D13-45A3-8BF7-3C503834F65E}" type="pres">
      <dgm:prSet presAssocID="{FB132DEB-3EBB-4B7B-9E10-1EA28E437B0C}" presName="hierChild4" presStyleCnt="0"/>
      <dgm:spPr/>
    </dgm:pt>
    <dgm:pt modelId="{39319FD2-E0DE-4D73-ACB7-A5F2B122F2ED}" type="pres">
      <dgm:prSet presAssocID="{ACDCB4B0-FE3A-4189-B855-4AF36F6C0D74}" presName="Name37" presStyleLbl="parChTrans1D3" presStyleIdx="3" presStyleCnt="6"/>
      <dgm:spPr/>
    </dgm:pt>
    <dgm:pt modelId="{BFD6A62E-BDB0-4843-9A0A-528A14C3F465}" type="pres">
      <dgm:prSet presAssocID="{142E7667-7801-477A-80B1-678DFCEE8B9B}" presName="hierRoot2" presStyleCnt="0">
        <dgm:presLayoutVars>
          <dgm:hierBranch val="init"/>
        </dgm:presLayoutVars>
      </dgm:prSet>
      <dgm:spPr/>
    </dgm:pt>
    <dgm:pt modelId="{F6A9F056-AF00-4ADF-A2E4-5591E4338F3B}" type="pres">
      <dgm:prSet presAssocID="{142E7667-7801-477A-80B1-678DFCEE8B9B}" presName="rootComposite" presStyleCnt="0"/>
      <dgm:spPr/>
    </dgm:pt>
    <dgm:pt modelId="{8C2A1F0C-05C1-4C6A-8049-FFEE87946AD7}" type="pres">
      <dgm:prSet presAssocID="{142E7667-7801-477A-80B1-678DFCEE8B9B}" presName="rootText" presStyleLbl="node3" presStyleIdx="3" presStyleCnt="6">
        <dgm:presLayoutVars>
          <dgm:chPref val="3"/>
        </dgm:presLayoutVars>
      </dgm:prSet>
      <dgm:spPr/>
    </dgm:pt>
    <dgm:pt modelId="{37C61A56-838D-4F77-8A75-D3DBB7CEC745}" type="pres">
      <dgm:prSet presAssocID="{142E7667-7801-477A-80B1-678DFCEE8B9B}" presName="rootConnector" presStyleLbl="node3" presStyleIdx="3" presStyleCnt="6"/>
      <dgm:spPr/>
    </dgm:pt>
    <dgm:pt modelId="{B0A82598-8D3D-4600-811E-7E47F1491B57}" type="pres">
      <dgm:prSet presAssocID="{142E7667-7801-477A-80B1-678DFCEE8B9B}" presName="hierChild4" presStyleCnt="0"/>
      <dgm:spPr/>
    </dgm:pt>
    <dgm:pt modelId="{34945FCF-0464-4A57-B0A5-CAFA54D9B9AC}" type="pres">
      <dgm:prSet presAssocID="{7A8423F9-E18F-49C7-AF47-88948CD8E18D}" presName="Name37" presStyleLbl="parChTrans1D4" presStyleIdx="8" presStyleCnt="14"/>
      <dgm:spPr/>
    </dgm:pt>
    <dgm:pt modelId="{5B4F1C4B-5505-4174-86E5-8BF1C789796E}" type="pres">
      <dgm:prSet presAssocID="{6343E979-4FE4-4A70-B59E-3E22D3659816}" presName="hierRoot2" presStyleCnt="0">
        <dgm:presLayoutVars>
          <dgm:hierBranch val="init"/>
        </dgm:presLayoutVars>
      </dgm:prSet>
      <dgm:spPr/>
    </dgm:pt>
    <dgm:pt modelId="{7646A645-C70B-41A6-83B0-FBB8114C8257}" type="pres">
      <dgm:prSet presAssocID="{6343E979-4FE4-4A70-B59E-3E22D3659816}" presName="rootComposite" presStyleCnt="0"/>
      <dgm:spPr/>
    </dgm:pt>
    <dgm:pt modelId="{AB37D1B5-19B1-451D-B47C-A17C513103E1}" type="pres">
      <dgm:prSet presAssocID="{6343E979-4FE4-4A70-B59E-3E22D3659816}" presName="rootText" presStyleLbl="node4" presStyleIdx="8" presStyleCnt="14">
        <dgm:presLayoutVars>
          <dgm:chPref val="3"/>
        </dgm:presLayoutVars>
      </dgm:prSet>
      <dgm:spPr/>
    </dgm:pt>
    <dgm:pt modelId="{F4D5F62F-CD0A-4F71-ADEE-D4348E95A021}" type="pres">
      <dgm:prSet presAssocID="{6343E979-4FE4-4A70-B59E-3E22D3659816}" presName="rootConnector" presStyleLbl="node4" presStyleIdx="8" presStyleCnt="14"/>
      <dgm:spPr/>
    </dgm:pt>
    <dgm:pt modelId="{073D6A48-2DBD-4435-B49F-8042E785F80D}" type="pres">
      <dgm:prSet presAssocID="{6343E979-4FE4-4A70-B59E-3E22D3659816}" presName="hierChild4" presStyleCnt="0"/>
      <dgm:spPr/>
    </dgm:pt>
    <dgm:pt modelId="{3AA3C7FD-558D-4D06-9B04-B2049EF23E1C}" type="pres">
      <dgm:prSet presAssocID="{7B0BD396-2B46-40BD-AC76-2EF21EDDDC81}" presName="Name37" presStyleLbl="parChTrans1D4" presStyleIdx="9" presStyleCnt="14"/>
      <dgm:spPr/>
    </dgm:pt>
    <dgm:pt modelId="{2CA88A5F-B42D-4008-93D3-ACF216B1C5B2}" type="pres">
      <dgm:prSet presAssocID="{90E52BB7-1EB0-47DC-82EE-28BBD13D64E9}" presName="hierRoot2" presStyleCnt="0">
        <dgm:presLayoutVars>
          <dgm:hierBranch val="init"/>
        </dgm:presLayoutVars>
      </dgm:prSet>
      <dgm:spPr/>
    </dgm:pt>
    <dgm:pt modelId="{41CDB7D5-515E-4B8D-A7E6-23F0FB652779}" type="pres">
      <dgm:prSet presAssocID="{90E52BB7-1EB0-47DC-82EE-28BBD13D64E9}" presName="rootComposite" presStyleCnt="0"/>
      <dgm:spPr/>
    </dgm:pt>
    <dgm:pt modelId="{3DF2609A-D10E-4778-AF9A-10A9EDF34477}" type="pres">
      <dgm:prSet presAssocID="{90E52BB7-1EB0-47DC-82EE-28BBD13D64E9}" presName="rootText" presStyleLbl="node4" presStyleIdx="9" presStyleCnt="14">
        <dgm:presLayoutVars>
          <dgm:chPref val="3"/>
        </dgm:presLayoutVars>
      </dgm:prSet>
      <dgm:spPr/>
    </dgm:pt>
    <dgm:pt modelId="{083C9584-A16B-467F-AFB5-0333087BDDEE}" type="pres">
      <dgm:prSet presAssocID="{90E52BB7-1EB0-47DC-82EE-28BBD13D64E9}" presName="rootConnector" presStyleLbl="node4" presStyleIdx="9" presStyleCnt="14"/>
      <dgm:spPr/>
    </dgm:pt>
    <dgm:pt modelId="{8EFA4F4A-15B3-4ECB-829F-65F5FE203BB8}" type="pres">
      <dgm:prSet presAssocID="{90E52BB7-1EB0-47DC-82EE-28BBD13D64E9}" presName="hierChild4" presStyleCnt="0"/>
      <dgm:spPr/>
    </dgm:pt>
    <dgm:pt modelId="{66CDF407-F4C8-4071-A4CF-66E89707CDA2}" type="pres">
      <dgm:prSet presAssocID="{602223CB-CFD7-40C2-91FA-E4E1E82D12F8}" presName="Name37" presStyleLbl="parChTrans1D4" presStyleIdx="10" presStyleCnt="14"/>
      <dgm:spPr/>
    </dgm:pt>
    <dgm:pt modelId="{F144820D-4E4B-4FE5-A450-5830F641E96E}" type="pres">
      <dgm:prSet presAssocID="{65164E71-4DD3-40F1-A30B-EC613D040542}" presName="hierRoot2" presStyleCnt="0">
        <dgm:presLayoutVars>
          <dgm:hierBranch val="init"/>
        </dgm:presLayoutVars>
      </dgm:prSet>
      <dgm:spPr/>
    </dgm:pt>
    <dgm:pt modelId="{A2755E20-AD7D-40ED-A2A3-293FDB52AADD}" type="pres">
      <dgm:prSet presAssocID="{65164E71-4DD3-40F1-A30B-EC613D040542}" presName="rootComposite" presStyleCnt="0"/>
      <dgm:spPr/>
    </dgm:pt>
    <dgm:pt modelId="{98288EE4-02B7-4F77-AB81-76226C2239FE}" type="pres">
      <dgm:prSet presAssocID="{65164E71-4DD3-40F1-A30B-EC613D040542}" presName="rootText" presStyleLbl="node4" presStyleIdx="10" presStyleCnt="14">
        <dgm:presLayoutVars>
          <dgm:chPref val="3"/>
        </dgm:presLayoutVars>
      </dgm:prSet>
      <dgm:spPr/>
    </dgm:pt>
    <dgm:pt modelId="{BFC45508-387E-4229-85B7-D60AFA03A573}" type="pres">
      <dgm:prSet presAssocID="{65164E71-4DD3-40F1-A30B-EC613D040542}" presName="rootConnector" presStyleLbl="node4" presStyleIdx="10" presStyleCnt="14"/>
      <dgm:spPr/>
    </dgm:pt>
    <dgm:pt modelId="{A78AEBEA-A3C8-444E-9716-79D9843C44AD}" type="pres">
      <dgm:prSet presAssocID="{65164E71-4DD3-40F1-A30B-EC613D040542}" presName="hierChild4" presStyleCnt="0"/>
      <dgm:spPr/>
    </dgm:pt>
    <dgm:pt modelId="{ED714DAE-D74B-4C17-B828-81AB7E8D0196}" type="pres">
      <dgm:prSet presAssocID="{65164E71-4DD3-40F1-A30B-EC613D040542}" presName="hierChild5" presStyleCnt="0"/>
      <dgm:spPr/>
    </dgm:pt>
    <dgm:pt modelId="{1E068D7C-8475-434D-9B50-938290F8D80D}" type="pres">
      <dgm:prSet presAssocID="{90E52BB7-1EB0-47DC-82EE-28BBD13D64E9}" presName="hierChild5" presStyleCnt="0"/>
      <dgm:spPr/>
    </dgm:pt>
    <dgm:pt modelId="{A49A70E1-88CF-40A5-BF56-77FDF382FC63}" type="pres">
      <dgm:prSet presAssocID="{6343E979-4FE4-4A70-B59E-3E22D3659816}" presName="hierChild5" presStyleCnt="0"/>
      <dgm:spPr/>
    </dgm:pt>
    <dgm:pt modelId="{6DBBBB99-4F5E-404E-A13C-EF88BBAA1EC2}" type="pres">
      <dgm:prSet presAssocID="{142E7667-7801-477A-80B1-678DFCEE8B9B}" presName="hierChild5" presStyleCnt="0"/>
      <dgm:spPr/>
    </dgm:pt>
    <dgm:pt modelId="{A3744329-0D1E-47AC-9CBC-D94E391F20C6}" type="pres">
      <dgm:prSet presAssocID="{FB132DEB-3EBB-4B7B-9E10-1EA28E437B0C}" presName="hierChild5" presStyleCnt="0"/>
      <dgm:spPr/>
    </dgm:pt>
    <dgm:pt modelId="{38A34969-A22B-4D54-9E80-0B651D4D0365}" type="pres">
      <dgm:prSet presAssocID="{28EC855E-094C-4BED-9FB2-2C030C8FFA45}" presName="Name37" presStyleLbl="parChTrans1D2" presStyleIdx="4" presStyleCnt="6"/>
      <dgm:spPr/>
    </dgm:pt>
    <dgm:pt modelId="{0BB8D71C-FC9B-4F0B-801D-B5E5E9C7A9EF}" type="pres">
      <dgm:prSet presAssocID="{6169ABB3-9EA3-4A97-9BDB-7BF1A5E8319C}" presName="hierRoot2" presStyleCnt="0">
        <dgm:presLayoutVars>
          <dgm:hierBranch val="init"/>
        </dgm:presLayoutVars>
      </dgm:prSet>
      <dgm:spPr/>
    </dgm:pt>
    <dgm:pt modelId="{F983DD88-43EB-463E-A8DD-9F2031AD4F86}" type="pres">
      <dgm:prSet presAssocID="{6169ABB3-9EA3-4A97-9BDB-7BF1A5E8319C}" presName="rootComposite" presStyleCnt="0"/>
      <dgm:spPr/>
    </dgm:pt>
    <dgm:pt modelId="{05D049D6-AF6E-4C2B-8276-2B64317A47F8}" type="pres">
      <dgm:prSet presAssocID="{6169ABB3-9EA3-4A97-9BDB-7BF1A5E8319C}" presName="rootText" presStyleLbl="node2" presStyleIdx="4" presStyleCnt="6">
        <dgm:presLayoutVars>
          <dgm:chPref val="3"/>
        </dgm:presLayoutVars>
      </dgm:prSet>
      <dgm:spPr/>
    </dgm:pt>
    <dgm:pt modelId="{0F6609DC-9D86-485D-8DE9-C277DE0FAD06}" type="pres">
      <dgm:prSet presAssocID="{6169ABB3-9EA3-4A97-9BDB-7BF1A5E8319C}" presName="rootConnector" presStyleLbl="node2" presStyleIdx="4" presStyleCnt="6"/>
      <dgm:spPr/>
    </dgm:pt>
    <dgm:pt modelId="{5AFE3A6C-D8B7-4AF8-9D5C-9C5703873535}" type="pres">
      <dgm:prSet presAssocID="{6169ABB3-9EA3-4A97-9BDB-7BF1A5E8319C}" presName="hierChild4" presStyleCnt="0"/>
      <dgm:spPr/>
    </dgm:pt>
    <dgm:pt modelId="{BBB97725-B25E-4355-8662-39B1CA6E3AF8}" type="pres">
      <dgm:prSet presAssocID="{4672E1E4-8BCB-4F8A-9715-DD03D099E9B8}" presName="Name37" presStyleLbl="parChTrans1D3" presStyleIdx="4" presStyleCnt="6"/>
      <dgm:spPr/>
    </dgm:pt>
    <dgm:pt modelId="{9AE4EEBE-24E0-44A9-8026-523CB5418F08}" type="pres">
      <dgm:prSet presAssocID="{64108CB1-DB75-4E6C-B114-0F078EBFAA65}" presName="hierRoot2" presStyleCnt="0">
        <dgm:presLayoutVars>
          <dgm:hierBranch val="init"/>
        </dgm:presLayoutVars>
      </dgm:prSet>
      <dgm:spPr/>
    </dgm:pt>
    <dgm:pt modelId="{F42B3105-6ECC-4164-B442-401F6E4CCCEE}" type="pres">
      <dgm:prSet presAssocID="{64108CB1-DB75-4E6C-B114-0F078EBFAA65}" presName="rootComposite" presStyleCnt="0"/>
      <dgm:spPr/>
    </dgm:pt>
    <dgm:pt modelId="{5DF77C1A-A626-446D-ADBC-0383B75A543F}" type="pres">
      <dgm:prSet presAssocID="{64108CB1-DB75-4E6C-B114-0F078EBFAA65}" presName="rootText" presStyleLbl="node3" presStyleIdx="4" presStyleCnt="6">
        <dgm:presLayoutVars>
          <dgm:chPref val="3"/>
        </dgm:presLayoutVars>
      </dgm:prSet>
      <dgm:spPr/>
    </dgm:pt>
    <dgm:pt modelId="{872C3434-E1CD-4DDC-91AA-722B611CB496}" type="pres">
      <dgm:prSet presAssocID="{64108CB1-DB75-4E6C-B114-0F078EBFAA65}" presName="rootConnector" presStyleLbl="node3" presStyleIdx="4" presStyleCnt="6"/>
      <dgm:spPr/>
    </dgm:pt>
    <dgm:pt modelId="{DCAE241B-3023-462A-B113-5B02C3ADB7E8}" type="pres">
      <dgm:prSet presAssocID="{64108CB1-DB75-4E6C-B114-0F078EBFAA65}" presName="hierChild4" presStyleCnt="0"/>
      <dgm:spPr/>
    </dgm:pt>
    <dgm:pt modelId="{394B37E9-BF88-4D82-BFAC-BE919FCF7D54}" type="pres">
      <dgm:prSet presAssocID="{658605B8-67B6-4965-9219-87AD07A2BD57}" presName="Name37" presStyleLbl="parChTrans1D4" presStyleIdx="11" presStyleCnt="14"/>
      <dgm:spPr/>
    </dgm:pt>
    <dgm:pt modelId="{165A8B5A-9A38-4254-84EF-10F633A2B825}" type="pres">
      <dgm:prSet presAssocID="{210E38F1-6443-4897-BC67-3DC469B10B3A}" presName="hierRoot2" presStyleCnt="0">
        <dgm:presLayoutVars>
          <dgm:hierBranch val="init"/>
        </dgm:presLayoutVars>
      </dgm:prSet>
      <dgm:spPr/>
    </dgm:pt>
    <dgm:pt modelId="{A5FADE0D-540B-43B9-A61A-2C62129937C3}" type="pres">
      <dgm:prSet presAssocID="{210E38F1-6443-4897-BC67-3DC469B10B3A}" presName="rootComposite" presStyleCnt="0"/>
      <dgm:spPr/>
    </dgm:pt>
    <dgm:pt modelId="{D5B3E924-CF86-496C-82D3-1CF70E163055}" type="pres">
      <dgm:prSet presAssocID="{210E38F1-6443-4897-BC67-3DC469B10B3A}" presName="rootText" presStyleLbl="node4" presStyleIdx="11" presStyleCnt="14">
        <dgm:presLayoutVars>
          <dgm:chPref val="3"/>
        </dgm:presLayoutVars>
      </dgm:prSet>
      <dgm:spPr/>
    </dgm:pt>
    <dgm:pt modelId="{B6F41514-A1A6-413B-9793-A8471F27150A}" type="pres">
      <dgm:prSet presAssocID="{210E38F1-6443-4897-BC67-3DC469B10B3A}" presName="rootConnector" presStyleLbl="node4" presStyleIdx="11" presStyleCnt="14"/>
      <dgm:spPr/>
    </dgm:pt>
    <dgm:pt modelId="{26F4B9A5-73F4-48E0-935C-A3C3496B0071}" type="pres">
      <dgm:prSet presAssocID="{210E38F1-6443-4897-BC67-3DC469B10B3A}" presName="hierChild4" presStyleCnt="0"/>
      <dgm:spPr/>
    </dgm:pt>
    <dgm:pt modelId="{065CDF0C-1BBD-4235-B197-3372181C448D}" type="pres">
      <dgm:prSet presAssocID="{D0F8BDB2-13EF-4738-B074-310F7068418D}" presName="Name37" presStyleLbl="parChTrans1D4" presStyleIdx="12" presStyleCnt="14"/>
      <dgm:spPr/>
    </dgm:pt>
    <dgm:pt modelId="{197259DA-391E-45FD-887D-2A39EB5E0EE7}" type="pres">
      <dgm:prSet presAssocID="{E195E9F6-7564-48BE-A20F-8E15DF27D81A}" presName="hierRoot2" presStyleCnt="0">
        <dgm:presLayoutVars>
          <dgm:hierBranch val="init"/>
        </dgm:presLayoutVars>
      </dgm:prSet>
      <dgm:spPr/>
    </dgm:pt>
    <dgm:pt modelId="{356B9861-10DC-445D-A1A1-85BB8F906D48}" type="pres">
      <dgm:prSet presAssocID="{E195E9F6-7564-48BE-A20F-8E15DF27D81A}" presName="rootComposite" presStyleCnt="0"/>
      <dgm:spPr/>
    </dgm:pt>
    <dgm:pt modelId="{774F96D6-C5A3-4F09-BB10-C3052D2CF978}" type="pres">
      <dgm:prSet presAssocID="{E195E9F6-7564-48BE-A20F-8E15DF27D81A}" presName="rootText" presStyleLbl="node4" presStyleIdx="12" presStyleCnt="14">
        <dgm:presLayoutVars>
          <dgm:chPref val="3"/>
        </dgm:presLayoutVars>
      </dgm:prSet>
      <dgm:spPr/>
    </dgm:pt>
    <dgm:pt modelId="{3890E4C3-69EF-41A7-A7BB-9A80152F15C2}" type="pres">
      <dgm:prSet presAssocID="{E195E9F6-7564-48BE-A20F-8E15DF27D81A}" presName="rootConnector" presStyleLbl="node4" presStyleIdx="12" presStyleCnt="14"/>
      <dgm:spPr/>
    </dgm:pt>
    <dgm:pt modelId="{72CD0B21-E0D5-4694-801F-7AD700CA6A6E}" type="pres">
      <dgm:prSet presAssocID="{E195E9F6-7564-48BE-A20F-8E15DF27D81A}" presName="hierChild4" presStyleCnt="0"/>
      <dgm:spPr/>
    </dgm:pt>
    <dgm:pt modelId="{4DDB2D7A-6DD5-4DC6-96F8-78C9ECE78686}" type="pres">
      <dgm:prSet presAssocID="{E195E9F6-7564-48BE-A20F-8E15DF27D81A}" presName="hierChild5" presStyleCnt="0"/>
      <dgm:spPr/>
    </dgm:pt>
    <dgm:pt modelId="{D2327E26-3CAE-4FDF-B057-20436E468B1F}" type="pres">
      <dgm:prSet presAssocID="{210E38F1-6443-4897-BC67-3DC469B10B3A}" presName="hierChild5" presStyleCnt="0"/>
      <dgm:spPr/>
    </dgm:pt>
    <dgm:pt modelId="{EF342029-B345-41BF-BA87-4844476C3CAA}" type="pres">
      <dgm:prSet presAssocID="{64108CB1-DB75-4E6C-B114-0F078EBFAA65}" presName="hierChild5" presStyleCnt="0"/>
      <dgm:spPr/>
    </dgm:pt>
    <dgm:pt modelId="{E7938ABC-813E-496B-8D45-902A7D990E3A}" type="pres">
      <dgm:prSet presAssocID="{6169ABB3-9EA3-4A97-9BDB-7BF1A5E8319C}" presName="hierChild5" presStyleCnt="0"/>
      <dgm:spPr/>
    </dgm:pt>
    <dgm:pt modelId="{63E1102C-52DF-4AB5-83DD-7E687BE57D2A}" type="pres">
      <dgm:prSet presAssocID="{39401BF9-8334-48FD-97B1-B5FF75DD8ED7}" presName="Name37" presStyleLbl="parChTrans1D2" presStyleIdx="5" presStyleCnt="6"/>
      <dgm:spPr/>
    </dgm:pt>
    <dgm:pt modelId="{BBFD0EBE-2339-4298-82CF-DBB72822747F}" type="pres">
      <dgm:prSet presAssocID="{F27108DA-E888-48DE-8C97-7FDC95CC2EF6}" presName="hierRoot2" presStyleCnt="0">
        <dgm:presLayoutVars>
          <dgm:hierBranch val="init"/>
        </dgm:presLayoutVars>
      </dgm:prSet>
      <dgm:spPr/>
    </dgm:pt>
    <dgm:pt modelId="{F1679FE7-5BE2-41F5-AEB4-BA63C363A6BD}" type="pres">
      <dgm:prSet presAssocID="{F27108DA-E888-48DE-8C97-7FDC95CC2EF6}" presName="rootComposite" presStyleCnt="0"/>
      <dgm:spPr/>
    </dgm:pt>
    <dgm:pt modelId="{641269D5-E196-437E-9C45-0622E80431A5}" type="pres">
      <dgm:prSet presAssocID="{F27108DA-E888-48DE-8C97-7FDC95CC2EF6}" presName="rootText" presStyleLbl="node2" presStyleIdx="5" presStyleCnt="6">
        <dgm:presLayoutVars>
          <dgm:chPref val="3"/>
        </dgm:presLayoutVars>
      </dgm:prSet>
      <dgm:spPr/>
    </dgm:pt>
    <dgm:pt modelId="{1B837E92-2B36-43A4-96EA-0C495772B0D6}" type="pres">
      <dgm:prSet presAssocID="{F27108DA-E888-48DE-8C97-7FDC95CC2EF6}" presName="rootConnector" presStyleLbl="node2" presStyleIdx="5" presStyleCnt="6"/>
      <dgm:spPr/>
    </dgm:pt>
    <dgm:pt modelId="{6C04251E-0D3D-418A-8F9E-E2439F9C1A83}" type="pres">
      <dgm:prSet presAssocID="{F27108DA-E888-48DE-8C97-7FDC95CC2EF6}" presName="hierChild4" presStyleCnt="0"/>
      <dgm:spPr/>
    </dgm:pt>
    <dgm:pt modelId="{15F271D7-7918-41F9-9D6D-CF808F8B63C6}" type="pres">
      <dgm:prSet presAssocID="{F9806694-F79F-4F0F-B80B-D8AEC14A4AE4}" presName="Name37" presStyleLbl="parChTrans1D3" presStyleIdx="5" presStyleCnt="6"/>
      <dgm:spPr/>
    </dgm:pt>
    <dgm:pt modelId="{327F993F-B9F2-4D59-A561-AFD5CD687166}" type="pres">
      <dgm:prSet presAssocID="{910FF4E3-4B73-471E-A733-428EDE879319}" presName="hierRoot2" presStyleCnt="0">
        <dgm:presLayoutVars>
          <dgm:hierBranch val="init"/>
        </dgm:presLayoutVars>
      </dgm:prSet>
      <dgm:spPr/>
    </dgm:pt>
    <dgm:pt modelId="{BC99135D-9979-4737-A8C0-80D88BAE9778}" type="pres">
      <dgm:prSet presAssocID="{910FF4E3-4B73-471E-A733-428EDE879319}" presName="rootComposite" presStyleCnt="0"/>
      <dgm:spPr/>
    </dgm:pt>
    <dgm:pt modelId="{24B38226-9609-4505-88AF-D239F466B57B}" type="pres">
      <dgm:prSet presAssocID="{910FF4E3-4B73-471E-A733-428EDE879319}" presName="rootText" presStyleLbl="node3" presStyleIdx="5" presStyleCnt="6">
        <dgm:presLayoutVars>
          <dgm:chPref val="3"/>
        </dgm:presLayoutVars>
      </dgm:prSet>
      <dgm:spPr/>
    </dgm:pt>
    <dgm:pt modelId="{46F4FD74-704A-4016-8D98-7FB4F6EADBCC}" type="pres">
      <dgm:prSet presAssocID="{910FF4E3-4B73-471E-A733-428EDE879319}" presName="rootConnector" presStyleLbl="node3" presStyleIdx="5" presStyleCnt="6"/>
      <dgm:spPr/>
    </dgm:pt>
    <dgm:pt modelId="{1E901EA7-276C-46E4-9CA9-9C625A08E76A}" type="pres">
      <dgm:prSet presAssocID="{910FF4E3-4B73-471E-A733-428EDE879319}" presName="hierChild4" presStyleCnt="0"/>
      <dgm:spPr/>
    </dgm:pt>
    <dgm:pt modelId="{D22DCE1E-C830-45A1-B1CA-034C854BE901}" type="pres">
      <dgm:prSet presAssocID="{5A1392F2-9813-4C0C-9524-55F25A946D72}" presName="Name37" presStyleLbl="parChTrans1D4" presStyleIdx="13" presStyleCnt="14"/>
      <dgm:spPr/>
    </dgm:pt>
    <dgm:pt modelId="{05BD8E55-6153-49DC-A329-509B94401640}" type="pres">
      <dgm:prSet presAssocID="{2B9145D1-EB7E-4900-B323-62729B920F30}" presName="hierRoot2" presStyleCnt="0">
        <dgm:presLayoutVars>
          <dgm:hierBranch val="init"/>
        </dgm:presLayoutVars>
      </dgm:prSet>
      <dgm:spPr/>
    </dgm:pt>
    <dgm:pt modelId="{B8E608CF-DCAD-4DC9-A697-EFE095B610E0}" type="pres">
      <dgm:prSet presAssocID="{2B9145D1-EB7E-4900-B323-62729B920F30}" presName="rootComposite" presStyleCnt="0"/>
      <dgm:spPr/>
    </dgm:pt>
    <dgm:pt modelId="{EC48D633-B133-477C-B2C2-1F0ECFD4E09C}" type="pres">
      <dgm:prSet presAssocID="{2B9145D1-EB7E-4900-B323-62729B920F30}" presName="rootText" presStyleLbl="node4" presStyleIdx="13" presStyleCnt="14">
        <dgm:presLayoutVars>
          <dgm:chPref val="3"/>
        </dgm:presLayoutVars>
      </dgm:prSet>
      <dgm:spPr/>
    </dgm:pt>
    <dgm:pt modelId="{D5E70C68-534D-4A37-84EE-5EB47A92FC53}" type="pres">
      <dgm:prSet presAssocID="{2B9145D1-EB7E-4900-B323-62729B920F30}" presName="rootConnector" presStyleLbl="node4" presStyleIdx="13" presStyleCnt="14"/>
      <dgm:spPr/>
    </dgm:pt>
    <dgm:pt modelId="{3A9403FF-1AC8-41AF-BC1C-4D0B7FA64C0C}" type="pres">
      <dgm:prSet presAssocID="{2B9145D1-EB7E-4900-B323-62729B920F30}" presName="hierChild4" presStyleCnt="0"/>
      <dgm:spPr/>
    </dgm:pt>
    <dgm:pt modelId="{F4236C23-CF4E-420E-878F-983AB95B5141}" type="pres">
      <dgm:prSet presAssocID="{2B9145D1-EB7E-4900-B323-62729B920F30}" presName="hierChild5" presStyleCnt="0"/>
      <dgm:spPr/>
    </dgm:pt>
    <dgm:pt modelId="{FA51B7E9-3A80-4A97-B5DB-E771B138597A}" type="pres">
      <dgm:prSet presAssocID="{910FF4E3-4B73-471E-A733-428EDE879319}" presName="hierChild5" presStyleCnt="0"/>
      <dgm:spPr/>
    </dgm:pt>
    <dgm:pt modelId="{919C271A-B292-4B60-AF77-EDFF05CD341D}" type="pres">
      <dgm:prSet presAssocID="{F27108DA-E888-48DE-8C97-7FDC95CC2EF6}" presName="hierChild5" presStyleCnt="0"/>
      <dgm:spPr/>
    </dgm:pt>
    <dgm:pt modelId="{BC9342C6-D31A-4F27-B548-0D351B13A976}" type="pres">
      <dgm:prSet presAssocID="{984E7E1A-DD08-4E2E-A546-5DAB66C40362}" presName="hierChild3" presStyleCnt="0"/>
      <dgm:spPr/>
    </dgm:pt>
  </dgm:ptLst>
  <dgm:cxnLst>
    <dgm:cxn modelId="{43F03200-8D2F-45F2-A977-67171225BB5F}" type="presOf" srcId="{D0F8BDB2-13EF-4738-B074-310F7068418D}" destId="{065CDF0C-1BBD-4235-B197-3372181C448D}" srcOrd="0" destOrd="0" presId="urn:microsoft.com/office/officeart/2005/8/layout/orgChart1"/>
    <dgm:cxn modelId="{10307506-2745-4326-8760-D5CDF544931D}" type="presOf" srcId="{210E38F1-6443-4897-BC67-3DC469B10B3A}" destId="{D5B3E924-CF86-496C-82D3-1CF70E163055}" srcOrd="0" destOrd="0" presId="urn:microsoft.com/office/officeart/2005/8/layout/orgChart1"/>
    <dgm:cxn modelId="{13E1B206-7BF4-4D01-A2E5-38B854AFF4C5}" type="presOf" srcId="{E195E9F6-7564-48BE-A20F-8E15DF27D81A}" destId="{3890E4C3-69EF-41A7-A7BB-9A80152F15C2}" srcOrd="1" destOrd="0" presId="urn:microsoft.com/office/officeart/2005/8/layout/orgChart1"/>
    <dgm:cxn modelId="{7A579D08-5574-4C6B-8207-D4A07D217628}" type="presOf" srcId="{8EBD0BB1-A983-499A-AFE0-A135C6D6EAF4}" destId="{79823AE9-1DED-4E4B-8367-786717E97488}" srcOrd="0" destOrd="0" presId="urn:microsoft.com/office/officeart/2005/8/layout/orgChart1"/>
    <dgm:cxn modelId="{9D4AC208-0E87-453F-8D36-12B4D1743484}" type="presOf" srcId="{8D053341-47DE-4A56-8DB5-F4344314674C}" destId="{2FBC537F-35DB-48FE-A27B-53FCE56FAFBA}" srcOrd="1" destOrd="0" presId="urn:microsoft.com/office/officeart/2005/8/layout/orgChart1"/>
    <dgm:cxn modelId="{7E407009-4B44-49E2-A6EE-FF7FFFAA3AEF}" type="presOf" srcId="{78A11304-B47B-426C-80D9-23F105284D80}" destId="{2711CD63-BF5C-46AD-B8BD-CB92CD102593}" srcOrd="0" destOrd="0" presId="urn:microsoft.com/office/officeart/2005/8/layout/orgChart1"/>
    <dgm:cxn modelId="{C727450A-9ED7-4332-AB2A-4D4766BC7502}" type="presOf" srcId="{39401BF9-8334-48FD-97B1-B5FF75DD8ED7}" destId="{63E1102C-52DF-4AB5-83DD-7E687BE57D2A}" srcOrd="0" destOrd="0" presId="urn:microsoft.com/office/officeart/2005/8/layout/orgChart1"/>
    <dgm:cxn modelId="{08B7930B-5061-402C-8A8A-07C48F4243C8}" type="presOf" srcId="{1CCEED45-57D7-4641-81C9-5908579CE245}" destId="{2F63D9F3-BBFB-4382-8A78-14F8666913A0}" srcOrd="1" destOrd="0" presId="urn:microsoft.com/office/officeart/2005/8/layout/orgChart1"/>
    <dgm:cxn modelId="{1C7F130C-7895-4543-BAC2-1386C7AFC364}" type="presOf" srcId="{EBD4D5EB-965D-43EB-B803-B2DBA1A47692}" destId="{6CBACF56-B59A-46A0-9028-103CE5D3DCC4}" srcOrd="0" destOrd="0" presId="urn:microsoft.com/office/officeart/2005/8/layout/orgChart1"/>
    <dgm:cxn modelId="{4236410F-A92F-4C87-BF14-3DA943DADA64}" srcId="{FB132DEB-3EBB-4B7B-9E10-1EA28E437B0C}" destId="{142E7667-7801-477A-80B1-678DFCEE8B9B}" srcOrd="0" destOrd="0" parTransId="{ACDCB4B0-FE3A-4189-B855-4AF36F6C0D74}" sibTransId="{5C06A405-8210-48F4-A408-225051F39FBE}"/>
    <dgm:cxn modelId="{4206BA10-F0A0-4959-9E68-6D8AEBFDADC5}" type="presOf" srcId="{39E7187F-BF44-4434-ABA8-1C914D1E277A}" destId="{9EAC94B7-0FD3-4531-B8D8-D7BC807AC161}" srcOrd="0" destOrd="0" presId="urn:microsoft.com/office/officeart/2005/8/layout/orgChart1"/>
    <dgm:cxn modelId="{9258CF10-A21F-436C-8DD6-66D5F2257114}" srcId="{595FCBCB-6F4C-41E0-9D57-CC8BC973C07C}" destId="{7B8C88F9-23A6-428A-9D84-EE8685A0B867}" srcOrd="0" destOrd="0" parTransId="{55BF91F1-8371-43F3-B796-D886F4AEA607}" sibTransId="{AB932049-799D-400F-96A9-390092336D78}"/>
    <dgm:cxn modelId="{C742E712-83D8-4724-98CB-3AB02E835879}" type="presOf" srcId="{D692D1F3-8B04-4096-AA22-E14E93E2AD30}" destId="{B737555A-5A6C-49CD-9471-4A70752D8A81}" srcOrd="1" destOrd="0" presId="urn:microsoft.com/office/officeart/2005/8/layout/orgChart1"/>
    <dgm:cxn modelId="{23BCE913-856B-4A78-9877-9D9EE8E4D056}" type="presOf" srcId="{DFFEDB4F-CB16-440A-AC1A-1DC7D4CDB94A}" destId="{349A1194-5194-4D8E-9983-9E8906BDDBB4}" srcOrd="0" destOrd="0" presId="urn:microsoft.com/office/officeart/2005/8/layout/orgChart1"/>
    <dgm:cxn modelId="{C7D43514-80E8-4E15-9228-B8716B71C4AC}" type="presOf" srcId="{142E7667-7801-477A-80B1-678DFCEE8B9B}" destId="{8C2A1F0C-05C1-4C6A-8049-FFEE87946AD7}" srcOrd="0" destOrd="0" presId="urn:microsoft.com/office/officeart/2005/8/layout/orgChart1"/>
    <dgm:cxn modelId="{0D330619-AA37-4488-8C68-F99B56CF9355}" type="presOf" srcId="{638D4A18-E8B7-45E5-8EAA-4C0D29849159}" destId="{03D2C9C9-3A11-4CE4-8D67-57467DC516A9}" srcOrd="1" destOrd="0" presId="urn:microsoft.com/office/officeart/2005/8/layout/orgChart1"/>
    <dgm:cxn modelId="{7B6F791B-0C1D-4CEB-9909-2B34ACE0EFE2}" type="presOf" srcId="{4CC81563-AFF2-44A9-B9B0-EF1C87661122}" destId="{EE1283AA-9344-4BBC-8D30-94CBA1B9EEDB}" srcOrd="0" destOrd="0" presId="urn:microsoft.com/office/officeart/2005/8/layout/orgChart1"/>
    <dgm:cxn modelId="{AEAE211C-05CA-406B-A485-10AC5B28C623}" srcId="{8FAE6191-0821-4960-BC96-F58E46C703A9}" destId="{22D68CCB-4BEE-4732-BA18-145918E71689}" srcOrd="0" destOrd="0" parTransId="{845F5D8C-040E-4743-ACA2-252EB4E11E64}" sibTransId="{96F038F0-8321-4A68-ABFB-0F5C2D7FE10A}"/>
    <dgm:cxn modelId="{2CC1E31C-1FC3-41AC-8A8C-A923548C6557}" type="presOf" srcId="{984E7E1A-DD08-4E2E-A546-5DAB66C40362}" destId="{65143288-DAB9-4BF8-8C7A-713825C632BE}" srcOrd="0" destOrd="0" presId="urn:microsoft.com/office/officeart/2005/8/layout/orgChart1"/>
    <dgm:cxn modelId="{585D811E-D1DC-4005-A2E1-10A91687431B}" srcId="{664B246F-00B5-4610-86EB-ACE0B8B7FA38}" destId="{984E7E1A-DD08-4E2E-A546-5DAB66C40362}" srcOrd="0" destOrd="0" parTransId="{AE2E2423-B2F0-4C74-A8DB-4BBE21532EE2}" sibTransId="{54838042-35A6-423A-9D5B-CC6E4DD67A85}"/>
    <dgm:cxn modelId="{12296A21-A153-459D-95BB-6C3F0DA7F85F}" type="presOf" srcId="{142E7667-7801-477A-80B1-678DFCEE8B9B}" destId="{37C61A56-838D-4F77-8A75-D3DBB7CEC745}" srcOrd="1" destOrd="0" presId="urn:microsoft.com/office/officeart/2005/8/layout/orgChart1"/>
    <dgm:cxn modelId="{0BD2DC25-3498-46D1-ABD2-620CC15528BC}" type="presOf" srcId="{F27108DA-E888-48DE-8C97-7FDC95CC2EF6}" destId="{641269D5-E196-437E-9C45-0622E80431A5}" srcOrd="0" destOrd="0" presId="urn:microsoft.com/office/officeart/2005/8/layout/orgChart1"/>
    <dgm:cxn modelId="{1DB74C26-04B0-46CF-914A-E108FAEBA0D6}" srcId="{F27108DA-E888-48DE-8C97-7FDC95CC2EF6}" destId="{910FF4E3-4B73-471E-A733-428EDE879319}" srcOrd="0" destOrd="0" parTransId="{F9806694-F79F-4F0F-B80B-D8AEC14A4AE4}" sibTransId="{1559325B-7160-4295-9AC9-2388904B54D3}"/>
    <dgm:cxn modelId="{AE97842C-983F-440E-A402-F9426F21BAB2}" type="presOf" srcId="{910FF4E3-4B73-471E-A733-428EDE879319}" destId="{24B38226-9609-4505-88AF-D239F466B57B}" srcOrd="0" destOrd="0" presId="urn:microsoft.com/office/officeart/2005/8/layout/orgChart1"/>
    <dgm:cxn modelId="{2CB49D2C-AB6E-437D-A155-E6EE18C65946}" type="presOf" srcId="{FB132DEB-3EBB-4B7B-9E10-1EA28E437B0C}" destId="{02B4A462-0B83-4FE5-8E12-A92CD80329BC}" srcOrd="0" destOrd="0" presId="urn:microsoft.com/office/officeart/2005/8/layout/orgChart1"/>
    <dgm:cxn modelId="{05F2FD31-F5F2-4D1C-9F43-65FDDD1E2AF9}" type="presOf" srcId="{595FCBCB-6F4C-41E0-9D57-CC8BC973C07C}" destId="{A723D66C-1CE0-45D5-A787-C0033B783503}" srcOrd="0" destOrd="0" presId="urn:microsoft.com/office/officeart/2005/8/layout/orgChart1"/>
    <dgm:cxn modelId="{79A03B32-EB46-4DA5-85F8-79E58AC5BBB5}" type="presOf" srcId="{95F92B39-5BD1-41DA-921B-40270E333897}" destId="{CF671165-3747-486A-B3F3-CCE5D9F36DE4}" srcOrd="1" destOrd="0" presId="urn:microsoft.com/office/officeart/2005/8/layout/orgChart1"/>
    <dgm:cxn modelId="{074DDD34-1168-41AA-A2E0-9FDF7BA54FA4}" type="presOf" srcId="{ACDCB4B0-FE3A-4189-B855-4AF36F6C0D74}" destId="{39319FD2-E0DE-4D73-ACB7-A5F2B122F2ED}" srcOrd="0" destOrd="0" presId="urn:microsoft.com/office/officeart/2005/8/layout/orgChart1"/>
    <dgm:cxn modelId="{3FAF9F35-137C-49ED-AEA8-264CCD493E8A}" type="presOf" srcId="{D692D1F3-8B04-4096-AA22-E14E93E2AD30}" destId="{EE683B0C-F739-4B89-B671-75589FC89F9A}" srcOrd="0" destOrd="0" presId="urn:microsoft.com/office/officeart/2005/8/layout/orgChart1"/>
    <dgm:cxn modelId="{4A032C36-191C-4ABB-B01F-FF9A6C29A86B}" type="presOf" srcId="{595FCBCB-6F4C-41E0-9D57-CC8BC973C07C}" destId="{73D887B6-471B-4A4C-98C7-4D43FD83BB5E}" srcOrd="1" destOrd="0" presId="urn:microsoft.com/office/officeart/2005/8/layout/orgChart1"/>
    <dgm:cxn modelId="{6C32FE3A-05C2-4F21-B7F0-100E813ABCBD}" type="presOf" srcId="{55BF91F1-8371-43F3-B796-D886F4AEA607}" destId="{41D70458-DECC-442E-AAAF-3D6EC3222B4B}" srcOrd="0" destOrd="0" presId="urn:microsoft.com/office/officeart/2005/8/layout/orgChart1"/>
    <dgm:cxn modelId="{3678BB3C-ABCE-4036-8BF9-7D306D14FF35}" srcId="{984E7E1A-DD08-4E2E-A546-5DAB66C40362}" destId="{F27108DA-E888-48DE-8C97-7FDC95CC2EF6}" srcOrd="5" destOrd="0" parTransId="{39401BF9-8334-48FD-97B1-B5FF75DD8ED7}" sibTransId="{66761398-FF62-4B70-AD78-EE255350EFAC}"/>
    <dgm:cxn modelId="{8AF7D83C-2A35-4B4E-9A89-87807C35D1FB}" srcId="{C6E69E37-3961-44EE-94E9-D23872BEE4C9}" destId="{DEA8DC5E-722E-4FFF-BA91-EA999F6AAE91}" srcOrd="0" destOrd="0" parTransId="{CA5091F9-074B-4255-B185-C09D0BE2BF7B}" sibTransId="{64D4773E-534A-4E7B-A0A1-8D87DE867EA7}"/>
    <dgm:cxn modelId="{F43A8E44-9B47-4D7E-8329-80EC5ABF9395}" type="presOf" srcId="{DEA8DC5E-722E-4FFF-BA91-EA999F6AAE91}" destId="{7BE221F1-D798-4C16-8799-B83E93823230}" srcOrd="1" destOrd="0" presId="urn:microsoft.com/office/officeart/2005/8/layout/orgChart1"/>
    <dgm:cxn modelId="{40DA5146-9F60-4701-8D82-136D8894E042}" type="presOf" srcId="{22D68CCB-4BEE-4732-BA18-145918E71689}" destId="{0FC927ED-857B-4313-A368-FA9A78CDCA53}" srcOrd="1" destOrd="0" presId="urn:microsoft.com/office/officeart/2005/8/layout/orgChart1"/>
    <dgm:cxn modelId="{708F0249-606D-44ED-AFD7-9BF8CB22D766}" type="presOf" srcId="{6169ABB3-9EA3-4A97-9BDB-7BF1A5E8319C}" destId="{05D049D6-AF6E-4C2B-8276-2B64317A47F8}" srcOrd="0" destOrd="0" presId="urn:microsoft.com/office/officeart/2005/8/layout/orgChart1"/>
    <dgm:cxn modelId="{8F9BFC49-62BA-4DBB-A4FA-FDF3587EA851}" srcId="{6169ABB3-9EA3-4A97-9BDB-7BF1A5E8319C}" destId="{64108CB1-DB75-4E6C-B114-0F078EBFAA65}" srcOrd="0" destOrd="0" parTransId="{4672E1E4-8BCB-4F8A-9715-DD03D099E9B8}" sibTransId="{926064D3-9C23-498F-82E9-95C446588308}"/>
    <dgm:cxn modelId="{F277454C-874E-4BA0-9E1C-F7AFFB70AB46}" type="presOf" srcId="{64108CB1-DB75-4E6C-B114-0F078EBFAA65}" destId="{5DF77C1A-A626-446D-ADBC-0383B75A543F}" srcOrd="0" destOrd="0" presId="urn:microsoft.com/office/officeart/2005/8/layout/orgChart1"/>
    <dgm:cxn modelId="{7C3DE64C-953A-4B36-89BF-C3A300F94624}" srcId="{984E7E1A-DD08-4E2E-A546-5DAB66C40362}" destId="{FB132DEB-3EBB-4B7B-9E10-1EA28E437B0C}" srcOrd="3" destOrd="0" parTransId="{84BE1630-6BEF-48BE-BEB4-441EA60AE7C5}" sibTransId="{3DA0803E-74EB-47A7-880B-91D87ACD481A}"/>
    <dgm:cxn modelId="{D656EB4C-F00D-40AF-B5F5-F0E5964EF461}" type="presOf" srcId="{8D053341-47DE-4A56-8DB5-F4344314674C}" destId="{2631D634-B2DC-4C40-900E-B3234D296D95}" srcOrd="0" destOrd="0" presId="urn:microsoft.com/office/officeart/2005/8/layout/orgChart1"/>
    <dgm:cxn modelId="{299A2E4E-1BFE-4BD3-B090-E8EAC9A082B4}" type="presOf" srcId="{818A50AE-2897-4A8A-A2D4-C798E3839759}" destId="{B6E5B741-A132-4E0A-AB92-D525551560A0}" srcOrd="0" destOrd="0" presId="urn:microsoft.com/office/officeart/2005/8/layout/orgChart1"/>
    <dgm:cxn modelId="{6193E151-7B4B-421D-8E3E-D3E6FEF0B0BC}" srcId="{64108CB1-DB75-4E6C-B114-0F078EBFAA65}" destId="{210E38F1-6443-4897-BC67-3DC469B10B3A}" srcOrd="0" destOrd="0" parTransId="{658605B8-67B6-4965-9219-87AD07A2BD57}" sibTransId="{0132DBF9-A877-41CA-AAEC-9BACB1A6367E}"/>
    <dgm:cxn modelId="{B520D657-89AC-4A83-88D6-D9C8745F32BA}" type="presOf" srcId="{7B8C88F9-23A6-428A-9D84-EE8685A0B867}" destId="{14600E90-D988-401A-ACF3-289743898FE2}" srcOrd="1" destOrd="0" presId="urn:microsoft.com/office/officeart/2005/8/layout/orgChart1"/>
    <dgm:cxn modelId="{80196A59-75D4-44AE-819C-275AEF8FCCEB}" type="presOf" srcId="{2B9145D1-EB7E-4900-B323-62729B920F30}" destId="{D5E70C68-534D-4A37-84EE-5EB47A92FC53}" srcOrd="1" destOrd="0" presId="urn:microsoft.com/office/officeart/2005/8/layout/orgChart1"/>
    <dgm:cxn modelId="{2C44BE5A-DA2F-40A9-A4D5-E1CC46BCA983}" type="presOf" srcId="{51635E7D-94AB-42DB-A23F-6B9E2711ADB8}" destId="{43C503B7-7F2C-4301-BAE0-F5A5EC7D89DC}" srcOrd="0" destOrd="0" presId="urn:microsoft.com/office/officeart/2005/8/layout/orgChart1"/>
    <dgm:cxn modelId="{209B5E68-B4EB-4C22-A72F-79DEC2BC90AF}" type="presOf" srcId="{0B8E2C65-A4D7-4B41-A006-CAAA09EDACC5}" destId="{7C260BE5-DA50-4DC7-A354-7B16FCB704BB}" srcOrd="0" destOrd="0" presId="urn:microsoft.com/office/officeart/2005/8/layout/orgChart1"/>
    <dgm:cxn modelId="{B13B706B-2F53-4C1C-91F4-8FE7FD71A8D6}" type="presOf" srcId="{910FF4E3-4B73-471E-A733-428EDE879319}" destId="{46F4FD74-704A-4016-8D98-7FB4F6EADBCC}" srcOrd="1" destOrd="0" presId="urn:microsoft.com/office/officeart/2005/8/layout/orgChart1"/>
    <dgm:cxn modelId="{2E011B6F-317D-4162-B804-71E713D0055F}" type="presOf" srcId="{4672E1E4-8BCB-4F8A-9715-DD03D099E9B8}" destId="{BBB97725-B25E-4355-8662-39B1CA6E3AF8}" srcOrd="0" destOrd="0" presId="urn:microsoft.com/office/officeart/2005/8/layout/orgChart1"/>
    <dgm:cxn modelId="{7A8A2F70-ECB1-4FF7-A971-E13A92932D1B}" type="presOf" srcId="{F27108DA-E888-48DE-8C97-7FDC95CC2EF6}" destId="{1B837E92-2B36-43A4-96EA-0C495772B0D6}" srcOrd="1" destOrd="0" presId="urn:microsoft.com/office/officeart/2005/8/layout/orgChart1"/>
    <dgm:cxn modelId="{E9FD1272-E01D-4880-BFDE-9A1AAA5292D5}" srcId="{910FF4E3-4B73-471E-A733-428EDE879319}" destId="{2B9145D1-EB7E-4900-B323-62729B920F30}" srcOrd="0" destOrd="0" parTransId="{5A1392F2-9813-4C0C-9524-55F25A946D72}" sibTransId="{FE9D72FD-6015-4C6F-8761-506C30B7F8B6}"/>
    <dgm:cxn modelId="{A96CD672-826A-4972-9CF3-876722608BF8}" type="presOf" srcId="{95F92B39-5BD1-41DA-921B-40270E333897}" destId="{C185A8C1-627C-4588-9CA7-DED5893DDA60}" srcOrd="0" destOrd="0" presId="urn:microsoft.com/office/officeart/2005/8/layout/orgChart1"/>
    <dgm:cxn modelId="{7B338675-6A35-493F-9E24-159F48C3B4EA}" type="presOf" srcId="{DEA8DC5E-722E-4FFF-BA91-EA999F6AAE91}" destId="{12EA0026-7264-4099-8D42-2AB7A739F3DE}" srcOrd="0" destOrd="0" presId="urn:microsoft.com/office/officeart/2005/8/layout/orgChart1"/>
    <dgm:cxn modelId="{797D3C82-B6C9-4620-A5E0-6CCAD0C3EEAC}" type="presOf" srcId="{7B0BD396-2B46-40BD-AC76-2EF21EDDDC81}" destId="{3AA3C7FD-558D-4D06-9B04-B2049EF23E1C}" srcOrd="0" destOrd="0" presId="urn:microsoft.com/office/officeart/2005/8/layout/orgChart1"/>
    <dgm:cxn modelId="{06E58D82-E0E1-420D-B104-BA19D6A4BFBC}" type="presOf" srcId="{845F5D8C-040E-4743-ACA2-252EB4E11E64}" destId="{7E060085-DFB1-4A38-A3B5-C538C9CADD58}" srcOrd="0" destOrd="0" presId="urn:microsoft.com/office/officeart/2005/8/layout/orgChart1"/>
    <dgm:cxn modelId="{43631583-F60A-4551-A972-2B31597B688A}" type="presOf" srcId="{658605B8-67B6-4965-9219-87AD07A2BD57}" destId="{394B37E9-BF88-4D82-BFAC-BE919FCF7D54}" srcOrd="0" destOrd="0" presId="urn:microsoft.com/office/officeart/2005/8/layout/orgChart1"/>
    <dgm:cxn modelId="{E4067F83-0D33-4139-A07B-0BF3F8BDB524}" type="presOf" srcId="{984E7E1A-DD08-4E2E-A546-5DAB66C40362}" destId="{21CE36B7-6B12-4BD7-A7A6-DFBF7BE49596}" srcOrd="1" destOrd="0" presId="urn:microsoft.com/office/officeart/2005/8/layout/orgChart1"/>
    <dgm:cxn modelId="{A2E55884-BDD8-42A1-BDB6-69F914875431}" type="presOf" srcId="{2B9145D1-EB7E-4900-B323-62729B920F30}" destId="{EC48D633-B133-477C-B2C2-1F0ECFD4E09C}" srcOrd="0" destOrd="0" presId="urn:microsoft.com/office/officeart/2005/8/layout/orgChart1"/>
    <dgm:cxn modelId="{F5F69B84-1A1F-4A30-A6B2-C8F4254A9710}" type="presOf" srcId="{CA5091F9-074B-4255-B185-C09D0BE2BF7B}" destId="{58DCB851-B151-483B-B094-56F0F87A36F2}" srcOrd="0" destOrd="0" presId="urn:microsoft.com/office/officeart/2005/8/layout/orgChart1"/>
    <dgm:cxn modelId="{C8BAFE85-8D0A-49BA-9539-54BE7A173DAA}" type="presOf" srcId="{7B8C88F9-23A6-428A-9D84-EE8685A0B867}" destId="{CF3F60E5-B38A-405B-AFC6-5A280D42FA7A}" srcOrd="0" destOrd="0" presId="urn:microsoft.com/office/officeart/2005/8/layout/orgChart1"/>
    <dgm:cxn modelId="{CE25B188-AF7E-45A6-B483-2C1585C607A0}" srcId="{95F92B39-5BD1-41DA-921B-40270E333897}" destId="{595FCBCB-6F4C-41E0-9D57-CC8BC973C07C}" srcOrd="0" destOrd="0" parTransId="{51635E7D-94AB-42DB-A23F-6B9E2711ADB8}" sibTransId="{0B43550C-8A90-4189-9B67-1225304E0089}"/>
    <dgm:cxn modelId="{AD686A8F-FCE6-4EDD-BFA2-9DAA98001D48}" type="presOf" srcId="{210E38F1-6443-4897-BC67-3DC469B10B3A}" destId="{B6F41514-A1A6-413B-9793-A8471F27150A}" srcOrd="1" destOrd="0" presId="urn:microsoft.com/office/officeart/2005/8/layout/orgChart1"/>
    <dgm:cxn modelId="{30A55F96-8DA0-4EC1-A524-A47232E0498E}" srcId="{638D4A18-E8B7-45E5-8EAA-4C0D29849159}" destId="{D692D1F3-8B04-4096-AA22-E14E93E2AD30}" srcOrd="0" destOrd="0" parTransId="{D4015DCB-90CE-418D-BA17-E20EB5979634}" sibTransId="{9DF5544D-7133-4BEC-80D5-5F4AB2FCACF0}"/>
    <dgm:cxn modelId="{1A358F98-1340-4BF0-A227-6269E1BC5FDB}" srcId="{984E7E1A-DD08-4E2E-A546-5DAB66C40362}" destId="{8FAE6191-0821-4960-BC96-F58E46C703A9}" srcOrd="1" destOrd="0" parTransId="{4CC81563-AFF2-44A9-B9B0-EF1C87661122}" sibTransId="{D7A373A9-FF3D-4DB9-BAA4-871B43426D41}"/>
    <dgm:cxn modelId="{D47CA79C-8F8E-4F6C-B4A4-DC7B0D45936D}" srcId="{22D68CCB-4BEE-4732-BA18-145918E71689}" destId="{638D4A18-E8B7-45E5-8EAA-4C0D29849159}" srcOrd="0" destOrd="0" parTransId="{6331599E-52B8-4A6C-B3A0-6191E729069E}" sibTransId="{96BDABD5-5B11-468E-B806-E97AD8AE4AFA}"/>
    <dgm:cxn modelId="{A805EF9C-18A6-4DD3-91EE-C2270F431B4F}" type="presOf" srcId="{46EFE5C5-7E26-4632-AB0D-CFDE009726AC}" destId="{D9D0DBD5-BBDB-4187-AEAE-015C414319BA}" srcOrd="1" destOrd="0" presId="urn:microsoft.com/office/officeart/2005/8/layout/orgChart1"/>
    <dgm:cxn modelId="{78D97C9E-3382-4826-BB4C-7AAF7435B187}" type="presOf" srcId="{C6E69E37-3961-44EE-94E9-D23872BEE4C9}" destId="{A21063DB-9E2C-4C71-AAEE-C89CEB10BA48}" srcOrd="0" destOrd="0" presId="urn:microsoft.com/office/officeart/2005/8/layout/orgChart1"/>
    <dgm:cxn modelId="{4A22C09E-93DF-4E99-96C4-9A54A48F79A0}" type="presOf" srcId="{EFFA102A-5D82-49D3-A6E7-45C00C42107B}" destId="{8B4F0A8A-0366-49F2-9786-5FF2A90E0659}" srcOrd="1" destOrd="0" presId="urn:microsoft.com/office/officeart/2005/8/layout/orgChart1"/>
    <dgm:cxn modelId="{5C8AD39E-048A-4F0B-A4E5-8E7E28CD4E8E}" srcId="{EFFA102A-5D82-49D3-A6E7-45C00C42107B}" destId="{818A50AE-2897-4A8A-A2D4-C798E3839759}" srcOrd="0" destOrd="0" parTransId="{6E64CD67-6FB7-4233-986F-C1A61F90D25C}" sibTransId="{C0AF5DF9-2ED6-42D3-8F8C-F06FCA8338A2}"/>
    <dgm:cxn modelId="{131FA7A1-5B51-4EF6-A279-61984B340E8B}" type="presOf" srcId="{6169ABB3-9EA3-4A97-9BDB-7BF1A5E8319C}" destId="{0F6609DC-9D86-485D-8DE9-C277DE0FAD06}" srcOrd="1" destOrd="0" presId="urn:microsoft.com/office/officeart/2005/8/layout/orgChart1"/>
    <dgm:cxn modelId="{1308FBA2-6E3C-4635-819A-9A72099919D7}" type="presOf" srcId="{EFFA102A-5D82-49D3-A6E7-45C00C42107B}" destId="{939F50DA-BB07-4F8D-A32D-93EDCCDAE6E4}" srcOrd="0" destOrd="0" presId="urn:microsoft.com/office/officeart/2005/8/layout/orgChart1"/>
    <dgm:cxn modelId="{84F5BBA4-CE70-4693-A2F8-B5B9ADF6E081}" type="presOf" srcId="{5A1392F2-9813-4C0C-9524-55F25A946D72}" destId="{D22DCE1E-C830-45A1-B1CA-034C854BE901}" srcOrd="0" destOrd="0" presId="urn:microsoft.com/office/officeart/2005/8/layout/orgChart1"/>
    <dgm:cxn modelId="{3E7F6CA5-B49D-4BE8-AF6C-E7A2E2C7C88E}" type="presOf" srcId="{65164E71-4DD3-40F1-A30B-EC613D040542}" destId="{98288EE4-02B7-4F77-AB81-76226C2239FE}" srcOrd="0" destOrd="0" presId="urn:microsoft.com/office/officeart/2005/8/layout/orgChart1"/>
    <dgm:cxn modelId="{1A8C02B1-4630-4AB1-A067-81E21E8B1FA7}" type="presOf" srcId="{65164E71-4DD3-40F1-A30B-EC613D040542}" destId="{BFC45508-387E-4229-85B7-D60AFA03A573}" srcOrd="1" destOrd="0" presId="urn:microsoft.com/office/officeart/2005/8/layout/orgChart1"/>
    <dgm:cxn modelId="{6F1184B3-6A94-48E4-8967-5539C1D2EE6A}" type="presOf" srcId="{FB132DEB-3EBB-4B7B-9E10-1EA28E437B0C}" destId="{F8AD8BC8-C266-4861-8020-4853175B36DB}" srcOrd="1" destOrd="0" presId="urn:microsoft.com/office/officeart/2005/8/layout/orgChart1"/>
    <dgm:cxn modelId="{0F5F85B3-5EFC-458F-9E9F-F88D395E7AE7}" type="presOf" srcId="{84BE1630-6BEF-48BE-BEB4-441EA60AE7C5}" destId="{F1390364-E31D-47EF-881B-EE4EBC30F1C3}" srcOrd="0" destOrd="0" presId="urn:microsoft.com/office/officeart/2005/8/layout/orgChart1"/>
    <dgm:cxn modelId="{0A3922B4-F439-4737-BB70-04FE183F50E0}" type="presOf" srcId="{64108CB1-DB75-4E6C-B114-0F078EBFAA65}" destId="{872C3434-E1CD-4DDC-91AA-722B611CB496}" srcOrd="1" destOrd="0" presId="urn:microsoft.com/office/officeart/2005/8/layout/orgChart1"/>
    <dgm:cxn modelId="{F3BA0EB7-F660-4D5A-9F56-681AA93E30A4}" type="presOf" srcId="{90E52BB7-1EB0-47DC-82EE-28BBD13D64E9}" destId="{083C9584-A16B-467F-AFB5-0333087BDDEE}" srcOrd="1" destOrd="0" presId="urn:microsoft.com/office/officeart/2005/8/layout/orgChart1"/>
    <dgm:cxn modelId="{8392DAB7-22D4-42D4-97CD-0A30E7CA6034}" type="presOf" srcId="{664B246F-00B5-4610-86EB-ACE0B8B7FA38}" destId="{560BDC3A-6B04-40F5-BBA8-4DC85CCF58B2}" srcOrd="0" destOrd="0" presId="urn:microsoft.com/office/officeart/2005/8/layout/orgChart1"/>
    <dgm:cxn modelId="{20F31DBD-B93F-4C47-BFBF-8332C9E27485}" type="presOf" srcId="{E195E9F6-7564-48BE-A20F-8E15DF27D81A}" destId="{774F96D6-C5A3-4F09-BB10-C3052D2CF978}" srcOrd="0" destOrd="0" presId="urn:microsoft.com/office/officeart/2005/8/layout/orgChart1"/>
    <dgm:cxn modelId="{B01AB1BE-523D-458B-88E7-A42AB1AF2F8F}" type="presOf" srcId="{6331599E-52B8-4A6C-B3A0-6191E729069E}" destId="{2D73702D-D2C4-4E81-846F-513247458CC8}" srcOrd="0" destOrd="0" presId="urn:microsoft.com/office/officeart/2005/8/layout/orgChart1"/>
    <dgm:cxn modelId="{1A0C89BF-D174-4ED0-8083-1CC9998E7155}" srcId="{8D053341-47DE-4A56-8DB5-F4344314674C}" destId="{EFFA102A-5D82-49D3-A6E7-45C00C42107B}" srcOrd="0" destOrd="0" parTransId="{DFFEDB4F-CB16-440A-AC1A-1DC7D4CDB94A}" sibTransId="{B62333E8-4DCB-4AEF-9231-01F6B6767A44}"/>
    <dgm:cxn modelId="{FD7BC9C0-1E47-4805-9AFE-7E79C59DE8ED}" type="presOf" srcId="{90E52BB7-1EB0-47DC-82EE-28BBD13D64E9}" destId="{3DF2609A-D10E-4778-AF9A-10A9EDF34477}" srcOrd="0" destOrd="0" presId="urn:microsoft.com/office/officeart/2005/8/layout/orgChart1"/>
    <dgm:cxn modelId="{481376C3-72A0-4DC5-BBAD-C29D8408E514}" type="presOf" srcId="{8FAE6191-0821-4960-BC96-F58E46C703A9}" destId="{19387325-8BCB-4955-B2E7-D5743BE38256}" srcOrd="0" destOrd="0" presId="urn:microsoft.com/office/officeart/2005/8/layout/orgChart1"/>
    <dgm:cxn modelId="{A1A42AC5-B3CA-474B-A03B-83A5BC59A4EF}" srcId="{984E7E1A-DD08-4E2E-A546-5DAB66C40362}" destId="{8D053341-47DE-4A56-8DB5-F4344314674C}" srcOrd="0" destOrd="0" parTransId="{EBD4D5EB-965D-43EB-B803-B2DBA1A47692}" sibTransId="{176D6055-7813-445A-AD4E-B8512697E12E}"/>
    <dgm:cxn modelId="{8A33DAC6-D9DF-4D48-B64D-808F92F2B77E}" srcId="{818A50AE-2897-4A8A-A2D4-C798E3839759}" destId="{95F92B39-5BD1-41DA-921B-40270E333897}" srcOrd="0" destOrd="0" parTransId="{78A11304-B47B-426C-80D9-23F105284D80}" sibTransId="{19CA03D8-84BD-45E9-ACB4-36731CEB3A27}"/>
    <dgm:cxn modelId="{F2C0A8C7-05A4-4858-9F93-197AB52211FA}" type="presOf" srcId="{D4015DCB-90CE-418D-BA17-E20EB5979634}" destId="{876E6A40-4435-40C4-BD5B-214E03D351C0}" srcOrd="0" destOrd="0" presId="urn:microsoft.com/office/officeart/2005/8/layout/orgChart1"/>
    <dgm:cxn modelId="{7D5E2ACF-465B-4741-9F5F-B719F4497E67}" type="presOf" srcId="{46EFE5C5-7E26-4632-AB0D-CFDE009726AC}" destId="{86C26E72-D9A7-4FEE-A6DA-11D9B33617A4}" srcOrd="0" destOrd="0" presId="urn:microsoft.com/office/officeart/2005/8/layout/orgChart1"/>
    <dgm:cxn modelId="{6C09A7CF-ED9E-4F5C-A208-29FC73FCD37A}" srcId="{46EFE5C5-7E26-4632-AB0D-CFDE009726AC}" destId="{C6E69E37-3961-44EE-94E9-D23872BEE4C9}" srcOrd="0" destOrd="0" parTransId="{39E7187F-BF44-4434-ABA8-1C914D1E277A}" sibTransId="{DEA9B8DE-9278-41C4-8958-F47B791467F4}"/>
    <dgm:cxn modelId="{242DF2D3-F3A7-4348-A721-6000EAFAE055}" srcId="{984E7E1A-DD08-4E2E-A546-5DAB66C40362}" destId="{46EFE5C5-7E26-4632-AB0D-CFDE009726AC}" srcOrd="2" destOrd="0" parTransId="{8EBD0BB1-A983-499A-AFE0-A135C6D6EAF4}" sibTransId="{5914253C-0C02-433E-BBB4-A56090EFD1EA}"/>
    <dgm:cxn modelId="{630966D7-39D6-4CD0-B046-CD4F0CC0739F}" type="presOf" srcId="{1CCEED45-57D7-4641-81C9-5908579CE245}" destId="{14AD5822-87DB-4164-BC3B-694EE1B3D908}" srcOrd="0" destOrd="0" presId="urn:microsoft.com/office/officeart/2005/8/layout/orgChart1"/>
    <dgm:cxn modelId="{97F0A0D7-1FDA-4390-9959-1D3347FD6959}" type="presOf" srcId="{638D4A18-E8B7-45E5-8EAA-4C0D29849159}" destId="{5902C1CE-59CB-48CC-A9E8-31C87BAB86B7}" srcOrd="0" destOrd="0" presId="urn:microsoft.com/office/officeart/2005/8/layout/orgChart1"/>
    <dgm:cxn modelId="{09F1D1D7-6B30-4307-AC60-45F21D675676}" type="presOf" srcId="{F9806694-F79F-4F0F-B80B-D8AEC14A4AE4}" destId="{15F271D7-7918-41F9-9D6D-CF808F8B63C6}" srcOrd="0" destOrd="0" presId="urn:microsoft.com/office/officeart/2005/8/layout/orgChart1"/>
    <dgm:cxn modelId="{2A02E0D7-A62D-4893-B61E-30B2FC521648}" type="presOf" srcId="{602223CB-CFD7-40C2-91FA-E4E1E82D12F8}" destId="{66CDF407-F4C8-4071-A4CF-66E89707CDA2}" srcOrd="0" destOrd="0" presId="urn:microsoft.com/office/officeart/2005/8/layout/orgChart1"/>
    <dgm:cxn modelId="{049B0EDC-AFB1-4418-8421-D6CB7AD86247}" type="presOf" srcId="{C6E69E37-3961-44EE-94E9-D23872BEE4C9}" destId="{EE21D3B3-2DE8-4349-B610-02935C6D493E}" srcOrd="1" destOrd="0" presId="urn:microsoft.com/office/officeart/2005/8/layout/orgChart1"/>
    <dgm:cxn modelId="{3135D5DC-BB60-4A57-A45A-569A40D59AD2}" type="presOf" srcId="{6343E979-4FE4-4A70-B59E-3E22D3659816}" destId="{AB37D1B5-19B1-451D-B47C-A17C513103E1}" srcOrd="0" destOrd="0" presId="urn:microsoft.com/office/officeart/2005/8/layout/orgChart1"/>
    <dgm:cxn modelId="{B822AFDD-53D7-4668-990A-0FC76370D21F}" srcId="{210E38F1-6443-4897-BC67-3DC469B10B3A}" destId="{E195E9F6-7564-48BE-A20F-8E15DF27D81A}" srcOrd="0" destOrd="0" parTransId="{D0F8BDB2-13EF-4738-B074-310F7068418D}" sibTransId="{4A84E83F-0A4E-451D-B074-37C705FAC49A}"/>
    <dgm:cxn modelId="{CA998EDF-D1EC-4F21-BC02-F8E5D809124E}" srcId="{90E52BB7-1EB0-47DC-82EE-28BBD13D64E9}" destId="{65164E71-4DD3-40F1-A30B-EC613D040542}" srcOrd="0" destOrd="0" parTransId="{602223CB-CFD7-40C2-91FA-E4E1E82D12F8}" sibTransId="{21CD02D9-E652-489A-8BF4-F425E3CF6D26}"/>
    <dgm:cxn modelId="{8237BEE0-D1B1-440F-9385-3C24B42C9D37}" srcId="{D692D1F3-8B04-4096-AA22-E14E93E2AD30}" destId="{1CCEED45-57D7-4641-81C9-5908579CE245}" srcOrd="0" destOrd="0" parTransId="{0B8E2C65-A4D7-4B41-A006-CAAA09EDACC5}" sibTransId="{3565B9CB-B1EE-400D-B2B9-2B551D737D10}"/>
    <dgm:cxn modelId="{44BC1EE3-FF57-452E-9F1C-1297E9ECAE80}" srcId="{984E7E1A-DD08-4E2E-A546-5DAB66C40362}" destId="{6169ABB3-9EA3-4A97-9BDB-7BF1A5E8319C}" srcOrd="4" destOrd="0" parTransId="{28EC855E-094C-4BED-9FB2-2C030C8FFA45}" sibTransId="{5DD54D20-2A68-4F1C-81FF-4637F3180AB6}"/>
    <dgm:cxn modelId="{BF0EF5E5-9145-41E0-A9DF-5BB3978CDDB0}" type="presOf" srcId="{818A50AE-2897-4A8A-A2D4-C798E3839759}" destId="{78A11A4E-008B-4CB3-A29A-4DA55438B186}" srcOrd="1" destOrd="0" presId="urn:microsoft.com/office/officeart/2005/8/layout/orgChart1"/>
    <dgm:cxn modelId="{4BF501E8-0803-4DE2-9175-F044ED2C15CE}" type="presOf" srcId="{7A8423F9-E18F-49C7-AF47-88948CD8E18D}" destId="{34945FCF-0464-4A57-B0A5-CAFA54D9B9AC}" srcOrd="0" destOrd="0" presId="urn:microsoft.com/office/officeart/2005/8/layout/orgChart1"/>
    <dgm:cxn modelId="{F2CB17E9-A8BF-4B03-864B-65D6FCA5EB38}" type="presOf" srcId="{8FAE6191-0821-4960-BC96-F58E46C703A9}" destId="{DE5022EA-7452-4F88-9336-EB0B9B4FA93B}" srcOrd="1" destOrd="0" presId="urn:microsoft.com/office/officeart/2005/8/layout/orgChart1"/>
    <dgm:cxn modelId="{A2461FEF-54C8-4ECB-89C6-37DE330978A7}" type="presOf" srcId="{28EC855E-094C-4BED-9FB2-2C030C8FFA45}" destId="{38A34969-A22B-4D54-9E80-0B651D4D0365}" srcOrd="0" destOrd="0" presId="urn:microsoft.com/office/officeart/2005/8/layout/orgChart1"/>
    <dgm:cxn modelId="{8BBAB2EF-486F-4C2D-8E6B-30F22B08CEDE}" srcId="{6343E979-4FE4-4A70-B59E-3E22D3659816}" destId="{90E52BB7-1EB0-47DC-82EE-28BBD13D64E9}" srcOrd="0" destOrd="0" parTransId="{7B0BD396-2B46-40BD-AC76-2EF21EDDDC81}" sibTransId="{6C2204E5-3FD4-4E2D-A0D8-AA639C5B78BB}"/>
    <dgm:cxn modelId="{5056E1F0-C87D-4ECE-9FA8-9798630E3C5A}" type="presOf" srcId="{22D68CCB-4BEE-4732-BA18-145918E71689}" destId="{6C7A0949-19C9-41F4-BA9E-23B3273DCEEF}" srcOrd="0" destOrd="0" presId="urn:microsoft.com/office/officeart/2005/8/layout/orgChart1"/>
    <dgm:cxn modelId="{875376F6-FD47-4936-A5A0-45E0F4E663B6}" type="presOf" srcId="{6343E979-4FE4-4A70-B59E-3E22D3659816}" destId="{F4D5F62F-CD0A-4F71-ADEE-D4348E95A021}" srcOrd="1" destOrd="0" presId="urn:microsoft.com/office/officeart/2005/8/layout/orgChart1"/>
    <dgm:cxn modelId="{E66A6DFA-838B-4265-BAE3-732A6B928409}" srcId="{142E7667-7801-477A-80B1-678DFCEE8B9B}" destId="{6343E979-4FE4-4A70-B59E-3E22D3659816}" srcOrd="0" destOrd="0" parTransId="{7A8423F9-E18F-49C7-AF47-88948CD8E18D}" sibTransId="{A2AAA9C3-C9BC-414E-AD60-200EF2F1EFA3}"/>
    <dgm:cxn modelId="{AC1A5BFB-6B7B-46DE-931A-F8363CF29CC7}" type="presOf" srcId="{6E64CD67-6FB7-4233-986F-C1A61F90D25C}" destId="{63877B63-D4E5-4DD9-A6D3-3BB0167234A5}" srcOrd="0" destOrd="0" presId="urn:microsoft.com/office/officeart/2005/8/layout/orgChart1"/>
    <dgm:cxn modelId="{C8BF82F7-0178-4A82-83A5-F7AF5E25420E}" type="presParOf" srcId="{560BDC3A-6B04-40F5-BBA8-4DC85CCF58B2}" destId="{4067931A-5DAA-40C6-97E5-926A8FF94D7E}" srcOrd="0" destOrd="0" presId="urn:microsoft.com/office/officeart/2005/8/layout/orgChart1"/>
    <dgm:cxn modelId="{9D31ED75-BC99-4637-9C2E-BE0FECA5E7C2}" type="presParOf" srcId="{4067931A-5DAA-40C6-97E5-926A8FF94D7E}" destId="{E7F7497A-2D50-462D-BB95-D67F4D106DE5}" srcOrd="0" destOrd="0" presId="urn:microsoft.com/office/officeart/2005/8/layout/orgChart1"/>
    <dgm:cxn modelId="{03AF6638-421C-4E61-BFC0-6334D1297485}" type="presParOf" srcId="{E7F7497A-2D50-462D-BB95-D67F4D106DE5}" destId="{65143288-DAB9-4BF8-8C7A-713825C632BE}" srcOrd="0" destOrd="0" presId="urn:microsoft.com/office/officeart/2005/8/layout/orgChart1"/>
    <dgm:cxn modelId="{75B9D21E-7AD5-49CA-97AE-56DDAF3534E2}" type="presParOf" srcId="{E7F7497A-2D50-462D-BB95-D67F4D106DE5}" destId="{21CE36B7-6B12-4BD7-A7A6-DFBF7BE49596}" srcOrd="1" destOrd="0" presId="urn:microsoft.com/office/officeart/2005/8/layout/orgChart1"/>
    <dgm:cxn modelId="{6B59EAFA-4C35-42F4-8E62-411AA0181A59}" type="presParOf" srcId="{4067931A-5DAA-40C6-97E5-926A8FF94D7E}" destId="{1488E726-B663-4A7C-80EB-1E243141F325}" srcOrd="1" destOrd="0" presId="urn:microsoft.com/office/officeart/2005/8/layout/orgChart1"/>
    <dgm:cxn modelId="{924BB50F-009A-423A-A157-46A2C2555FE6}" type="presParOf" srcId="{1488E726-B663-4A7C-80EB-1E243141F325}" destId="{6CBACF56-B59A-46A0-9028-103CE5D3DCC4}" srcOrd="0" destOrd="0" presId="urn:microsoft.com/office/officeart/2005/8/layout/orgChart1"/>
    <dgm:cxn modelId="{36D570EB-01CA-4E92-9A08-098E1B71F33C}" type="presParOf" srcId="{1488E726-B663-4A7C-80EB-1E243141F325}" destId="{5C23A69E-2178-44F6-A921-D0D121ADA252}" srcOrd="1" destOrd="0" presId="urn:microsoft.com/office/officeart/2005/8/layout/orgChart1"/>
    <dgm:cxn modelId="{BCFCB72A-A474-4DFB-924B-11A7B0765BE9}" type="presParOf" srcId="{5C23A69E-2178-44F6-A921-D0D121ADA252}" destId="{E98ADDDA-11B7-49A3-A289-6961D4D3A7BF}" srcOrd="0" destOrd="0" presId="urn:microsoft.com/office/officeart/2005/8/layout/orgChart1"/>
    <dgm:cxn modelId="{5D1F371E-75B7-42B5-B539-361F5572ED72}" type="presParOf" srcId="{E98ADDDA-11B7-49A3-A289-6961D4D3A7BF}" destId="{2631D634-B2DC-4C40-900E-B3234D296D95}" srcOrd="0" destOrd="0" presId="urn:microsoft.com/office/officeart/2005/8/layout/orgChart1"/>
    <dgm:cxn modelId="{B5E19A1D-8142-4342-8146-AF0151138920}" type="presParOf" srcId="{E98ADDDA-11B7-49A3-A289-6961D4D3A7BF}" destId="{2FBC537F-35DB-48FE-A27B-53FCE56FAFBA}" srcOrd="1" destOrd="0" presId="urn:microsoft.com/office/officeart/2005/8/layout/orgChart1"/>
    <dgm:cxn modelId="{7A400BB4-DD55-4F7C-9A28-3B24A2198E1B}" type="presParOf" srcId="{5C23A69E-2178-44F6-A921-D0D121ADA252}" destId="{305D9593-B48F-4123-91B1-C4B4E6F2E5BE}" srcOrd="1" destOrd="0" presId="urn:microsoft.com/office/officeart/2005/8/layout/orgChart1"/>
    <dgm:cxn modelId="{FDD857B5-5CBF-4E6F-8173-8F3EBA748947}" type="presParOf" srcId="{305D9593-B48F-4123-91B1-C4B4E6F2E5BE}" destId="{349A1194-5194-4D8E-9983-9E8906BDDBB4}" srcOrd="0" destOrd="0" presId="urn:microsoft.com/office/officeart/2005/8/layout/orgChart1"/>
    <dgm:cxn modelId="{C8E3BE83-5E75-4EAE-B908-1679C8FF8085}" type="presParOf" srcId="{305D9593-B48F-4123-91B1-C4B4E6F2E5BE}" destId="{B1B22F9A-4AA1-4630-A6F9-929EE78803A9}" srcOrd="1" destOrd="0" presId="urn:microsoft.com/office/officeart/2005/8/layout/orgChart1"/>
    <dgm:cxn modelId="{C9416551-801D-47DD-86EF-F17B066BE189}" type="presParOf" srcId="{B1B22F9A-4AA1-4630-A6F9-929EE78803A9}" destId="{A87FCE5F-0C7A-40D3-ADC3-0040CFB835B4}" srcOrd="0" destOrd="0" presId="urn:microsoft.com/office/officeart/2005/8/layout/orgChart1"/>
    <dgm:cxn modelId="{BD809977-AEC3-4B08-B3C3-A849FC04FDF3}" type="presParOf" srcId="{A87FCE5F-0C7A-40D3-ADC3-0040CFB835B4}" destId="{939F50DA-BB07-4F8D-A32D-93EDCCDAE6E4}" srcOrd="0" destOrd="0" presId="urn:microsoft.com/office/officeart/2005/8/layout/orgChart1"/>
    <dgm:cxn modelId="{986A2025-FA8C-46B0-BEA5-898F677276E0}" type="presParOf" srcId="{A87FCE5F-0C7A-40D3-ADC3-0040CFB835B4}" destId="{8B4F0A8A-0366-49F2-9786-5FF2A90E0659}" srcOrd="1" destOrd="0" presId="urn:microsoft.com/office/officeart/2005/8/layout/orgChart1"/>
    <dgm:cxn modelId="{2EBB2CAD-B0D6-4D9A-A974-E9087ED67B08}" type="presParOf" srcId="{B1B22F9A-4AA1-4630-A6F9-929EE78803A9}" destId="{24E598CD-4645-47B9-A856-0D2BFCD5EDEF}" srcOrd="1" destOrd="0" presId="urn:microsoft.com/office/officeart/2005/8/layout/orgChart1"/>
    <dgm:cxn modelId="{86884AB3-C5AA-4FF7-9F64-B31B2CBFF455}" type="presParOf" srcId="{24E598CD-4645-47B9-A856-0D2BFCD5EDEF}" destId="{63877B63-D4E5-4DD9-A6D3-3BB0167234A5}" srcOrd="0" destOrd="0" presId="urn:microsoft.com/office/officeart/2005/8/layout/orgChart1"/>
    <dgm:cxn modelId="{9CDD64EF-C824-4CFB-ABC9-FF69B025B0AA}" type="presParOf" srcId="{24E598CD-4645-47B9-A856-0D2BFCD5EDEF}" destId="{7E14DD45-B2F6-4159-A744-16E50A0ECA77}" srcOrd="1" destOrd="0" presId="urn:microsoft.com/office/officeart/2005/8/layout/orgChart1"/>
    <dgm:cxn modelId="{F51E4607-6F53-4E33-B2CB-14E287A2297D}" type="presParOf" srcId="{7E14DD45-B2F6-4159-A744-16E50A0ECA77}" destId="{BBFBB8E3-BE3A-4DDB-B389-98E7C65EC2EE}" srcOrd="0" destOrd="0" presId="urn:microsoft.com/office/officeart/2005/8/layout/orgChart1"/>
    <dgm:cxn modelId="{686A8E88-F6C2-4610-998E-71ED584694CC}" type="presParOf" srcId="{BBFBB8E3-BE3A-4DDB-B389-98E7C65EC2EE}" destId="{B6E5B741-A132-4E0A-AB92-D525551560A0}" srcOrd="0" destOrd="0" presId="urn:microsoft.com/office/officeart/2005/8/layout/orgChart1"/>
    <dgm:cxn modelId="{E424E0B4-8A07-4483-9FC8-D15E0E24446D}" type="presParOf" srcId="{BBFBB8E3-BE3A-4DDB-B389-98E7C65EC2EE}" destId="{78A11A4E-008B-4CB3-A29A-4DA55438B186}" srcOrd="1" destOrd="0" presId="urn:microsoft.com/office/officeart/2005/8/layout/orgChart1"/>
    <dgm:cxn modelId="{13E93DDC-0D09-4903-A927-685F7665069F}" type="presParOf" srcId="{7E14DD45-B2F6-4159-A744-16E50A0ECA77}" destId="{0C01CF04-C95B-4E36-AC06-65358584658D}" srcOrd="1" destOrd="0" presId="urn:microsoft.com/office/officeart/2005/8/layout/orgChart1"/>
    <dgm:cxn modelId="{5C526ABE-6F6A-476F-BA77-D7B714EA2DAE}" type="presParOf" srcId="{0C01CF04-C95B-4E36-AC06-65358584658D}" destId="{2711CD63-BF5C-46AD-B8BD-CB92CD102593}" srcOrd="0" destOrd="0" presId="urn:microsoft.com/office/officeart/2005/8/layout/orgChart1"/>
    <dgm:cxn modelId="{478A1BDE-AFCE-4C33-AFA9-36913E31FD54}" type="presParOf" srcId="{0C01CF04-C95B-4E36-AC06-65358584658D}" destId="{4D0366CF-2E58-42B4-B97B-82D89B44F7C2}" srcOrd="1" destOrd="0" presId="urn:microsoft.com/office/officeart/2005/8/layout/orgChart1"/>
    <dgm:cxn modelId="{C6D5CAEB-3CA3-4D01-BAB5-E0C83B3739B0}" type="presParOf" srcId="{4D0366CF-2E58-42B4-B97B-82D89B44F7C2}" destId="{8FF94193-E2E6-4080-9C40-4B0BBDAAC1EB}" srcOrd="0" destOrd="0" presId="urn:microsoft.com/office/officeart/2005/8/layout/orgChart1"/>
    <dgm:cxn modelId="{69305951-9711-4D0D-B3E5-54535B225931}" type="presParOf" srcId="{8FF94193-E2E6-4080-9C40-4B0BBDAAC1EB}" destId="{C185A8C1-627C-4588-9CA7-DED5893DDA60}" srcOrd="0" destOrd="0" presId="urn:microsoft.com/office/officeart/2005/8/layout/orgChart1"/>
    <dgm:cxn modelId="{9BA6D984-7002-4168-8162-798FFB624A26}" type="presParOf" srcId="{8FF94193-E2E6-4080-9C40-4B0BBDAAC1EB}" destId="{CF671165-3747-486A-B3F3-CCE5D9F36DE4}" srcOrd="1" destOrd="0" presId="urn:microsoft.com/office/officeart/2005/8/layout/orgChart1"/>
    <dgm:cxn modelId="{2211F074-AC6D-4660-AC2C-F6A2816CD1EC}" type="presParOf" srcId="{4D0366CF-2E58-42B4-B97B-82D89B44F7C2}" destId="{9E2B29CA-745B-47F5-9434-9E97B4F6DA6E}" srcOrd="1" destOrd="0" presId="urn:microsoft.com/office/officeart/2005/8/layout/orgChart1"/>
    <dgm:cxn modelId="{54E4F55A-7FC4-4B30-AE20-C67925B2CDF7}" type="presParOf" srcId="{9E2B29CA-745B-47F5-9434-9E97B4F6DA6E}" destId="{43C503B7-7F2C-4301-BAE0-F5A5EC7D89DC}" srcOrd="0" destOrd="0" presId="urn:microsoft.com/office/officeart/2005/8/layout/orgChart1"/>
    <dgm:cxn modelId="{54014CB8-B753-4DCF-BA19-77358D74C6E9}" type="presParOf" srcId="{9E2B29CA-745B-47F5-9434-9E97B4F6DA6E}" destId="{9FE9F4EA-ACC6-4FB2-BD7C-36E810F08830}" srcOrd="1" destOrd="0" presId="urn:microsoft.com/office/officeart/2005/8/layout/orgChart1"/>
    <dgm:cxn modelId="{777681EE-5AF5-4B47-8C7A-AAE6DB0B636C}" type="presParOf" srcId="{9FE9F4EA-ACC6-4FB2-BD7C-36E810F08830}" destId="{A58F6AB8-B668-4206-A40D-9F56391C7EA1}" srcOrd="0" destOrd="0" presId="urn:microsoft.com/office/officeart/2005/8/layout/orgChart1"/>
    <dgm:cxn modelId="{55E1D47E-4927-4294-9477-1C83D260C044}" type="presParOf" srcId="{A58F6AB8-B668-4206-A40D-9F56391C7EA1}" destId="{A723D66C-1CE0-45D5-A787-C0033B783503}" srcOrd="0" destOrd="0" presId="urn:microsoft.com/office/officeart/2005/8/layout/orgChart1"/>
    <dgm:cxn modelId="{0131C698-5E88-48BF-B414-98059821023F}" type="presParOf" srcId="{A58F6AB8-B668-4206-A40D-9F56391C7EA1}" destId="{73D887B6-471B-4A4C-98C7-4D43FD83BB5E}" srcOrd="1" destOrd="0" presId="urn:microsoft.com/office/officeart/2005/8/layout/orgChart1"/>
    <dgm:cxn modelId="{C2BAC61A-5F4E-4367-B0FA-CAB721A57805}" type="presParOf" srcId="{9FE9F4EA-ACC6-4FB2-BD7C-36E810F08830}" destId="{934F3286-9201-433A-884A-A00E4FF68174}" srcOrd="1" destOrd="0" presId="urn:microsoft.com/office/officeart/2005/8/layout/orgChart1"/>
    <dgm:cxn modelId="{AA83B822-2C50-4FE6-B858-3B2E620BC43D}" type="presParOf" srcId="{934F3286-9201-433A-884A-A00E4FF68174}" destId="{41D70458-DECC-442E-AAAF-3D6EC3222B4B}" srcOrd="0" destOrd="0" presId="urn:microsoft.com/office/officeart/2005/8/layout/orgChart1"/>
    <dgm:cxn modelId="{C54146E1-81C5-4F9D-8057-34A3A1EE5649}" type="presParOf" srcId="{934F3286-9201-433A-884A-A00E4FF68174}" destId="{E05E2A6C-CD20-41D2-9E41-0C5E45C412DC}" srcOrd="1" destOrd="0" presId="urn:microsoft.com/office/officeart/2005/8/layout/orgChart1"/>
    <dgm:cxn modelId="{E8D438F1-AFA5-40AA-9F0D-6EDA545CEC61}" type="presParOf" srcId="{E05E2A6C-CD20-41D2-9E41-0C5E45C412DC}" destId="{A2BA5726-4978-4E6A-A757-1C5B2AECA983}" srcOrd="0" destOrd="0" presId="urn:microsoft.com/office/officeart/2005/8/layout/orgChart1"/>
    <dgm:cxn modelId="{BDE56FF8-810A-415F-BDD4-41C3AA781CB4}" type="presParOf" srcId="{A2BA5726-4978-4E6A-A757-1C5B2AECA983}" destId="{CF3F60E5-B38A-405B-AFC6-5A280D42FA7A}" srcOrd="0" destOrd="0" presId="urn:microsoft.com/office/officeart/2005/8/layout/orgChart1"/>
    <dgm:cxn modelId="{DF167D27-9AA5-4364-9A15-528E16C33809}" type="presParOf" srcId="{A2BA5726-4978-4E6A-A757-1C5B2AECA983}" destId="{14600E90-D988-401A-ACF3-289743898FE2}" srcOrd="1" destOrd="0" presId="urn:microsoft.com/office/officeart/2005/8/layout/orgChart1"/>
    <dgm:cxn modelId="{2F98EC86-3C4A-4CEB-B46B-4A761A694BA3}" type="presParOf" srcId="{E05E2A6C-CD20-41D2-9E41-0C5E45C412DC}" destId="{56999870-465F-4FD1-A0BC-096960A0F804}" srcOrd="1" destOrd="0" presId="urn:microsoft.com/office/officeart/2005/8/layout/orgChart1"/>
    <dgm:cxn modelId="{C3B3F4FC-9997-4C03-9A9E-EA73B3B64560}" type="presParOf" srcId="{E05E2A6C-CD20-41D2-9E41-0C5E45C412DC}" destId="{E6857CB4-49E7-492E-91EF-F500389A84C3}" srcOrd="2" destOrd="0" presId="urn:microsoft.com/office/officeart/2005/8/layout/orgChart1"/>
    <dgm:cxn modelId="{9BDE88C0-26BF-484A-95CB-7320E6462844}" type="presParOf" srcId="{9FE9F4EA-ACC6-4FB2-BD7C-36E810F08830}" destId="{25D6F56E-9C93-40E8-AEE8-55C7A828C9B6}" srcOrd="2" destOrd="0" presId="urn:microsoft.com/office/officeart/2005/8/layout/orgChart1"/>
    <dgm:cxn modelId="{6D43938B-DF0C-4008-BB76-0724BAB62B56}" type="presParOf" srcId="{4D0366CF-2E58-42B4-B97B-82D89B44F7C2}" destId="{BF31C0D5-C3D1-4336-922B-4A6D6BC1EE3B}" srcOrd="2" destOrd="0" presId="urn:microsoft.com/office/officeart/2005/8/layout/orgChart1"/>
    <dgm:cxn modelId="{DBC9FB74-840D-442E-9F23-3784A0E3D9D7}" type="presParOf" srcId="{7E14DD45-B2F6-4159-A744-16E50A0ECA77}" destId="{CE2F4BE1-1325-43D4-9EAF-2500F5FCFEA5}" srcOrd="2" destOrd="0" presId="urn:microsoft.com/office/officeart/2005/8/layout/orgChart1"/>
    <dgm:cxn modelId="{B8CFD44B-6D41-42CD-B964-4A171EC759C3}" type="presParOf" srcId="{B1B22F9A-4AA1-4630-A6F9-929EE78803A9}" destId="{041BD8BD-D33A-43C6-9512-ECAB95AED696}" srcOrd="2" destOrd="0" presId="urn:microsoft.com/office/officeart/2005/8/layout/orgChart1"/>
    <dgm:cxn modelId="{7F663E6B-AEEC-4368-8382-700AC9ECF961}" type="presParOf" srcId="{5C23A69E-2178-44F6-A921-D0D121ADA252}" destId="{A191DD42-770F-47D0-A20D-9ADB60DEB094}" srcOrd="2" destOrd="0" presId="urn:microsoft.com/office/officeart/2005/8/layout/orgChart1"/>
    <dgm:cxn modelId="{B4D97A01-CEC4-446D-B31E-486E575E72E7}" type="presParOf" srcId="{1488E726-B663-4A7C-80EB-1E243141F325}" destId="{EE1283AA-9344-4BBC-8D30-94CBA1B9EEDB}" srcOrd="2" destOrd="0" presId="urn:microsoft.com/office/officeart/2005/8/layout/orgChart1"/>
    <dgm:cxn modelId="{BBEAED7E-70D3-4224-B97E-4FE29BD168A4}" type="presParOf" srcId="{1488E726-B663-4A7C-80EB-1E243141F325}" destId="{97AAF9CB-F08F-4FA2-88BD-F182F436CC66}" srcOrd="3" destOrd="0" presId="urn:microsoft.com/office/officeart/2005/8/layout/orgChart1"/>
    <dgm:cxn modelId="{879DADF4-F778-45AB-AA70-E389FA694363}" type="presParOf" srcId="{97AAF9CB-F08F-4FA2-88BD-F182F436CC66}" destId="{3EF5DF2C-3AAD-4707-96E4-7889939FF26D}" srcOrd="0" destOrd="0" presId="urn:microsoft.com/office/officeart/2005/8/layout/orgChart1"/>
    <dgm:cxn modelId="{66AAEF59-B4C8-47B1-91BF-270A74A571EE}" type="presParOf" srcId="{3EF5DF2C-3AAD-4707-96E4-7889939FF26D}" destId="{19387325-8BCB-4955-B2E7-D5743BE38256}" srcOrd="0" destOrd="0" presId="urn:microsoft.com/office/officeart/2005/8/layout/orgChart1"/>
    <dgm:cxn modelId="{9E104DDE-45AA-4D83-AD90-AA95FCDCAF2A}" type="presParOf" srcId="{3EF5DF2C-3AAD-4707-96E4-7889939FF26D}" destId="{DE5022EA-7452-4F88-9336-EB0B9B4FA93B}" srcOrd="1" destOrd="0" presId="urn:microsoft.com/office/officeart/2005/8/layout/orgChart1"/>
    <dgm:cxn modelId="{F45938B5-155D-4CA3-9C09-390F826420B4}" type="presParOf" srcId="{97AAF9CB-F08F-4FA2-88BD-F182F436CC66}" destId="{E6A5CF23-5580-4F21-9108-F193F8CEDC52}" srcOrd="1" destOrd="0" presId="urn:microsoft.com/office/officeart/2005/8/layout/orgChart1"/>
    <dgm:cxn modelId="{800DF065-3593-4BF8-A8C7-CBC8F50AB53A}" type="presParOf" srcId="{E6A5CF23-5580-4F21-9108-F193F8CEDC52}" destId="{7E060085-DFB1-4A38-A3B5-C538C9CADD58}" srcOrd="0" destOrd="0" presId="urn:microsoft.com/office/officeart/2005/8/layout/orgChart1"/>
    <dgm:cxn modelId="{6BA567C6-0F16-461C-B7C9-FC59DF24AB48}" type="presParOf" srcId="{E6A5CF23-5580-4F21-9108-F193F8CEDC52}" destId="{7FBBDF18-851E-4C9B-8138-A0752649CB96}" srcOrd="1" destOrd="0" presId="urn:microsoft.com/office/officeart/2005/8/layout/orgChart1"/>
    <dgm:cxn modelId="{A5F32F0A-CE6B-4C62-87CC-1ACAC6ADE7D2}" type="presParOf" srcId="{7FBBDF18-851E-4C9B-8138-A0752649CB96}" destId="{9FDA40B4-E34D-4AAA-A39A-707F69999FAE}" srcOrd="0" destOrd="0" presId="urn:microsoft.com/office/officeart/2005/8/layout/orgChart1"/>
    <dgm:cxn modelId="{9733E00B-B265-40D3-9BB6-F8A2983B82DD}" type="presParOf" srcId="{9FDA40B4-E34D-4AAA-A39A-707F69999FAE}" destId="{6C7A0949-19C9-41F4-BA9E-23B3273DCEEF}" srcOrd="0" destOrd="0" presId="urn:microsoft.com/office/officeart/2005/8/layout/orgChart1"/>
    <dgm:cxn modelId="{C193270E-97C1-4B6A-AFA0-7E2050BD46E2}" type="presParOf" srcId="{9FDA40B4-E34D-4AAA-A39A-707F69999FAE}" destId="{0FC927ED-857B-4313-A368-FA9A78CDCA53}" srcOrd="1" destOrd="0" presId="urn:microsoft.com/office/officeart/2005/8/layout/orgChart1"/>
    <dgm:cxn modelId="{B0B0CEB4-76CB-460D-A893-C1A091FDC68F}" type="presParOf" srcId="{7FBBDF18-851E-4C9B-8138-A0752649CB96}" destId="{83BBD800-DCEB-4C12-A87D-158AC13FB48F}" srcOrd="1" destOrd="0" presId="urn:microsoft.com/office/officeart/2005/8/layout/orgChart1"/>
    <dgm:cxn modelId="{1BA56DB0-B6BE-4F1A-AFC1-15EE494D8EB9}" type="presParOf" srcId="{83BBD800-DCEB-4C12-A87D-158AC13FB48F}" destId="{2D73702D-D2C4-4E81-846F-513247458CC8}" srcOrd="0" destOrd="0" presId="urn:microsoft.com/office/officeart/2005/8/layout/orgChart1"/>
    <dgm:cxn modelId="{0D7E4F78-6D79-4CA6-8D57-F2E29D13ECAE}" type="presParOf" srcId="{83BBD800-DCEB-4C12-A87D-158AC13FB48F}" destId="{603CEB6B-1430-4E9D-B9D8-BBFA5A073A20}" srcOrd="1" destOrd="0" presId="urn:microsoft.com/office/officeart/2005/8/layout/orgChart1"/>
    <dgm:cxn modelId="{980B1682-ABA0-4CEF-B9BE-97D72605A645}" type="presParOf" srcId="{603CEB6B-1430-4E9D-B9D8-BBFA5A073A20}" destId="{AC092AC2-8C78-4134-9436-6F570FE578FB}" srcOrd="0" destOrd="0" presId="urn:microsoft.com/office/officeart/2005/8/layout/orgChart1"/>
    <dgm:cxn modelId="{DBFF93C8-D19B-4CC7-87CA-9117857B4EA5}" type="presParOf" srcId="{AC092AC2-8C78-4134-9436-6F570FE578FB}" destId="{5902C1CE-59CB-48CC-A9E8-31C87BAB86B7}" srcOrd="0" destOrd="0" presId="urn:microsoft.com/office/officeart/2005/8/layout/orgChart1"/>
    <dgm:cxn modelId="{DFFA71F3-D8A1-48E5-A695-C5263BCB918E}" type="presParOf" srcId="{AC092AC2-8C78-4134-9436-6F570FE578FB}" destId="{03D2C9C9-3A11-4CE4-8D67-57467DC516A9}" srcOrd="1" destOrd="0" presId="urn:microsoft.com/office/officeart/2005/8/layout/orgChart1"/>
    <dgm:cxn modelId="{BEF8753E-3FC0-41E8-B742-BA3BBBCB6AB7}" type="presParOf" srcId="{603CEB6B-1430-4E9D-B9D8-BBFA5A073A20}" destId="{94AAE2DB-7439-4111-B5A9-74CD37BD3E4C}" srcOrd="1" destOrd="0" presId="urn:microsoft.com/office/officeart/2005/8/layout/orgChart1"/>
    <dgm:cxn modelId="{C9E7A56B-B45F-4516-810D-58C63F485CC3}" type="presParOf" srcId="{94AAE2DB-7439-4111-B5A9-74CD37BD3E4C}" destId="{876E6A40-4435-40C4-BD5B-214E03D351C0}" srcOrd="0" destOrd="0" presId="urn:microsoft.com/office/officeart/2005/8/layout/orgChart1"/>
    <dgm:cxn modelId="{119A557A-D324-462F-83AA-3C0511D8C507}" type="presParOf" srcId="{94AAE2DB-7439-4111-B5A9-74CD37BD3E4C}" destId="{25B809A4-327A-4F05-93B5-04CC78675B0F}" srcOrd="1" destOrd="0" presId="urn:microsoft.com/office/officeart/2005/8/layout/orgChart1"/>
    <dgm:cxn modelId="{DEF6FCD3-5699-49A1-9B38-CC5925A0D9C1}" type="presParOf" srcId="{25B809A4-327A-4F05-93B5-04CC78675B0F}" destId="{1CFDB579-2BD2-4F90-B583-30CE4B1308BA}" srcOrd="0" destOrd="0" presId="urn:microsoft.com/office/officeart/2005/8/layout/orgChart1"/>
    <dgm:cxn modelId="{27F183D9-761C-40D7-B591-999EEC141E61}" type="presParOf" srcId="{1CFDB579-2BD2-4F90-B583-30CE4B1308BA}" destId="{EE683B0C-F739-4B89-B671-75589FC89F9A}" srcOrd="0" destOrd="0" presId="urn:microsoft.com/office/officeart/2005/8/layout/orgChart1"/>
    <dgm:cxn modelId="{8856AF4B-379F-41FE-8429-6C054324CD03}" type="presParOf" srcId="{1CFDB579-2BD2-4F90-B583-30CE4B1308BA}" destId="{B737555A-5A6C-49CD-9471-4A70752D8A81}" srcOrd="1" destOrd="0" presId="urn:microsoft.com/office/officeart/2005/8/layout/orgChart1"/>
    <dgm:cxn modelId="{41804AFE-013F-40C7-B5CA-E66183B34EDF}" type="presParOf" srcId="{25B809A4-327A-4F05-93B5-04CC78675B0F}" destId="{985FADE1-965F-47AF-AB88-DE30B6AD65A9}" srcOrd="1" destOrd="0" presId="urn:microsoft.com/office/officeart/2005/8/layout/orgChart1"/>
    <dgm:cxn modelId="{928B4BC5-E8D9-4FFC-935E-EB781EBFC727}" type="presParOf" srcId="{985FADE1-965F-47AF-AB88-DE30B6AD65A9}" destId="{7C260BE5-DA50-4DC7-A354-7B16FCB704BB}" srcOrd="0" destOrd="0" presId="urn:microsoft.com/office/officeart/2005/8/layout/orgChart1"/>
    <dgm:cxn modelId="{D50C91F7-0F20-4046-A820-9E3AFF4E08F0}" type="presParOf" srcId="{985FADE1-965F-47AF-AB88-DE30B6AD65A9}" destId="{DCD79722-325C-4E68-BFEA-A9A7F31D7BE1}" srcOrd="1" destOrd="0" presId="urn:microsoft.com/office/officeart/2005/8/layout/orgChart1"/>
    <dgm:cxn modelId="{B6AB4633-EEC0-44CB-8AD8-6812625E0A30}" type="presParOf" srcId="{DCD79722-325C-4E68-BFEA-A9A7F31D7BE1}" destId="{685EBAFC-A691-4104-87A2-E4E2D9308903}" srcOrd="0" destOrd="0" presId="urn:microsoft.com/office/officeart/2005/8/layout/orgChart1"/>
    <dgm:cxn modelId="{4F5ADF61-1E40-4BC4-A6C3-86044974E131}" type="presParOf" srcId="{685EBAFC-A691-4104-87A2-E4E2D9308903}" destId="{14AD5822-87DB-4164-BC3B-694EE1B3D908}" srcOrd="0" destOrd="0" presId="urn:microsoft.com/office/officeart/2005/8/layout/orgChart1"/>
    <dgm:cxn modelId="{487D83A8-E402-4290-9BBC-B43EB3C55DB2}" type="presParOf" srcId="{685EBAFC-A691-4104-87A2-E4E2D9308903}" destId="{2F63D9F3-BBFB-4382-8A78-14F8666913A0}" srcOrd="1" destOrd="0" presId="urn:microsoft.com/office/officeart/2005/8/layout/orgChart1"/>
    <dgm:cxn modelId="{4DEE5C25-898C-4815-9DDE-2AE0BF0D4EE4}" type="presParOf" srcId="{DCD79722-325C-4E68-BFEA-A9A7F31D7BE1}" destId="{75F597D5-4760-48ED-A60A-D0CDA338F9EC}" srcOrd="1" destOrd="0" presId="urn:microsoft.com/office/officeart/2005/8/layout/orgChart1"/>
    <dgm:cxn modelId="{F6524095-BB92-4C89-9E3C-2D6DAFBA84CC}" type="presParOf" srcId="{DCD79722-325C-4E68-BFEA-A9A7F31D7BE1}" destId="{8338A212-50F6-45DE-87FD-13ED7D47BBCF}" srcOrd="2" destOrd="0" presId="urn:microsoft.com/office/officeart/2005/8/layout/orgChart1"/>
    <dgm:cxn modelId="{EC87C6D8-11D2-4275-8929-A651487A2618}" type="presParOf" srcId="{25B809A4-327A-4F05-93B5-04CC78675B0F}" destId="{1D174877-55C6-49CC-9C9B-DAFCDE9B20BD}" srcOrd="2" destOrd="0" presId="urn:microsoft.com/office/officeart/2005/8/layout/orgChart1"/>
    <dgm:cxn modelId="{0A69FA09-EBC8-4220-BB49-F239589008A9}" type="presParOf" srcId="{603CEB6B-1430-4E9D-B9D8-BBFA5A073A20}" destId="{97B1E461-0BC0-4615-80D2-C83081014362}" srcOrd="2" destOrd="0" presId="urn:microsoft.com/office/officeart/2005/8/layout/orgChart1"/>
    <dgm:cxn modelId="{AE7A344E-6C51-4D25-B7FB-1CF581541A99}" type="presParOf" srcId="{7FBBDF18-851E-4C9B-8138-A0752649CB96}" destId="{8F98F59F-406E-473C-B235-7D0AD9932174}" srcOrd="2" destOrd="0" presId="urn:microsoft.com/office/officeart/2005/8/layout/orgChart1"/>
    <dgm:cxn modelId="{408662A8-8131-4B33-AF18-53C5AC22D410}" type="presParOf" srcId="{97AAF9CB-F08F-4FA2-88BD-F182F436CC66}" destId="{78234AE5-0CDE-4330-A969-91CF9A984A73}" srcOrd="2" destOrd="0" presId="urn:microsoft.com/office/officeart/2005/8/layout/orgChart1"/>
    <dgm:cxn modelId="{21F8F0CE-CDE8-47C4-8CA8-CEFCEEF15971}" type="presParOf" srcId="{1488E726-B663-4A7C-80EB-1E243141F325}" destId="{79823AE9-1DED-4E4B-8367-786717E97488}" srcOrd="4" destOrd="0" presId="urn:microsoft.com/office/officeart/2005/8/layout/orgChart1"/>
    <dgm:cxn modelId="{946F59D5-EB18-404A-A8CB-74AF9463C83F}" type="presParOf" srcId="{1488E726-B663-4A7C-80EB-1E243141F325}" destId="{D525EB03-70E1-425E-98A2-EDC739A634E5}" srcOrd="5" destOrd="0" presId="urn:microsoft.com/office/officeart/2005/8/layout/orgChart1"/>
    <dgm:cxn modelId="{703459D1-9F7B-4CE7-A4E4-9A64B4C5575C}" type="presParOf" srcId="{D525EB03-70E1-425E-98A2-EDC739A634E5}" destId="{A68D1310-28E7-4B4F-8BD5-84B5579217C9}" srcOrd="0" destOrd="0" presId="urn:microsoft.com/office/officeart/2005/8/layout/orgChart1"/>
    <dgm:cxn modelId="{9CF61D2A-EDD6-496C-8554-6838D1EE74D2}" type="presParOf" srcId="{A68D1310-28E7-4B4F-8BD5-84B5579217C9}" destId="{86C26E72-D9A7-4FEE-A6DA-11D9B33617A4}" srcOrd="0" destOrd="0" presId="urn:microsoft.com/office/officeart/2005/8/layout/orgChart1"/>
    <dgm:cxn modelId="{10DFB002-1585-487F-9B01-E02D1A05C2C5}" type="presParOf" srcId="{A68D1310-28E7-4B4F-8BD5-84B5579217C9}" destId="{D9D0DBD5-BBDB-4187-AEAE-015C414319BA}" srcOrd="1" destOrd="0" presId="urn:microsoft.com/office/officeart/2005/8/layout/orgChart1"/>
    <dgm:cxn modelId="{17409A06-AE01-4F1F-A917-A150638B4E67}" type="presParOf" srcId="{D525EB03-70E1-425E-98A2-EDC739A634E5}" destId="{50FEDA74-2535-4568-A46A-DE2404C65ACA}" srcOrd="1" destOrd="0" presId="urn:microsoft.com/office/officeart/2005/8/layout/orgChart1"/>
    <dgm:cxn modelId="{0819F982-A2A7-4C60-8619-4A9AE7F3342C}" type="presParOf" srcId="{50FEDA74-2535-4568-A46A-DE2404C65ACA}" destId="{9EAC94B7-0FD3-4531-B8D8-D7BC807AC161}" srcOrd="0" destOrd="0" presId="urn:microsoft.com/office/officeart/2005/8/layout/orgChart1"/>
    <dgm:cxn modelId="{6BF70897-8311-40F2-87AF-2A50BBE72A7F}" type="presParOf" srcId="{50FEDA74-2535-4568-A46A-DE2404C65ACA}" destId="{4AF17885-00B1-4088-BEC3-4A55D818F8C8}" srcOrd="1" destOrd="0" presId="urn:microsoft.com/office/officeart/2005/8/layout/orgChart1"/>
    <dgm:cxn modelId="{F0323AE8-FB76-4594-A8D7-A8EE8A5A07E5}" type="presParOf" srcId="{4AF17885-00B1-4088-BEC3-4A55D818F8C8}" destId="{3E3A1ECA-AB00-48E8-99CA-71CA1F7EE626}" srcOrd="0" destOrd="0" presId="urn:microsoft.com/office/officeart/2005/8/layout/orgChart1"/>
    <dgm:cxn modelId="{072DFF17-1D68-43B2-9C62-BA52BC53CFD0}" type="presParOf" srcId="{3E3A1ECA-AB00-48E8-99CA-71CA1F7EE626}" destId="{A21063DB-9E2C-4C71-AAEE-C89CEB10BA48}" srcOrd="0" destOrd="0" presId="urn:microsoft.com/office/officeart/2005/8/layout/orgChart1"/>
    <dgm:cxn modelId="{36FEA619-1CC2-44D4-808F-4BF84BA259ED}" type="presParOf" srcId="{3E3A1ECA-AB00-48E8-99CA-71CA1F7EE626}" destId="{EE21D3B3-2DE8-4349-B610-02935C6D493E}" srcOrd="1" destOrd="0" presId="urn:microsoft.com/office/officeart/2005/8/layout/orgChart1"/>
    <dgm:cxn modelId="{962F97F5-9207-4C61-BBC7-A164B92D7E3C}" type="presParOf" srcId="{4AF17885-00B1-4088-BEC3-4A55D818F8C8}" destId="{08C701BA-C00D-4BC2-A6FD-485E3A2DB124}" srcOrd="1" destOrd="0" presId="urn:microsoft.com/office/officeart/2005/8/layout/orgChart1"/>
    <dgm:cxn modelId="{52818A17-4093-4B1C-AEB5-6C5EF64E9C58}" type="presParOf" srcId="{08C701BA-C00D-4BC2-A6FD-485E3A2DB124}" destId="{58DCB851-B151-483B-B094-56F0F87A36F2}" srcOrd="0" destOrd="0" presId="urn:microsoft.com/office/officeart/2005/8/layout/orgChart1"/>
    <dgm:cxn modelId="{7C4A4585-AE5F-4927-94B1-112AA9844433}" type="presParOf" srcId="{08C701BA-C00D-4BC2-A6FD-485E3A2DB124}" destId="{40B4099E-A57D-45B2-9D53-66F48B2292D1}" srcOrd="1" destOrd="0" presId="urn:microsoft.com/office/officeart/2005/8/layout/orgChart1"/>
    <dgm:cxn modelId="{F86CD3C5-C2CD-44F8-85C0-C3593F9090A2}" type="presParOf" srcId="{40B4099E-A57D-45B2-9D53-66F48B2292D1}" destId="{49FC22E2-5825-4279-9DFE-6331CC4E6FD7}" srcOrd="0" destOrd="0" presId="urn:microsoft.com/office/officeart/2005/8/layout/orgChart1"/>
    <dgm:cxn modelId="{554D8E63-BC60-4793-9A44-0664183A4F13}" type="presParOf" srcId="{49FC22E2-5825-4279-9DFE-6331CC4E6FD7}" destId="{12EA0026-7264-4099-8D42-2AB7A739F3DE}" srcOrd="0" destOrd="0" presId="urn:microsoft.com/office/officeart/2005/8/layout/orgChart1"/>
    <dgm:cxn modelId="{FACC2DE9-18DC-402A-BC9E-CDE04835D8DA}" type="presParOf" srcId="{49FC22E2-5825-4279-9DFE-6331CC4E6FD7}" destId="{7BE221F1-D798-4C16-8799-B83E93823230}" srcOrd="1" destOrd="0" presId="urn:microsoft.com/office/officeart/2005/8/layout/orgChart1"/>
    <dgm:cxn modelId="{ADEE5B22-5602-472B-9557-B01127489A47}" type="presParOf" srcId="{40B4099E-A57D-45B2-9D53-66F48B2292D1}" destId="{457C419B-8A1E-4D08-B448-2ED173585C5A}" srcOrd="1" destOrd="0" presId="urn:microsoft.com/office/officeart/2005/8/layout/orgChart1"/>
    <dgm:cxn modelId="{CD74E3C9-30FD-471D-8775-D7B90297BE55}" type="presParOf" srcId="{40B4099E-A57D-45B2-9D53-66F48B2292D1}" destId="{9E77FBC4-AA06-4A4C-9F36-52D02475ED81}" srcOrd="2" destOrd="0" presId="urn:microsoft.com/office/officeart/2005/8/layout/orgChart1"/>
    <dgm:cxn modelId="{E5D66AFE-AF1E-46F1-A934-AFC3B7E5575E}" type="presParOf" srcId="{4AF17885-00B1-4088-BEC3-4A55D818F8C8}" destId="{F4AFDDBE-E346-47F8-9FB0-8244133C69EC}" srcOrd="2" destOrd="0" presId="urn:microsoft.com/office/officeart/2005/8/layout/orgChart1"/>
    <dgm:cxn modelId="{3203B6D6-89F6-4653-A085-773132AD59D7}" type="presParOf" srcId="{D525EB03-70E1-425E-98A2-EDC739A634E5}" destId="{EFE3E4C8-3871-4E1A-9AC7-D71DD435FB74}" srcOrd="2" destOrd="0" presId="urn:microsoft.com/office/officeart/2005/8/layout/orgChart1"/>
    <dgm:cxn modelId="{4EDC8839-2D25-4BD3-9212-6D566A257170}" type="presParOf" srcId="{1488E726-B663-4A7C-80EB-1E243141F325}" destId="{F1390364-E31D-47EF-881B-EE4EBC30F1C3}" srcOrd="6" destOrd="0" presId="urn:microsoft.com/office/officeart/2005/8/layout/orgChart1"/>
    <dgm:cxn modelId="{534D4F1F-7F11-4CA3-8C57-9C159F437F31}" type="presParOf" srcId="{1488E726-B663-4A7C-80EB-1E243141F325}" destId="{138F32D0-890F-49CB-A6E7-D110390F4662}" srcOrd="7" destOrd="0" presId="urn:microsoft.com/office/officeart/2005/8/layout/orgChart1"/>
    <dgm:cxn modelId="{AE56ED36-B7E9-4A7C-A89D-38AF16297BD1}" type="presParOf" srcId="{138F32D0-890F-49CB-A6E7-D110390F4662}" destId="{28263419-651F-4CA8-BE33-8022F42350D6}" srcOrd="0" destOrd="0" presId="urn:microsoft.com/office/officeart/2005/8/layout/orgChart1"/>
    <dgm:cxn modelId="{DB8B99D1-141F-48B2-BD38-D79EE9715D87}" type="presParOf" srcId="{28263419-651F-4CA8-BE33-8022F42350D6}" destId="{02B4A462-0B83-4FE5-8E12-A92CD80329BC}" srcOrd="0" destOrd="0" presId="urn:microsoft.com/office/officeart/2005/8/layout/orgChart1"/>
    <dgm:cxn modelId="{371B067C-CCEC-449C-855D-B04ED4D60A20}" type="presParOf" srcId="{28263419-651F-4CA8-BE33-8022F42350D6}" destId="{F8AD8BC8-C266-4861-8020-4853175B36DB}" srcOrd="1" destOrd="0" presId="urn:microsoft.com/office/officeart/2005/8/layout/orgChart1"/>
    <dgm:cxn modelId="{87C335ED-DC62-457F-9C92-BE02E8F31C5C}" type="presParOf" srcId="{138F32D0-890F-49CB-A6E7-D110390F4662}" destId="{72082F2F-1D13-45A3-8BF7-3C503834F65E}" srcOrd="1" destOrd="0" presId="urn:microsoft.com/office/officeart/2005/8/layout/orgChart1"/>
    <dgm:cxn modelId="{CD5E1506-3B9D-4032-A8C5-63532EBBAD93}" type="presParOf" srcId="{72082F2F-1D13-45A3-8BF7-3C503834F65E}" destId="{39319FD2-E0DE-4D73-ACB7-A5F2B122F2ED}" srcOrd="0" destOrd="0" presId="urn:microsoft.com/office/officeart/2005/8/layout/orgChart1"/>
    <dgm:cxn modelId="{C3869E27-731B-43F3-B59F-C23520882F9B}" type="presParOf" srcId="{72082F2F-1D13-45A3-8BF7-3C503834F65E}" destId="{BFD6A62E-BDB0-4843-9A0A-528A14C3F465}" srcOrd="1" destOrd="0" presId="urn:microsoft.com/office/officeart/2005/8/layout/orgChart1"/>
    <dgm:cxn modelId="{48DB6F66-5A62-4E61-8CFB-F7AD0176131C}" type="presParOf" srcId="{BFD6A62E-BDB0-4843-9A0A-528A14C3F465}" destId="{F6A9F056-AF00-4ADF-A2E4-5591E4338F3B}" srcOrd="0" destOrd="0" presId="urn:microsoft.com/office/officeart/2005/8/layout/orgChart1"/>
    <dgm:cxn modelId="{B7C95A46-2A63-4B06-B6DA-5A3436DDD3DA}" type="presParOf" srcId="{F6A9F056-AF00-4ADF-A2E4-5591E4338F3B}" destId="{8C2A1F0C-05C1-4C6A-8049-FFEE87946AD7}" srcOrd="0" destOrd="0" presId="urn:microsoft.com/office/officeart/2005/8/layout/orgChart1"/>
    <dgm:cxn modelId="{9D6B7FDB-0DA6-4C19-B054-25681C500669}" type="presParOf" srcId="{F6A9F056-AF00-4ADF-A2E4-5591E4338F3B}" destId="{37C61A56-838D-4F77-8A75-D3DBB7CEC745}" srcOrd="1" destOrd="0" presId="urn:microsoft.com/office/officeart/2005/8/layout/orgChart1"/>
    <dgm:cxn modelId="{376B8387-01BD-45BD-8067-3D1C9777AA70}" type="presParOf" srcId="{BFD6A62E-BDB0-4843-9A0A-528A14C3F465}" destId="{B0A82598-8D3D-4600-811E-7E47F1491B57}" srcOrd="1" destOrd="0" presId="urn:microsoft.com/office/officeart/2005/8/layout/orgChart1"/>
    <dgm:cxn modelId="{BDA13671-3F09-483E-8CBF-9DA149F0B547}" type="presParOf" srcId="{B0A82598-8D3D-4600-811E-7E47F1491B57}" destId="{34945FCF-0464-4A57-B0A5-CAFA54D9B9AC}" srcOrd="0" destOrd="0" presId="urn:microsoft.com/office/officeart/2005/8/layout/orgChart1"/>
    <dgm:cxn modelId="{92808A36-3C1C-44DA-9E59-ED2AA59893C4}" type="presParOf" srcId="{B0A82598-8D3D-4600-811E-7E47F1491B57}" destId="{5B4F1C4B-5505-4174-86E5-8BF1C789796E}" srcOrd="1" destOrd="0" presId="urn:microsoft.com/office/officeart/2005/8/layout/orgChart1"/>
    <dgm:cxn modelId="{C6BA6EA4-DCCB-4519-9262-DB572C624733}" type="presParOf" srcId="{5B4F1C4B-5505-4174-86E5-8BF1C789796E}" destId="{7646A645-C70B-41A6-83B0-FBB8114C8257}" srcOrd="0" destOrd="0" presId="urn:microsoft.com/office/officeart/2005/8/layout/orgChart1"/>
    <dgm:cxn modelId="{9D6F4A87-9468-4C51-9AD8-8ED050727AB6}" type="presParOf" srcId="{7646A645-C70B-41A6-83B0-FBB8114C8257}" destId="{AB37D1B5-19B1-451D-B47C-A17C513103E1}" srcOrd="0" destOrd="0" presId="urn:microsoft.com/office/officeart/2005/8/layout/orgChart1"/>
    <dgm:cxn modelId="{199C493C-E8F8-40AE-A0B7-0DD3D6479D74}" type="presParOf" srcId="{7646A645-C70B-41A6-83B0-FBB8114C8257}" destId="{F4D5F62F-CD0A-4F71-ADEE-D4348E95A021}" srcOrd="1" destOrd="0" presId="urn:microsoft.com/office/officeart/2005/8/layout/orgChart1"/>
    <dgm:cxn modelId="{72666BE0-9F65-4753-A6DA-5AE520F9D081}" type="presParOf" srcId="{5B4F1C4B-5505-4174-86E5-8BF1C789796E}" destId="{073D6A48-2DBD-4435-B49F-8042E785F80D}" srcOrd="1" destOrd="0" presId="urn:microsoft.com/office/officeart/2005/8/layout/orgChart1"/>
    <dgm:cxn modelId="{EDA05166-47B7-46DB-9B4F-D7E714D381ED}" type="presParOf" srcId="{073D6A48-2DBD-4435-B49F-8042E785F80D}" destId="{3AA3C7FD-558D-4D06-9B04-B2049EF23E1C}" srcOrd="0" destOrd="0" presId="urn:microsoft.com/office/officeart/2005/8/layout/orgChart1"/>
    <dgm:cxn modelId="{B7FCB8C0-1CA9-43E4-A4D2-0C28114E90C5}" type="presParOf" srcId="{073D6A48-2DBD-4435-B49F-8042E785F80D}" destId="{2CA88A5F-B42D-4008-93D3-ACF216B1C5B2}" srcOrd="1" destOrd="0" presId="urn:microsoft.com/office/officeart/2005/8/layout/orgChart1"/>
    <dgm:cxn modelId="{86B567A6-FF63-4346-9195-7F2545A56D35}" type="presParOf" srcId="{2CA88A5F-B42D-4008-93D3-ACF216B1C5B2}" destId="{41CDB7D5-515E-4B8D-A7E6-23F0FB652779}" srcOrd="0" destOrd="0" presId="urn:microsoft.com/office/officeart/2005/8/layout/orgChart1"/>
    <dgm:cxn modelId="{642718F7-FED3-4E80-8479-7723A81FA653}" type="presParOf" srcId="{41CDB7D5-515E-4B8D-A7E6-23F0FB652779}" destId="{3DF2609A-D10E-4778-AF9A-10A9EDF34477}" srcOrd="0" destOrd="0" presId="urn:microsoft.com/office/officeart/2005/8/layout/orgChart1"/>
    <dgm:cxn modelId="{752DB19C-69C8-472C-8BE8-375D926783C7}" type="presParOf" srcId="{41CDB7D5-515E-4B8D-A7E6-23F0FB652779}" destId="{083C9584-A16B-467F-AFB5-0333087BDDEE}" srcOrd="1" destOrd="0" presId="urn:microsoft.com/office/officeart/2005/8/layout/orgChart1"/>
    <dgm:cxn modelId="{76C69D72-72D0-43ED-97E9-BA17B1A4FE64}" type="presParOf" srcId="{2CA88A5F-B42D-4008-93D3-ACF216B1C5B2}" destId="{8EFA4F4A-15B3-4ECB-829F-65F5FE203BB8}" srcOrd="1" destOrd="0" presId="urn:microsoft.com/office/officeart/2005/8/layout/orgChart1"/>
    <dgm:cxn modelId="{6FC3F773-0304-4C82-B332-F74CA4A53A54}" type="presParOf" srcId="{8EFA4F4A-15B3-4ECB-829F-65F5FE203BB8}" destId="{66CDF407-F4C8-4071-A4CF-66E89707CDA2}" srcOrd="0" destOrd="0" presId="urn:microsoft.com/office/officeart/2005/8/layout/orgChart1"/>
    <dgm:cxn modelId="{BBA7C106-407B-48EF-BBF7-8BCF6C990A70}" type="presParOf" srcId="{8EFA4F4A-15B3-4ECB-829F-65F5FE203BB8}" destId="{F144820D-4E4B-4FE5-A450-5830F641E96E}" srcOrd="1" destOrd="0" presId="urn:microsoft.com/office/officeart/2005/8/layout/orgChart1"/>
    <dgm:cxn modelId="{5407E6E8-D43D-41CA-89CB-D219E2E199C6}" type="presParOf" srcId="{F144820D-4E4B-4FE5-A450-5830F641E96E}" destId="{A2755E20-AD7D-40ED-A2A3-293FDB52AADD}" srcOrd="0" destOrd="0" presId="urn:microsoft.com/office/officeart/2005/8/layout/orgChart1"/>
    <dgm:cxn modelId="{B67089DF-9FA7-4AEE-9BC1-7F298FA1B548}" type="presParOf" srcId="{A2755E20-AD7D-40ED-A2A3-293FDB52AADD}" destId="{98288EE4-02B7-4F77-AB81-76226C2239FE}" srcOrd="0" destOrd="0" presId="urn:microsoft.com/office/officeart/2005/8/layout/orgChart1"/>
    <dgm:cxn modelId="{677ABAEC-77EA-4673-9E8F-50C7F790D598}" type="presParOf" srcId="{A2755E20-AD7D-40ED-A2A3-293FDB52AADD}" destId="{BFC45508-387E-4229-85B7-D60AFA03A573}" srcOrd="1" destOrd="0" presId="urn:microsoft.com/office/officeart/2005/8/layout/orgChart1"/>
    <dgm:cxn modelId="{21BE310D-97A2-4569-976B-E3DF1AD9A7B8}" type="presParOf" srcId="{F144820D-4E4B-4FE5-A450-5830F641E96E}" destId="{A78AEBEA-A3C8-444E-9716-79D9843C44AD}" srcOrd="1" destOrd="0" presId="urn:microsoft.com/office/officeart/2005/8/layout/orgChart1"/>
    <dgm:cxn modelId="{D69942F7-1836-4875-9B7A-01CD5DFE1CCA}" type="presParOf" srcId="{F144820D-4E4B-4FE5-A450-5830F641E96E}" destId="{ED714DAE-D74B-4C17-B828-81AB7E8D0196}" srcOrd="2" destOrd="0" presId="urn:microsoft.com/office/officeart/2005/8/layout/orgChart1"/>
    <dgm:cxn modelId="{CE23F104-B536-499A-B6BF-50DCF77FAC8E}" type="presParOf" srcId="{2CA88A5F-B42D-4008-93D3-ACF216B1C5B2}" destId="{1E068D7C-8475-434D-9B50-938290F8D80D}" srcOrd="2" destOrd="0" presId="urn:microsoft.com/office/officeart/2005/8/layout/orgChart1"/>
    <dgm:cxn modelId="{306ECBB1-CB0F-4625-A291-80E20400AEF1}" type="presParOf" srcId="{5B4F1C4B-5505-4174-86E5-8BF1C789796E}" destId="{A49A70E1-88CF-40A5-BF56-77FDF382FC63}" srcOrd="2" destOrd="0" presId="urn:microsoft.com/office/officeart/2005/8/layout/orgChart1"/>
    <dgm:cxn modelId="{7CA97390-9C23-455A-92A1-03E3ECA5A09A}" type="presParOf" srcId="{BFD6A62E-BDB0-4843-9A0A-528A14C3F465}" destId="{6DBBBB99-4F5E-404E-A13C-EF88BBAA1EC2}" srcOrd="2" destOrd="0" presId="urn:microsoft.com/office/officeart/2005/8/layout/orgChart1"/>
    <dgm:cxn modelId="{FFDD5625-98B6-4C40-8772-7089C0918811}" type="presParOf" srcId="{138F32D0-890F-49CB-A6E7-D110390F4662}" destId="{A3744329-0D1E-47AC-9CBC-D94E391F20C6}" srcOrd="2" destOrd="0" presId="urn:microsoft.com/office/officeart/2005/8/layout/orgChart1"/>
    <dgm:cxn modelId="{A34076C6-32FF-4356-9061-7620CA2B9812}" type="presParOf" srcId="{1488E726-B663-4A7C-80EB-1E243141F325}" destId="{38A34969-A22B-4D54-9E80-0B651D4D0365}" srcOrd="8" destOrd="0" presId="urn:microsoft.com/office/officeart/2005/8/layout/orgChart1"/>
    <dgm:cxn modelId="{FA3AA318-AFA8-400A-BD61-99091BDC0816}" type="presParOf" srcId="{1488E726-B663-4A7C-80EB-1E243141F325}" destId="{0BB8D71C-FC9B-4F0B-801D-B5E5E9C7A9EF}" srcOrd="9" destOrd="0" presId="urn:microsoft.com/office/officeart/2005/8/layout/orgChart1"/>
    <dgm:cxn modelId="{2D2388D7-7A64-4923-9B95-3FA44A36248F}" type="presParOf" srcId="{0BB8D71C-FC9B-4F0B-801D-B5E5E9C7A9EF}" destId="{F983DD88-43EB-463E-A8DD-9F2031AD4F86}" srcOrd="0" destOrd="0" presId="urn:microsoft.com/office/officeart/2005/8/layout/orgChart1"/>
    <dgm:cxn modelId="{205AC197-4BA2-48BD-9A0E-A02613BCEDB0}" type="presParOf" srcId="{F983DD88-43EB-463E-A8DD-9F2031AD4F86}" destId="{05D049D6-AF6E-4C2B-8276-2B64317A47F8}" srcOrd="0" destOrd="0" presId="urn:microsoft.com/office/officeart/2005/8/layout/orgChart1"/>
    <dgm:cxn modelId="{A839A4DF-F5A3-4025-A2B3-C3ED401A9211}" type="presParOf" srcId="{F983DD88-43EB-463E-A8DD-9F2031AD4F86}" destId="{0F6609DC-9D86-485D-8DE9-C277DE0FAD06}" srcOrd="1" destOrd="0" presId="urn:microsoft.com/office/officeart/2005/8/layout/orgChart1"/>
    <dgm:cxn modelId="{6AFD7601-93FC-4645-B857-653968B330D6}" type="presParOf" srcId="{0BB8D71C-FC9B-4F0B-801D-B5E5E9C7A9EF}" destId="{5AFE3A6C-D8B7-4AF8-9D5C-9C5703873535}" srcOrd="1" destOrd="0" presId="urn:microsoft.com/office/officeart/2005/8/layout/orgChart1"/>
    <dgm:cxn modelId="{8D7331BE-01A6-40DB-9FFB-39BC200766C0}" type="presParOf" srcId="{5AFE3A6C-D8B7-4AF8-9D5C-9C5703873535}" destId="{BBB97725-B25E-4355-8662-39B1CA6E3AF8}" srcOrd="0" destOrd="0" presId="urn:microsoft.com/office/officeart/2005/8/layout/orgChart1"/>
    <dgm:cxn modelId="{F025CB76-2093-43D1-A8B6-1F38D8BE63E3}" type="presParOf" srcId="{5AFE3A6C-D8B7-4AF8-9D5C-9C5703873535}" destId="{9AE4EEBE-24E0-44A9-8026-523CB5418F08}" srcOrd="1" destOrd="0" presId="urn:microsoft.com/office/officeart/2005/8/layout/orgChart1"/>
    <dgm:cxn modelId="{6E3F8D56-FE61-4623-8EE4-FB4FC7DA1D2E}" type="presParOf" srcId="{9AE4EEBE-24E0-44A9-8026-523CB5418F08}" destId="{F42B3105-6ECC-4164-B442-401F6E4CCCEE}" srcOrd="0" destOrd="0" presId="urn:microsoft.com/office/officeart/2005/8/layout/orgChart1"/>
    <dgm:cxn modelId="{34471B70-5AE4-470F-AAA9-A0174FD2C851}" type="presParOf" srcId="{F42B3105-6ECC-4164-B442-401F6E4CCCEE}" destId="{5DF77C1A-A626-446D-ADBC-0383B75A543F}" srcOrd="0" destOrd="0" presId="urn:microsoft.com/office/officeart/2005/8/layout/orgChart1"/>
    <dgm:cxn modelId="{5D04E5CD-5A4A-465E-A607-D10783E8C4C9}" type="presParOf" srcId="{F42B3105-6ECC-4164-B442-401F6E4CCCEE}" destId="{872C3434-E1CD-4DDC-91AA-722B611CB496}" srcOrd="1" destOrd="0" presId="urn:microsoft.com/office/officeart/2005/8/layout/orgChart1"/>
    <dgm:cxn modelId="{E2DAF598-BD6C-47F7-BAFB-09F20164700E}" type="presParOf" srcId="{9AE4EEBE-24E0-44A9-8026-523CB5418F08}" destId="{DCAE241B-3023-462A-B113-5B02C3ADB7E8}" srcOrd="1" destOrd="0" presId="urn:microsoft.com/office/officeart/2005/8/layout/orgChart1"/>
    <dgm:cxn modelId="{4F9ECC23-8FA8-4ED7-A279-E84A871FF720}" type="presParOf" srcId="{DCAE241B-3023-462A-B113-5B02C3ADB7E8}" destId="{394B37E9-BF88-4D82-BFAC-BE919FCF7D54}" srcOrd="0" destOrd="0" presId="urn:microsoft.com/office/officeart/2005/8/layout/orgChart1"/>
    <dgm:cxn modelId="{B328F3F8-C85F-4AF8-AA49-C4EF65424C1D}" type="presParOf" srcId="{DCAE241B-3023-462A-B113-5B02C3ADB7E8}" destId="{165A8B5A-9A38-4254-84EF-10F633A2B825}" srcOrd="1" destOrd="0" presId="urn:microsoft.com/office/officeart/2005/8/layout/orgChart1"/>
    <dgm:cxn modelId="{FB0E6DD1-61AA-4224-8C6A-97D6C4AF616F}" type="presParOf" srcId="{165A8B5A-9A38-4254-84EF-10F633A2B825}" destId="{A5FADE0D-540B-43B9-A61A-2C62129937C3}" srcOrd="0" destOrd="0" presId="urn:microsoft.com/office/officeart/2005/8/layout/orgChart1"/>
    <dgm:cxn modelId="{821B0219-C968-4809-A0D4-CB7E372B8809}" type="presParOf" srcId="{A5FADE0D-540B-43B9-A61A-2C62129937C3}" destId="{D5B3E924-CF86-496C-82D3-1CF70E163055}" srcOrd="0" destOrd="0" presId="urn:microsoft.com/office/officeart/2005/8/layout/orgChart1"/>
    <dgm:cxn modelId="{A661AF61-C87D-4B30-8A79-85EFE33CC42D}" type="presParOf" srcId="{A5FADE0D-540B-43B9-A61A-2C62129937C3}" destId="{B6F41514-A1A6-413B-9793-A8471F27150A}" srcOrd="1" destOrd="0" presId="urn:microsoft.com/office/officeart/2005/8/layout/orgChart1"/>
    <dgm:cxn modelId="{61A5E4B4-923C-4BD5-B2F8-07A12E4981A2}" type="presParOf" srcId="{165A8B5A-9A38-4254-84EF-10F633A2B825}" destId="{26F4B9A5-73F4-48E0-935C-A3C3496B0071}" srcOrd="1" destOrd="0" presId="urn:microsoft.com/office/officeart/2005/8/layout/orgChart1"/>
    <dgm:cxn modelId="{204B8910-4AA2-4C60-A697-058629D9B17A}" type="presParOf" srcId="{26F4B9A5-73F4-48E0-935C-A3C3496B0071}" destId="{065CDF0C-1BBD-4235-B197-3372181C448D}" srcOrd="0" destOrd="0" presId="urn:microsoft.com/office/officeart/2005/8/layout/orgChart1"/>
    <dgm:cxn modelId="{F5EA1C0E-8246-48A2-9726-39C51872C0FC}" type="presParOf" srcId="{26F4B9A5-73F4-48E0-935C-A3C3496B0071}" destId="{197259DA-391E-45FD-887D-2A39EB5E0EE7}" srcOrd="1" destOrd="0" presId="urn:microsoft.com/office/officeart/2005/8/layout/orgChart1"/>
    <dgm:cxn modelId="{947F71F6-FDAD-4098-B4F2-E5EF28ED31EA}" type="presParOf" srcId="{197259DA-391E-45FD-887D-2A39EB5E0EE7}" destId="{356B9861-10DC-445D-A1A1-85BB8F906D48}" srcOrd="0" destOrd="0" presId="urn:microsoft.com/office/officeart/2005/8/layout/orgChart1"/>
    <dgm:cxn modelId="{86D9C547-D3FC-485A-BBCA-C2F5741675E3}" type="presParOf" srcId="{356B9861-10DC-445D-A1A1-85BB8F906D48}" destId="{774F96D6-C5A3-4F09-BB10-C3052D2CF978}" srcOrd="0" destOrd="0" presId="urn:microsoft.com/office/officeart/2005/8/layout/orgChart1"/>
    <dgm:cxn modelId="{9D1730CC-EF3A-44C3-B6F6-8620B0A28681}" type="presParOf" srcId="{356B9861-10DC-445D-A1A1-85BB8F906D48}" destId="{3890E4C3-69EF-41A7-A7BB-9A80152F15C2}" srcOrd="1" destOrd="0" presId="urn:microsoft.com/office/officeart/2005/8/layout/orgChart1"/>
    <dgm:cxn modelId="{FC3E7464-AC8B-4726-9B70-808801C5D761}" type="presParOf" srcId="{197259DA-391E-45FD-887D-2A39EB5E0EE7}" destId="{72CD0B21-E0D5-4694-801F-7AD700CA6A6E}" srcOrd="1" destOrd="0" presId="urn:microsoft.com/office/officeart/2005/8/layout/orgChart1"/>
    <dgm:cxn modelId="{2DAC4869-2415-421C-AA1E-79109F41098A}" type="presParOf" srcId="{197259DA-391E-45FD-887D-2A39EB5E0EE7}" destId="{4DDB2D7A-6DD5-4DC6-96F8-78C9ECE78686}" srcOrd="2" destOrd="0" presId="urn:microsoft.com/office/officeart/2005/8/layout/orgChart1"/>
    <dgm:cxn modelId="{8C4C2A72-5DC1-48E5-9598-3CE5A58F6065}" type="presParOf" srcId="{165A8B5A-9A38-4254-84EF-10F633A2B825}" destId="{D2327E26-3CAE-4FDF-B057-20436E468B1F}" srcOrd="2" destOrd="0" presId="urn:microsoft.com/office/officeart/2005/8/layout/orgChart1"/>
    <dgm:cxn modelId="{782908C1-6B4F-419B-9D7D-10A0F8C84DC9}" type="presParOf" srcId="{9AE4EEBE-24E0-44A9-8026-523CB5418F08}" destId="{EF342029-B345-41BF-BA87-4844476C3CAA}" srcOrd="2" destOrd="0" presId="urn:microsoft.com/office/officeart/2005/8/layout/orgChart1"/>
    <dgm:cxn modelId="{7B33D52A-5C79-4755-8761-E762B161D2B0}" type="presParOf" srcId="{0BB8D71C-FC9B-4F0B-801D-B5E5E9C7A9EF}" destId="{E7938ABC-813E-496B-8D45-902A7D990E3A}" srcOrd="2" destOrd="0" presId="urn:microsoft.com/office/officeart/2005/8/layout/orgChart1"/>
    <dgm:cxn modelId="{ED2BB399-EB16-4F1C-8626-3225F38B7065}" type="presParOf" srcId="{1488E726-B663-4A7C-80EB-1E243141F325}" destId="{63E1102C-52DF-4AB5-83DD-7E687BE57D2A}" srcOrd="10" destOrd="0" presId="urn:microsoft.com/office/officeart/2005/8/layout/orgChart1"/>
    <dgm:cxn modelId="{7E4CCDA3-7978-44F5-96BA-F261BC116FB0}" type="presParOf" srcId="{1488E726-B663-4A7C-80EB-1E243141F325}" destId="{BBFD0EBE-2339-4298-82CF-DBB72822747F}" srcOrd="11" destOrd="0" presId="urn:microsoft.com/office/officeart/2005/8/layout/orgChart1"/>
    <dgm:cxn modelId="{4BCD93B9-EF0C-4FB7-86DA-CEA52077673D}" type="presParOf" srcId="{BBFD0EBE-2339-4298-82CF-DBB72822747F}" destId="{F1679FE7-5BE2-41F5-AEB4-BA63C363A6BD}" srcOrd="0" destOrd="0" presId="urn:microsoft.com/office/officeart/2005/8/layout/orgChart1"/>
    <dgm:cxn modelId="{AD2C3CF0-5A28-4B6A-B369-87C2787B14FB}" type="presParOf" srcId="{F1679FE7-5BE2-41F5-AEB4-BA63C363A6BD}" destId="{641269D5-E196-437E-9C45-0622E80431A5}" srcOrd="0" destOrd="0" presId="urn:microsoft.com/office/officeart/2005/8/layout/orgChart1"/>
    <dgm:cxn modelId="{C15ACC73-1042-49DC-AE87-1CDE70748670}" type="presParOf" srcId="{F1679FE7-5BE2-41F5-AEB4-BA63C363A6BD}" destId="{1B837E92-2B36-43A4-96EA-0C495772B0D6}" srcOrd="1" destOrd="0" presId="urn:microsoft.com/office/officeart/2005/8/layout/orgChart1"/>
    <dgm:cxn modelId="{1CE56F97-D7D8-4A6F-ABE3-5FDE3401887D}" type="presParOf" srcId="{BBFD0EBE-2339-4298-82CF-DBB72822747F}" destId="{6C04251E-0D3D-418A-8F9E-E2439F9C1A83}" srcOrd="1" destOrd="0" presId="urn:microsoft.com/office/officeart/2005/8/layout/orgChart1"/>
    <dgm:cxn modelId="{8515766C-2458-4070-A95F-0257EE8C9E88}" type="presParOf" srcId="{6C04251E-0D3D-418A-8F9E-E2439F9C1A83}" destId="{15F271D7-7918-41F9-9D6D-CF808F8B63C6}" srcOrd="0" destOrd="0" presId="urn:microsoft.com/office/officeart/2005/8/layout/orgChart1"/>
    <dgm:cxn modelId="{344FDFA6-398F-41C5-BAB1-0F5B8EC47A44}" type="presParOf" srcId="{6C04251E-0D3D-418A-8F9E-E2439F9C1A83}" destId="{327F993F-B9F2-4D59-A561-AFD5CD687166}" srcOrd="1" destOrd="0" presId="urn:microsoft.com/office/officeart/2005/8/layout/orgChart1"/>
    <dgm:cxn modelId="{842B64EE-3077-4ADB-8E75-B8B0C1323C8B}" type="presParOf" srcId="{327F993F-B9F2-4D59-A561-AFD5CD687166}" destId="{BC99135D-9979-4737-A8C0-80D88BAE9778}" srcOrd="0" destOrd="0" presId="urn:microsoft.com/office/officeart/2005/8/layout/orgChart1"/>
    <dgm:cxn modelId="{A6A5EA8E-B9F7-4EBA-B1FE-2A89CA9E18AD}" type="presParOf" srcId="{BC99135D-9979-4737-A8C0-80D88BAE9778}" destId="{24B38226-9609-4505-88AF-D239F466B57B}" srcOrd="0" destOrd="0" presId="urn:microsoft.com/office/officeart/2005/8/layout/orgChart1"/>
    <dgm:cxn modelId="{FFE8886C-7EC0-4195-B058-244BDFF2F728}" type="presParOf" srcId="{BC99135D-9979-4737-A8C0-80D88BAE9778}" destId="{46F4FD74-704A-4016-8D98-7FB4F6EADBCC}" srcOrd="1" destOrd="0" presId="urn:microsoft.com/office/officeart/2005/8/layout/orgChart1"/>
    <dgm:cxn modelId="{ED1CEE37-E7A6-4B10-8B53-9FB54A7EE006}" type="presParOf" srcId="{327F993F-B9F2-4D59-A561-AFD5CD687166}" destId="{1E901EA7-276C-46E4-9CA9-9C625A08E76A}" srcOrd="1" destOrd="0" presId="urn:microsoft.com/office/officeart/2005/8/layout/orgChart1"/>
    <dgm:cxn modelId="{58895C51-E604-42AA-8EAA-9DF18D2EEDDA}" type="presParOf" srcId="{1E901EA7-276C-46E4-9CA9-9C625A08E76A}" destId="{D22DCE1E-C830-45A1-B1CA-034C854BE901}" srcOrd="0" destOrd="0" presId="urn:microsoft.com/office/officeart/2005/8/layout/orgChart1"/>
    <dgm:cxn modelId="{8531E654-23C2-458E-98BB-EA9158D7CDBE}" type="presParOf" srcId="{1E901EA7-276C-46E4-9CA9-9C625A08E76A}" destId="{05BD8E55-6153-49DC-A329-509B94401640}" srcOrd="1" destOrd="0" presId="urn:microsoft.com/office/officeart/2005/8/layout/orgChart1"/>
    <dgm:cxn modelId="{4D3819E1-BCD9-4927-A476-1F8D039F6AC7}" type="presParOf" srcId="{05BD8E55-6153-49DC-A329-509B94401640}" destId="{B8E608CF-DCAD-4DC9-A697-EFE095B610E0}" srcOrd="0" destOrd="0" presId="urn:microsoft.com/office/officeart/2005/8/layout/orgChart1"/>
    <dgm:cxn modelId="{174FBCF7-26EF-40B1-90C1-1799880AAF93}" type="presParOf" srcId="{B8E608CF-DCAD-4DC9-A697-EFE095B610E0}" destId="{EC48D633-B133-477C-B2C2-1F0ECFD4E09C}" srcOrd="0" destOrd="0" presId="urn:microsoft.com/office/officeart/2005/8/layout/orgChart1"/>
    <dgm:cxn modelId="{29CDDDEC-19B7-495B-A08C-65AA258CE126}" type="presParOf" srcId="{B8E608CF-DCAD-4DC9-A697-EFE095B610E0}" destId="{D5E70C68-534D-4A37-84EE-5EB47A92FC53}" srcOrd="1" destOrd="0" presId="urn:microsoft.com/office/officeart/2005/8/layout/orgChart1"/>
    <dgm:cxn modelId="{C2CACBD5-EBBD-4B75-A390-A44A6343D446}" type="presParOf" srcId="{05BD8E55-6153-49DC-A329-509B94401640}" destId="{3A9403FF-1AC8-41AF-BC1C-4D0B7FA64C0C}" srcOrd="1" destOrd="0" presId="urn:microsoft.com/office/officeart/2005/8/layout/orgChart1"/>
    <dgm:cxn modelId="{D57BBDCF-2099-4AE6-A9D9-3A11870B6FAE}" type="presParOf" srcId="{05BD8E55-6153-49DC-A329-509B94401640}" destId="{F4236C23-CF4E-420E-878F-983AB95B5141}" srcOrd="2" destOrd="0" presId="urn:microsoft.com/office/officeart/2005/8/layout/orgChart1"/>
    <dgm:cxn modelId="{0F3DA97D-F905-41A4-BD6F-2BCDDC38EFBC}" type="presParOf" srcId="{327F993F-B9F2-4D59-A561-AFD5CD687166}" destId="{FA51B7E9-3A80-4A97-B5DB-E771B138597A}" srcOrd="2" destOrd="0" presId="urn:microsoft.com/office/officeart/2005/8/layout/orgChart1"/>
    <dgm:cxn modelId="{F8B9FC15-96C6-488F-8D57-66D7D636C9DF}" type="presParOf" srcId="{BBFD0EBE-2339-4298-82CF-DBB72822747F}" destId="{919C271A-B292-4B60-AF77-EDFF05CD341D}" srcOrd="2" destOrd="0" presId="urn:microsoft.com/office/officeart/2005/8/layout/orgChart1"/>
    <dgm:cxn modelId="{8C39D74E-39DB-4561-8B41-BA9B77C1534E}" type="presParOf" srcId="{4067931A-5DAA-40C6-97E5-926A8FF94D7E}" destId="{BC9342C6-D31A-4F27-B548-0D351B13A97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DCE1E-C830-45A1-B1CA-034C854BE901}">
      <dsp:nvSpPr>
        <dsp:cNvPr id="0" name=""/>
        <dsp:cNvSpPr/>
      </dsp:nvSpPr>
      <dsp:spPr>
        <a:xfrm>
          <a:off x="7622291" y="1990097"/>
          <a:ext cx="155340" cy="476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6376"/>
              </a:lnTo>
              <a:lnTo>
                <a:pt x="155340" y="4763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F271D7-7918-41F9-9D6D-CF808F8B63C6}">
      <dsp:nvSpPr>
        <dsp:cNvPr id="0" name=""/>
        <dsp:cNvSpPr/>
      </dsp:nvSpPr>
      <dsp:spPr>
        <a:xfrm>
          <a:off x="7990811" y="1254820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E1102C-52DF-4AB5-83DD-7E687BE57D2A}">
      <dsp:nvSpPr>
        <dsp:cNvPr id="0" name=""/>
        <dsp:cNvSpPr/>
      </dsp:nvSpPr>
      <dsp:spPr>
        <a:xfrm>
          <a:off x="4774388" y="519544"/>
          <a:ext cx="3262142" cy="217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738"/>
              </a:lnTo>
              <a:lnTo>
                <a:pt x="3262142" y="108738"/>
              </a:lnTo>
              <a:lnTo>
                <a:pt x="3262142" y="217476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5CDF0C-1BBD-4235-B197-3372181C448D}">
      <dsp:nvSpPr>
        <dsp:cNvPr id="0" name=""/>
        <dsp:cNvSpPr/>
      </dsp:nvSpPr>
      <dsp:spPr>
        <a:xfrm>
          <a:off x="6369214" y="2725373"/>
          <a:ext cx="155340" cy="476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6376"/>
              </a:lnTo>
              <a:lnTo>
                <a:pt x="155340" y="4763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4B37E9-BF88-4D82-BFAC-BE919FCF7D54}">
      <dsp:nvSpPr>
        <dsp:cNvPr id="0" name=""/>
        <dsp:cNvSpPr/>
      </dsp:nvSpPr>
      <dsp:spPr>
        <a:xfrm>
          <a:off x="6737734" y="1990097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B97725-B25E-4355-8662-39B1CA6E3AF8}">
      <dsp:nvSpPr>
        <dsp:cNvPr id="0" name=""/>
        <dsp:cNvSpPr/>
      </dsp:nvSpPr>
      <dsp:spPr>
        <a:xfrm>
          <a:off x="6737734" y="1254820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A34969-A22B-4D54-9E80-0B651D4D0365}">
      <dsp:nvSpPr>
        <dsp:cNvPr id="0" name=""/>
        <dsp:cNvSpPr/>
      </dsp:nvSpPr>
      <dsp:spPr>
        <a:xfrm>
          <a:off x="4774388" y="519544"/>
          <a:ext cx="2009065" cy="217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738"/>
              </a:lnTo>
              <a:lnTo>
                <a:pt x="2009065" y="108738"/>
              </a:lnTo>
              <a:lnTo>
                <a:pt x="2009065" y="217476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CDF407-F4C8-4071-A4CF-66E89707CDA2}">
      <dsp:nvSpPr>
        <dsp:cNvPr id="0" name=""/>
        <dsp:cNvSpPr/>
      </dsp:nvSpPr>
      <dsp:spPr>
        <a:xfrm>
          <a:off x="5116137" y="3460650"/>
          <a:ext cx="155340" cy="476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6376"/>
              </a:lnTo>
              <a:lnTo>
                <a:pt x="155340" y="4763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A3C7FD-558D-4D06-9B04-B2049EF23E1C}">
      <dsp:nvSpPr>
        <dsp:cNvPr id="0" name=""/>
        <dsp:cNvSpPr/>
      </dsp:nvSpPr>
      <dsp:spPr>
        <a:xfrm>
          <a:off x="5484657" y="2725373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945FCF-0464-4A57-B0A5-CAFA54D9B9AC}">
      <dsp:nvSpPr>
        <dsp:cNvPr id="0" name=""/>
        <dsp:cNvSpPr/>
      </dsp:nvSpPr>
      <dsp:spPr>
        <a:xfrm>
          <a:off x="5484657" y="1990097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319FD2-E0DE-4D73-ACB7-A5F2B122F2ED}">
      <dsp:nvSpPr>
        <dsp:cNvPr id="0" name=""/>
        <dsp:cNvSpPr/>
      </dsp:nvSpPr>
      <dsp:spPr>
        <a:xfrm>
          <a:off x="5484657" y="1254820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390364-E31D-47EF-881B-EE4EBC30F1C3}">
      <dsp:nvSpPr>
        <dsp:cNvPr id="0" name=""/>
        <dsp:cNvSpPr/>
      </dsp:nvSpPr>
      <dsp:spPr>
        <a:xfrm>
          <a:off x="4774388" y="519544"/>
          <a:ext cx="755988" cy="217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738"/>
              </a:lnTo>
              <a:lnTo>
                <a:pt x="755988" y="108738"/>
              </a:lnTo>
              <a:lnTo>
                <a:pt x="755988" y="217476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DCB851-B151-483B-B094-56F0F87A36F2}">
      <dsp:nvSpPr>
        <dsp:cNvPr id="0" name=""/>
        <dsp:cNvSpPr/>
      </dsp:nvSpPr>
      <dsp:spPr>
        <a:xfrm>
          <a:off x="3604160" y="1990097"/>
          <a:ext cx="155340" cy="476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6376"/>
              </a:lnTo>
              <a:lnTo>
                <a:pt x="155340" y="4763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AC94B7-0FD3-4531-B8D8-D7BC807AC161}">
      <dsp:nvSpPr>
        <dsp:cNvPr id="0" name=""/>
        <dsp:cNvSpPr/>
      </dsp:nvSpPr>
      <dsp:spPr>
        <a:xfrm>
          <a:off x="3972680" y="1254820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823AE9-1DED-4E4B-8367-786717E97488}">
      <dsp:nvSpPr>
        <dsp:cNvPr id="0" name=""/>
        <dsp:cNvSpPr/>
      </dsp:nvSpPr>
      <dsp:spPr>
        <a:xfrm>
          <a:off x="4018400" y="519544"/>
          <a:ext cx="755988" cy="217476"/>
        </a:xfrm>
        <a:custGeom>
          <a:avLst/>
          <a:gdLst/>
          <a:ahLst/>
          <a:cxnLst/>
          <a:rect l="0" t="0" r="0" b="0"/>
          <a:pathLst>
            <a:path>
              <a:moveTo>
                <a:pt x="755988" y="0"/>
              </a:moveTo>
              <a:lnTo>
                <a:pt x="755988" y="108738"/>
              </a:lnTo>
              <a:lnTo>
                <a:pt x="0" y="108738"/>
              </a:lnTo>
              <a:lnTo>
                <a:pt x="0" y="217476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260BE5-DA50-4DC7-A354-7B16FCB704BB}">
      <dsp:nvSpPr>
        <dsp:cNvPr id="0" name=""/>
        <dsp:cNvSpPr/>
      </dsp:nvSpPr>
      <dsp:spPr>
        <a:xfrm>
          <a:off x="2351083" y="3460650"/>
          <a:ext cx="155340" cy="476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6376"/>
              </a:lnTo>
              <a:lnTo>
                <a:pt x="155340" y="4763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6E6A40-4435-40C4-BD5B-214E03D351C0}">
      <dsp:nvSpPr>
        <dsp:cNvPr id="0" name=""/>
        <dsp:cNvSpPr/>
      </dsp:nvSpPr>
      <dsp:spPr>
        <a:xfrm>
          <a:off x="2719603" y="2725373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73702D-D2C4-4E81-846F-513247458CC8}">
      <dsp:nvSpPr>
        <dsp:cNvPr id="0" name=""/>
        <dsp:cNvSpPr/>
      </dsp:nvSpPr>
      <dsp:spPr>
        <a:xfrm>
          <a:off x="2719603" y="1990097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060085-DFB1-4A38-A3B5-C538C9CADD58}">
      <dsp:nvSpPr>
        <dsp:cNvPr id="0" name=""/>
        <dsp:cNvSpPr/>
      </dsp:nvSpPr>
      <dsp:spPr>
        <a:xfrm>
          <a:off x="2719603" y="1254820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283AA-9344-4BBC-8D30-94CBA1B9EEDB}">
      <dsp:nvSpPr>
        <dsp:cNvPr id="0" name=""/>
        <dsp:cNvSpPr/>
      </dsp:nvSpPr>
      <dsp:spPr>
        <a:xfrm>
          <a:off x="2765323" y="519544"/>
          <a:ext cx="2009065" cy="217476"/>
        </a:xfrm>
        <a:custGeom>
          <a:avLst/>
          <a:gdLst/>
          <a:ahLst/>
          <a:cxnLst/>
          <a:rect l="0" t="0" r="0" b="0"/>
          <a:pathLst>
            <a:path>
              <a:moveTo>
                <a:pt x="2009065" y="0"/>
              </a:moveTo>
              <a:lnTo>
                <a:pt x="2009065" y="108738"/>
              </a:lnTo>
              <a:lnTo>
                <a:pt x="0" y="108738"/>
              </a:lnTo>
              <a:lnTo>
                <a:pt x="0" y="217476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D70458-DECC-442E-AAAF-3D6EC3222B4B}">
      <dsp:nvSpPr>
        <dsp:cNvPr id="0" name=""/>
        <dsp:cNvSpPr/>
      </dsp:nvSpPr>
      <dsp:spPr>
        <a:xfrm>
          <a:off x="1098006" y="4195926"/>
          <a:ext cx="155340" cy="476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6376"/>
              </a:lnTo>
              <a:lnTo>
                <a:pt x="155340" y="4763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C503B7-7F2C-4301-BAE0-F5A5EC7D89DC}">
      <dsp:nvSpPr>
        <dsp:cNvPr id="0" name=""/>
        <dsp:cNvSpPr/>
      </dsp:nvSpPr>
      <dsp:spPr>
        <a:xfrm>
          <a:off x="1466526" y="3460650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11CD63-BF5C-46AD-B8BD-CB92CD102593}">
      <dsp:nvSpPr>
        <dsp:cNvPr id="0" name=""/>
        <dsp:cNvSpPr/>
      </dsp:nvSpPr>
      <dsp:spPr>
        <a:xfrm>
          <a:off x="1466526" y="2725373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877B63-D4E5-4DD9-A6D3-3BB0167234A5}">
      <dsp:nvSpPr>
        <dsp:cNvPr id="0" name=""/>
        <dsp:cNvSpPr/>
      </dsp:nvSpPr>
      <dsp:spPr>
        <a:xfrm>
          <a:off x="1466526" y="1990097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9A1194-5194-4D8E-9983-9E8906BDDBB4}">
      <dsp:nvSpPr>
        <dsp:cNvPr id="0" name=""/>
        <dsp:cNvSpPr/>
      </dsp:nvSpPr>
      <dsp:spPr>
        <a:xfrm>
          <a:off x="1466526" y="1254820"/>
          <a:ext cx="91440" cy="2174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7476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ACF56-B59A-46A0-9028-103CE5D3DCC4}">
      <dsp:nvSpPr>
        <dsp:cNvPr id="0" name=""/>
        <dsp:cNvSpPr/>
      </dsp:nvSpPr>
      <dsp:spPr>
        <a:xfrm>
          <a:off x="1512246" y="519544"/>
          <a:ext cx="3262142" cy="217476"/>
        </a:xfrm>
        <a:custGeom>
          <a:avLst/>
          <a:gdLst/>
          <a:ahLst/>
          <a:cxnLst/>
          <a:rect l="0" t="0" r="0" b="0"/>
          <a:pathLst>
            <a:path>
              <a:moveTo>
                <a:pt x="3262142" y="0"/>
              </a:moveTo>
              <a:lnTo>
                <a:pt x="3262142" y="108738"/>
              </a:lnTo>
              <a:lnTo>
                <a:pt x="0" y="108738"/>
              </a:lnTo>
              <a:lnTo>
                <a:pt x="0" y="217476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143288-DAB9-4BF8-8C7A-713825C632BE}">
      <dsp:nvSpPr>
        <dsp:cNvPr id="0" name=""/>
        <dsp:cNvSpPr/>
      </dsp:nvSpPr>
      <dsp:spPr>
        <a:xfrm>
          <a:off x="4256588" y="1743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shade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Proyecto </a:t>
          </a:r>
          <a:r>
            <a:rPr lang="es-ES_tradnl" sz="1200" kern="1200" dirty="0" err="1"/>
            <a:t>MeCuidas</a:t>
          </a:r>
          <a:endParaRPr lang="es-ES" sz="1200" kern="1200" dirty="0"/>
        </a:p>
      </dsp:txBody>
      <dsp:txXfrm>
        <a:off x="4256588" y="1743"/>
        <a:ext cx="1035600" cy="517800"/>
      </dsp:txXfrm>
    </dsp:sp>
    <dsp:sp modelId="{2631D634-B2DC-4C40-900E-B3234D296D95}">
      <dsp:nvSpPr>
        <dsp:cNvPr id="0" name=""/>
        <dsp:cNvSpPr/>
      </dsp:nvSpPr>
      <dsp:spPr>
        <a:xfrm>
          <a:off x="994446" y="737020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Análisis</a:t>
          </a:r>
          <a:endParaRPr lang="es-ES" sz="1200" kern="1200" dirty="0"/>
        </a:p>
      </dsp:txBody>
      <dsp:txXfrm>
        <a:off x="994446" y="737020"/>
        <a:ext cx="1035600" cy="517800"/>
      </dsp:txXfrm>
    </dsp:sp>
    <dsp:sp modelId="{939F50DA-BB07-4F8D-A32D-93EDCCDAE6E4}">
      <dsp:nvSpPr>
        <dsp:cNvPr id="0" name=""/>
        <dsp:cNvSpPr/>
      </dsp:nvSpPr>
      <dsp:spPr>
        <a:xfrm>
          <a:off x="994446" y="1472296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Requerimientos</a:t>
          </a:r>
          <a:endParaRPr lang="es-ES" sz="1200" kern="1200" dirty="0"/>
        </a:p>
      </dsp:txBody>
      <dsp:txXfrm>
        <a:off x="994446" y="1472296"/>
        <a:ext cx="1035600" cy="517800"/>
      </dsp:txXfrm>
    </dsp:sp>
    <dsp:sp modelId="{B6E5B741-A132-4E0A-AB92-D525551560A0}">
      <dsp:nvSpPr>
        <dsp:cNvPr id="0" name=""/>
        <dsp:cNvSpPr/>
      </dsp:nvSpPr>
      <dsp:spPr>
        <a:xfrm>
          <a:off x="994446" y="2207573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Riesgos</a:t>
          </a:r>
          <a:endParaRPr lang="es-ES" sz="1200" kern="1200" dirty="0"/>
        </a:p>
      </dsp:txBody>
      <dsp:txXfrm>
        <a:off x="994446" y="2207573"/>
        <a:ext cx="1035600" cy="517800"/>
      </dsp:txXfrm>
    </dsp:sp>
    <dsp:sp modelId="{C185A8C1-627C-4588-9CA7-DED5893DDA60}">
      <dsp:nvSpPr>
        <dsp:cNvPr id="0" name=""/>
        <dsp:cNvSpPr/>
      </dsp:nvSpPr>
      <dsp:spPr>
        <a:xfrm>
          <a:off x="994446" y="2942849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Contexto</a:t>
          </a:r>
          <a:endParaRPr lang="es-ES" sz="1200" kern="1200" dirty="0"/>
        </a:p>
      </dsp:txBody>
      <dsp:txXfrm>
        <a:off x="994446" y="2942849"/>
        <a:ext cx="1035600" cy="517800"/>
      </dsp:txXfrm>
    </dsp:sp>
    <dsp:sp modelId="{A723D66C-1CE0-45D5-A787-C0033B783503}">
      <dsp:nvSpPr>
        <dsp:cNvPr id="0" name=""/>
        <dsp:cNvSpPr/>
      </dsp:nvSpPr>
      <dsp:spPr>
        <a:xfrm>
          <a:off x="994446" y="3678126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Documentación Inicial</a:t>
          </a:r>
          <a:endParaRPr lang="es-ES" sz="1200" kern="1200" dirty="0"/>
        </a:p>
      </dsp:txBody>
      <dsp:txXfrm>
        <a:off x="994446" y="3678126"/>
        <a:ext cx="1035600" cy="517800"/>
      </dsp:txXfrm>
    </dsp:sp>
    <dsp:sp modelId="{CF3F60E5-B38A-405B-AFC6-5A280D42FA7A}">
      <dsp:nvSpPr>
        <dsp:cNvPr id="0" name=""/>
        <dsp:cNvSpPr/>
      </dsp:nvSpPr>
      <dsp:spPr>
        <a:xfrm>
          <a:off x="1253346" y="4413402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Identificación de interesados</a:t>
          </a:r>
          <a:endParaRPr lang="es-ES" sz="1200" kern="1200" dirty="0"/>
        </a:p>
      </dsp:txBody>
      <dsp:txXfrm>
        <a:off x="1253346" y="4413402"/>
        <a:ext cx="1035600" cy="517800"/>
      </dsp:txXfrm>
    </dsp:sp>
    <dsp:sp modelId="{19387325-8BCB-4955-B2E7-D5743BE38256}">
      <dsp:nvSpPr>
        <dsp:cNvPr id="0" name=""/>
        <dsp:cNvSpPr/>
      </dsp:nvSpPr>
      <dsp:spPr>
        <a:xfrm>
          <a:off x="2247523" y="737020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Planificación</a:t>
          </a:r>
          <a:endParaRPr lang="es-ES" sz="1200" kern="1200" dirty="0"/>
        </a:p>
      </dsp:txBody>
      <dsp:txXfrm>
        <a:off x="2247523" y="737020"/>
        <a:ext cx="1035600" cy="517800"/>
      </dsp:txXfrm>
    </dsp:sp>
    <dsp:sp modelId="{6C7A0949-19C9-41F4-BA9E-23B3273DCEEF}">
      <dsp:nvSpPr>
        <dsp:cNvPr id="0" name=""/>
        <dsp:cNvSpPr/>
      </dsp:nvSpPr>
      <dsp:spPr>
        <a:xfrm>
          <a:off x="2247523" y="1472296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Acuerdos</a:t>
          </a:r>
          <a:endParaRPr lang="es-ES" sz="1200" kern="1200" dirty="0"/>
        </a:p>
      </dsp:txBody>
      <dsp:txXfrm>
        <a:off x="2247523" y="1472296"/>
        <a:ext cx="1035600" cy="517800"/>
      </dsp:txXfrm>
    </dsp:sp>
    <dsp:sp modelId="{5902C1CE-59CB-48CC-A9E8-31C87BAB86B7}">
      <dsp:nvSpPr>
        <dsp:cNvPr id="0" name=""/>
        <dsp:cNvSpPr/>
      </dsp:nvSpPr>
      <dsp:spPr>
        <a:xfrm>
          <a:off x="2247523" y="2207573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Reuniones</a:t>
          </a:r>
          <a:endParaRPr lang="es-ES" sz="1200" kern="1200" dirty="0"/>
        </a:p>
      </dsp:txBody>
      <dsp:txXfrm>
        <a:off x="2247523" y="2207573"/>
        <a:ext cx="1035600" cy="517800"/>
      </dsp:txXfrm>
    </dsp:sp>
    <dsp:sp modelId="{EE683B0C-F739-4B89-B671-75589FC89F9A}">
      <dsp:nvSpPr>
        <dsp:cNvPr id="0" name=""/>
        <dsp:cNvSpPr/>
      </dsp:nvSpPr>
      <dsp:spPr>
        <a:xfrm>
          <a:off x="2247523" y="2942849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Calidad y Validación</a:t>
          </a:r>
          <a:endParaRPr lang="es-ES" sz="1200" kern="1200" dirty="0"/>
        </a:p>
      </dsp:txBody>
      <dsp:txXfrm>
        <a:off x="2247523" y="2942849"/>
        <a:ext cx="1035600" cy="517800"/>
      </dsp:txXfrm>
    </dsp:sp>
    <dsp:sp modelId="{14AD5822-87DB-4164-BC3B-694EE1B3D908}">
      <dsp:nvSpPr>
        <dsp:cNvPr id="0" name=""/>
        <dsp:cNvSpPr/>
      </dsp:nvSpPr>
      <dsp:spPr>
        <a:xfrm>
          <a:off x="2506423" y="3678126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Cronograma</a:t>
          </a:r>
          <a:endParaRPr lang="es-ES" sz="1200" kern="1200" dirty="0"/>
        </a:p>
      </dsp:txBody>
      <dsp:txXfrm>
        <a:off x="2506423" y="3678126"/>
        <a:ext cx="1035600" cy="517800"/>
      </dsp:txXfrm>
    </dsp:sp>
    <dsp:sp modelId="{86C26E72-D9A7-4FEE-A6DA-11D9B33617A4}">
      <dsp:nvSpPr>
        <dsp:cNvPr id="0" name=""/>
        <dsp:cNvSpPr/>
      </dsp:nvSpPr>
      <dsp:spPr>
        <a:xfrm>
          <a:off x="3500599" y="737020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Desarrollo</a:t>
          </a:r>
          <a:endParaRPr lang="es-ES" sz="1200" kern="1200" dirty="0"/>
        </a:p>
      </dsp:txBody>
      <dsp:txXfrm>
        <a:off x="3500599" y="737020"/>
        <a:ext cx="1035600" cy="517800"/>
      </dsp:txXfrm>
    </dsp:sp>
    <dsp:sp modelId="{A21063DB-9E2C-4C71-AAEE-C89CEB10BA48}">
      <dsp:nvSpPr>
        <dsp:cNvPr id="0" name=""/>
        <dsp:cNvSpPr/>
      </dsp:nvSpPr>
      <dsp:spPr>
        <a:xfrm>
          <a:off x="3500599" y="1472296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Control de procesos</a:t>
          </a:r>
          <a:endParaRPr lang="es-ES" sz="1200" kern="1200" dirty="0"/>
        </a:p>
      </dsp:txBody>
      <dsp:txXfrm>
        <a:off x="3500599" y="1472296"/>
        <a:ext cx="1035600" cy="517800"/>
      </dsp:txXfrm>
    </dsp:sp>
    <dsp:sp modelId="{12EA0026-7264-4099-8D42-2AB7A739F3DE}">
      <dsp:nvSpPr>
        <dsp:cNvPr id="0" name=""/>
        <dsp:cNvSpPr/>
      </dsp:nvSpPr>
      <dsp:spPr>
        <a:xfrm>
          <a:off x="3759500" y="2207573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Gestión de compras</a:t>
          </a:r>
          <a:endParaRPr lang="es-ES" sz="1200" kern="1200" dirty="0"/>
        </a:p>
      </dsp:txBody>
      <dsp:txXfrm>
        <a:off x="3759500" y="2207573"/>
        <a:ext cx="1035600" cy="517800"/>
      </dsp:txXfrm>
    </dsp:sp>
    <dsp:sp modelId="{02B4A462-0B83-4FE5-8E12-A92CD80329BC}">
      <dsp:nvSpPr>
        <dsp:cNvPr id="0" name=""/>
        <dsp:cNvSpPr/>
      </dsp:nvSpPr>
      <dsp:spPr>
        <a:xfrm>
          <a:off x="5012577" y="737020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Formación</a:t>
          </a:r>
          <a:endParaRPr lang="es-ES" sz="1200" kern="1200" dirty="0"/>
        </a:p>
      </dsp:txBody>
      <dsp:txXfrm>
        <a:off x="5012577" y="737020"/>
        <a:ext cx="1035600" cy="517800"/>
      </dsp:txXfrm>
    </dsp:sp>
    <dsp:sp modelId="{8C2A1F0C-05C1-4C6A-8049-FFEE87946AD7}">
      <dsp:nvSpPr>
        <dsp:cNvPr id="0" name=""/>
        <dsp:cNvSpPr/>
      </dsp:nvSpPr>
      <dsp:spPr>
        <a:xfrm>
          <a:off x="5012577" y="1472296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Cursos</a:t>
          </a:r>
          <a:endParaRPr lang="es-ES" sz="1200" kern="1200" dirty="0"/>
        </a:p>
      </dsp:txBody>
      <dsp:txXfrm>
        <a:off x="5012577" y="1472296"/>
        <a:ext cx="1035600" cy="517800"/>
      </dsp:txXfrm>
    </dsp:sp>
    <dsp:sp modelId="{AB37D1B5-19B1-451D-B47C-A17C513103E1}">
      <dsp:nvSpPr>
        <dsp:cNvPr id="0" name=""/>
        <dsp:cNvSpPr/>
      </dsp:nvSpPr>
      <dsp:spPr>
        <a:xfrm>
          <a:off x="5012577" y="2207573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Personal</a:t>
          </a:r>
          <a:endParaRPr lang="es-ES" sz="1200" kern="1200" dirty="0"/>
        </a:p>
      </dsp:txBody>
      <dsp:txXfrm>
        <a:off x="5012577" y="2207573"/>
        <a:ext cx="1035600" cy="517800"/>
      </dsp:txXfrm>
    </dsp:sp>
    <dsp:sp modelId="{3DF2609A-D10E-4778-AF9A-10A9EDF34477}">
      <dsp:nvSpPr>
        <dsp:cNvPr id="0" name=""/>
        <dsp:cNvSpPr/>
      </dsp:nvSpPr>
      <dsp:spPr>
        <a:xfrm>
          <a:off x="5012577" y="2942849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Certificación</a:t>
          </a:r>
          <a:endParaRPr lang="es-ES" sz="1200" kern="1200" dirty="0"/>
        </a:p>
      </dsp:txBody>
      <dsp:txXfrm>
        <a:off x="5012577" y="2942849"/>
        <a:ext cx="1035600" cy="517800"/>
      </dsp:txXfrm>
    </dsp:sp>
    <dsp:sp modelId="{98288EE4-02B7-4F77-AB81-76226C2239FE}">
      <dsp:nvSpPr>
        <dsp:cNvPr id="0" name=""/>
        <dsp:cNvSpPr/>
      </dsp:nvSpPr>
      <dsp:spPr>
        <a:xfrm>
          <a:off x="5271477" y="3678126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Documentación de formación</a:t>
          </a:r>
          <a:endParaRPr lang="es-ES" sz="1200" kern="1200" dirty="0"/>
        </a:p>
      </dsp:txBody>
      <dsp:txXfrm>
        <a:off x="5271477" y="3678126"/>
        <a:ext cx="1035600" cy="517800"/>
      </dsp:txXfrm>
    </dsp:sp>
    <dsp:sp modelId="{05D049D6-AF6E-4C2B-8276-2B64317A47F8}">
      <dsp:nvSpPr>
        <dsp:cNvPr id="0" name=""/>
        <dsp:cNvSpPr/>
      </dsp:nvSpPr>
      <dsp:spPr>
        <a:xfrm>
          <a:off x="6265654" y="737020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Integración y pruebas</a:t>
          </a:r>
          <a:endParaRPr lang="es-ES" sz="1200" kern="1200" dirty="0"/>
        </a:p>
      </dsp:txBody>
      <dsp:txXfrm>
        <a:off x="6265654" y="737020"/>
        <a:ext cx="1035600" cy="517800"/>
      </dsp:txXfrm>
    </dsp:sp>
    <dsp:sp modelId="{5DF77C1A-A626-446D-ADBC-0383B75A543F}">
      <dsp:nvSpPr>
        <dsp:cNvPr id="0" name=""/>
        <dsp:cNvSpPr/>
      </dsp:nvSpPr>
      <dsp:spPr>
        <a:xfrm>
          <a:off x="6265654" y="1472296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Integración en muestra</a:t>
          </a:r>
          <a:endParaRPr lang="es-ES" sz="1200" kern="1200" dirty="0"/>
        </a:p>
      </dsp:txBody>
      <dsp:txXfrm>
        <a:off x="6265654" y="1472296"/>
        <a:ext cx="1035600" cy="517800"/>
      </dsp:txXfrm>
    </dsp:sp>
    <dsp:sp modelId="{D5B3E924-CF86-496C-82D3-1CF70E163055}">
      <dsp:nvSpPr>
        <dsp:cNvPr id="0" name=""/>
        <dsp:cNvSpPr/>
      </dsp:nvSpPr>
      <dsp:spPr>
        <a:xfrm>
          <a:off x="6265654" y="2207573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Obtención de resultados</a:t>
          </a:r>
          <a:endParaRPr lang="es-ES" sz="1200" kern="1200" dirty="0"/>
        </a:p>
      </dsp:txBody>
      <dsp:txXfrm>
        <a:off x="6265654" y="2207573"/>
        <a:ext cx="1035600" cy="517800"/>
      </dsp:txXfrm>
    </dsp:sp>
    <dsp:sp modelId="{774F96D6-C5A3-4F09-BB10-C3052D2CF978}">
      <dsp:nvSpPr>
        <dsp:cNvPr id="0" name=""/>
        <dsp:cNvSpPr/>
      </dsp:nvSpPr>
      <dsp:spPr>
        <a:xfrm>
          <a:off x="6524554" y="2942849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Validación de resultados</a:t>
          </a:r>
          <a:endParaRPr lang="es-ES" sz="1200" kern="1200" dirty="0"/>
        </a:p>
      </dsp:txBody>
      <dsp:txXfrm>
        <a:off x="6524554" y="2942849"/>
        <a:ext cx="1035600" cy="517800"/>
      </dsp:txXfrm>
    </dsp:sp>
    <dsp:sp modelId="{641269D5-E196-437E-9C45-0622E80431A5}">
      <dsp:nvSpPr>
        <dsp:cNvPr id="0" name=""/>
        <dsp:cNvSpPr/>
      </dsp:nvSpPr>
      <dsp:spPr>
        <a:xfrm>
          <a:off x="7518730" y="737020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Cierre</a:t>
          </a:r>
          <a:endParaRPr lang="es-ES" sz="1200" kern="1200" dirty="0"/>
        </a:p>
      </dsp:txBody>
      <dsp:txXfrm>
        <a:off x="7518730" y="737020"/>
        <a:ext cx="1035600" cy="517800"/>
      </dsp:txXfrm>
    </dsp:sp>
    <dsp:sp modelId="{24B38226-9609-4505-88AF-D239F466B57B}">
      <dsp:nvSpPr>
        <dsp:cNvPr id="0" name=""/>
        <dsp:cNvSpPr/>
      </dsp:nvSpPr>
      <dsp:spPr>
        <a:xfrm>
          <a:off x="7518730" y="1472296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Implementación final</a:t>
          </a:r>
          <a:endParaRPr lang="es-ES" sz="1200" kern="1200" dirty="0"/>
        </a:p>
      </dsp:txBody>
      <dsp:txXfrm>
        <a:off x="7518730" y="1472296"/>
        <a:ext cx="1035600" cy="517800"/>
      </dsp:txXfrm>
    </dsp:sp>
    <dsp:sp modelId="{EC48D633-B133-477C-B2C2-1F0ECFD4E09C}">
      <dsp:nvSpPr>
        <dsp:cNvPr id="0" name=""/>
        <dsp:cNvSpPr/>
      </dsp:nvSpPr>
      <dsp:spPr>
        <a:xfrm>
          <a:off x="7777631" y="2207573"/>
          <a:ext cx="1035600" cy="517800"/>
        </a:xfrm>
        <a:prstGeom prst="rect">
          <a:avLst/>
        </a:prstGeom>
        <a:gradFill rotWithShape="0">
          <a:gsLst>
            <a:gs pos="0">
              <a:schemeClr val="accent2">
                <a:tint val="7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7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7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Documentación</a:t>
          </a:r>
          <a:endParaRPr lang="es-ES" sz="1200" kern="1200" dirty="0"/>
        </a:p>
      </dsp:txBody>
      <dsp:txXfrm>
        <a:off x="7777631" y="2207573"/>
        <a:ext cx="1035600" cy="517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DB4A3-1760-4834-86D9-2D27EA48F734}" type="datetimeFigureOut">
              <a:rPr lang="es-ES" smtClean="0"/>
              <a:t>31/10/18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DEC7E-09EC-4CD0-90BA-4324AC3F20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006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DEC7E-09EC-4CD0-90BA-4324AC3F20A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0751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Para ello ha decidido contratar los servicios de un integrador especializado que ejecute el proyecto.</a:t>
            </a:r>
          </a:p>
          <a:p>
            <a:r>
              <a:rPr lang="es-ES_tradnl" dirty="0"/>
              <a:t>Este proyecto surge de la necesidad de profundizar en la transformación digital de la sanidad.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DEC7E-09EC-4CD0-90BA-4324AC3F20A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4762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Existe alta demanda de servicios sanitarios de atención primaria, </a:t>
            </a:r>
          </a:p>
          <a:p>
            <a:r>
              <a:rPr lang="es-ES_tradnl" dirty="0"/>
              <a:t>Por lo tanto ante tal demanda, con este sistema se pretende realizar una mejora en la eficiencia del sistema, reduciendo la necesidad de visitas presenciales y de evitar falsas alarmas en las urgencias.</a:t>
            </a:r>
          </a:p>
          <a:p>
            <a:r>
              <a:rPr lang="es-ES_tradnl" dirty="0"/>
              <a:t>Además, se mejorará la salud de los pacientes, puesto que se brindará un mayor control sanitario y esto permitirá a los médicos ofrecer un mejor tratamiento.</a:t>
            </a:r>
          </a:p>
          <a:p>
            <a:r>
              <a:rPr lang="es-ES_tradnl" dirty="0"/>
              <a:t>También con ello, se mejorará la experiencia de usuario ya que se realizará un sistema sanitario mas cercano y humano. 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DEC7E-09EC-4CD0-90BA-4324AC3F20A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1343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Para llevar a cabo este proyecto, se nos plantean los siguientes requisitos: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DEC7E-09EC-4CD0-90BA-4324AC3F20A1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0281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En cuanto a la gestión de nuestros procesos que componen nuestra WBS, (la cuál veremos más adelante), tenemos los siguientes activos: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DEC7E-09EC-4CD0-90BA-4324AC3F20A1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6015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DEC7E-09EC-4CD0-90BA-4324AC3F20A1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125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EDT, Estructura de desglose del trabajo.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DEC7E-09EC-4CD0-90BA-4324AC3F20A1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050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F9C15-9B70-4CA9-BAAB-42894FA5E652}" type="datetime1">
              <a:rPr lang="es-ES" smtClean="0"/>
              <a:t>31/10/18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50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DA231-2EEE-49C3-9A76-F08024F4CB0C}" type="datetime1">
              <a:rPr lang="es-ES" smtClean="0"/>
              <a:t>31/10/18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06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7E9D6-1C6E-4AC9-8D68-56606CF0BDBC}" type="datetime1">
              <a:rPr lang="es-ES" smtClean="0"/>
              <a:t>31/10/18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936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3174-D812-484D-81B2-308223A7FCD8}" type="datetime1">
              <a:rPr lang="es-ES" smtClean="0"/>
              <a:t>31/10/18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0127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A60C-E688-482B-9CE0-0E6CF9AED751}" type="datetime1">
              <a:rPr lang="es-ES" smtClean="0"/>
              <a:t>31/10/18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8029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F0DBC-57A1-4E1A-A5EA-BCE564710AA8}" type="datetime1">
              <a:rPr lang="es-ES" smtClean="0"/>
              <a:t>31/10/18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123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80875-414B-4474-9A58-D03825F28680}" type="datetime1">
              <a:rPr lang="es-ES" smtClean="0"/>
              <a:t>31/10/18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ES"/>
              <a:t>SAMBA Solutions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4689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F310FC-B9B0-45A2-86D5-A96A920F28C4}" type="datetime1">
              <a:rPr lang="es-ES" smtClean="0"/>
              <a:t>31/10/18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SAMBA Solutions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60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22986-0094-4511-80EE-0754AA3F7407}" type="datetime1">
              <a:rPr lang="es-ES" smtClean="0"/>
              <a:t>31/10/18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679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AF09-5586-4138-92EA-9EF4143C36B7}" type="datetime1">
              <a:rPr lang="es-ES" smtClean="0"/>
              <a:t>31/10/18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545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1CB4-9AA6-49A3-8B8A-948D520F051B}" type="datetime1">
              <a:rPr lang="es-ES" smtClean="0"/>
              <a:t>31/10/18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109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B218966-D51D-4410-BB2A-F90FB18E3632}" type="datetime1">
              <a:rPr lang="es-ES" smtClean="0"/>
              <a:t>31/10/18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SAMBA Solutions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889D4C9-2D47-4298-B3EC-5A220480347F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03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emf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FD25E-CB06-49A8-9A91-9E8F5A3A4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400" y="3428999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s-ES_tradnl" sz="4100" dirty="0">
                <a:solidFill>
                  <a:srgbClr val="000000"/>
                </a:solidFill>
              </a:rPr>
              <a:t>Proyecto “</a:t>
            </a:r>
            <a:r>
              <a:rPr lang="es-ES_tradnl" sz="4100" dirty="0" err="1">
                <a:solidFill>
                  <a:srgbClr val="000000"/>
                </a:solidFill>
              </a:rPr>
              <a:t>MeCuidas</a:t>
            </a:r>
            <a:r>
              <a:rPr lang="es-ES_tradnl" sz="4100" dirty="0">
                <a:solidFill>
                  <a:srgbClr val="000000"/>
                </a:solidFill>
              </a:rPr>
              <a:t>”</a:t>
            </a:r>
            <a:endParaRPr lang="es-ES" sz="4100" dirty="0">
              <a:solidFill>
                <a:srgbClr val="00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ACA8BE-7B92-4647-8915-BE4E4374B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9804" y="350273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s-ES_tradnl" sz="1400" dirty="0">
                <a:solidFill>
                  <a:srgbClr val="000000"/>
                </a:solidFill>
              </a:rPr>
              <a:t>Gestión de Proyectos</a:t>
            </a:r>
            <a:endParaRPr lang="es-ES" sz="1400" dirty="0">
              <a:solidFill>
                <a:srgbClr val="00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813917-AF70-4E1C-A3C6-F9271CBB72A8}"/>
              </a:ext>
            </a:extLst>
          </p:cNvPr>
          <p:cNvSpPr txBox="1"/>
          <p:nvPr/>
        </p:nvSpPr>
        <p:spPr>
          <a:xfrm>
            <a:off x="1294915" y="4563882"/>
            <a:ext cx="48056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Sergio </a:t>
            </a:r>
            <a:r>
              <a:rPr lang="es-ES_tradnl" dirty="0" err="1"/>
              <a:t>Lluva</a:t>
            </a:r>
            <a:r>
              <a:rPr lang="es-ES_tradnl" dirty="0"/>
              <a:t> Plaza</a:t>
            </a:r>
          </a:p>
          <a:p>
            <a:r>
              <a:rPr lang="es-ES_tradnl" dirty="0"/>
              <a:t>Adrián Gallego Sánchez</a:t>
            </a:r>
          </a:p>
          <a:p>
            <a:r>
              <a:rPr lang="es-ES_tradnl" dirty="0"/>
              <a:t>Mari Cortes Benito Ortiz</a:t>
            </a:r>
          </a:p>
          <a:p>
            <a:r>
              <a:rPr lang="es-ES_tradnl" dirty="0" err="1"/>
              <a:t>Boby</a:t>
            </a:r>
            <a:r>
              <a:rPr lang="es-ES_tradnl" dirty="0"/>
              <a:t> </a:t>
            </a:r>
            <a:r>
              <a:rPr lang="es-ES_tradnl" dirty="0" err="1"/>
              <a:t>Nicusor</a:t>
            </a:r>
            <a:r>
              <a:rPr lang="es-ES_tradnl" dirty="0"/>
              <a:t> </a:t>
            </a:r>
            <a:r>
              <a:rPr lang="es-ES_tradnl" dirty="0" err="1"/>
              <a:t>Constantin</a:t>
            </a:r>
            <a:endParaRPr lang="es-ES_tradnl" dirty="0"/>
          </a:p>
          <a:p>
            <a:r>
              <a:rPr lang="es-ES_tradnl" dirty="0"/>
              <a:t>Alejandro Paniagua Tineo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4159ACE-2861-4386-9944-9D7E05109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604" y="2281137"/>
            <a:ext cx="4141760" cy="177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1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55265-6103-4BCF-85FD-F378449F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Índice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E83983-3B02-4761-AAD7-19163B886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1. Contexto</a:t>
            </a:r>
          </a:p>
          <a:p>
            <a:r>
              <a:rPr lang="es-ES_tradnl" dirty="0"/>
              <a:t>2. Plan de integridad del proyecto</a:t>
            </a:r>
          </a:p>
          <a:p>
            <a:pPr lvl="1"/>
            <a:r>
              <a:rPr lang="es-ES_tradnl" dirty="0"/>
              <a:t>2.1 Justificación del proyecto</a:t>
            </a:r>
          </a:p>
          <a:p>
            <a:pPr lvl="1"/>
            <a:r>
              <a:rPr lang="es-ES_tradnl" dirty="0"/>
              <a:t>2.2 Requisitos</a:t>
            </a:r>
          </a:p>
          <a:p>
            <a:pPr lvl="1"/>
            <a:r>
              <a:rPr lang="es-ES_tradnl" dirty="0"/>
              <a:t>2.3. Acuerdos</a:t>
            </a:r>
          </a:p>
          <a:p>
            <a:pPr lvl="1"/>
            <a:r>
              <a:rPr lang="es-ES_tradnl" dirty="0"/>
              <a:t>2.4 Activos</a:t>
            </a:r>
          </a:p>
          <a:p>
            <a:pPr lvl="1"/>
            <a:r>
              <a:rPr lang="es-ES_tradnl" dirty="0"/>
              <a:t>2.5 Riesgos</a:t>
            </a:r>
          </a:p>
          <a:p>
            <a:r>
              <a:rPr lang="es-ES_tradnl" dirty="0"/>
              <a:t>3. Plan de gestión del Alcance</a:t>
            </a:r>
          </a:p>
          <a:p>
            <a:pPr lvl="1"/>
            <a:r>
              <a:rPr lang="es-ES_tradnl" dirty="0"/>
              <a:t>3.1 Recopilación de requisitos</a:t>
            </a:r>
          </a:p>
          <a:p>
            <a:pPr lvl="1"/>
            <a:r>
              <a:rPr lang="es-ES_tradnl" dirty="0"/>
              <a:t>3.2 Definición del alcance</a:t>
            </a:r>
          </a:p>
          <a:p>
            <a:pPr lvl="1"/>
            <a:r>
              <a:rPr lang="es-ES_tradnl" dirty="0"/>
              <a:t>3.3 </a:t>
            </a:r>
            <a:r>
              <a:rPr lang="es-ES" dirty="0" err="1"/>
              <a:t>Work</a:t>
            </a:r>
            <a:r>
              <a:rPr lang="es-ES" dirty="0"/>
              <a:t> </a:t>
            </a:r>
            <a:r>
              <a:rPr lang="es-ES" dirty="0" err="1"/>
              <a:t>Breakdown</a:t>
            </a:r>
            <a:r>
              <a:rPr lang="es-ES" dirty="0"/>
              <a:t> </a:t>
            </a:r>
            <a:r>
              <a:rPr lang="es-ES" dirty="0" err="1"/>
              <a:t>Structure</a:t>
            </a:r>
            <a:r>
              <a:rPr lang="es-ES" dirty="0"/>
              <a:t>, WBS</a:t>
            </a:r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pPr marL="457200" lvl="1" indent="0">
              <a:buNone/>
            </a:pPr>
            <a:endParaRPr lang="es-ES_tradn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58E50D-4CA2-4A21-9FED-47FADF466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8C663E-71F9-468A-8DC4-29B5687A5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84B93C-44BF-4B39-BB28-5D5353C2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608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F455B-03B2-4165-95BB-C727A33E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Contexto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A6FA39-B997-4C97-86E3-672D44B12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_tradnl" dirty="0">
                <a:latin typeface="Helvetica Neue"/>
              </a:rPr>
              <a:t>La Conserjería de Sanidad de la Comunidad de Madrid pretende implantar un sistema de gestión remota de pacientes (GRP, </a:t>
            </a:r>
            <a:r>
              <a:rPr lang="es-ES_tradnl" i="1" dirty="0" err="1">
                <a:latin typeface="Helvetica Neue"/>
              </a:rPr>
              <a:t>MeCuidas</a:t>
            </a:r>
            <a:r>
              <a:rPr lang="es-ES_tradnl" dirty="0">
                <a:latin typeface="Helvetica Neue"/>
              </a:rPr>
              <a:t>).</a:t>
            </a:r>
          </a:p>
          <a:p>
            <a:pPr algn="just"/>
            <a:endParaRPr lang="es-ES_tradnl" dirty="0">
              <a:latin typeface="Helvetica Neue"/>
            </a:endParaRPr>
          </a:p>
          <a:p>
            <a:pPr algn="just"/>
            <a:r>
              <a:rPr lang="es-ES_tradnl" dirty="0">
                <a:latin typeface="Helvetica Neue"/>
              </a:rPr>
              <a:t>Transformación digital de la sanidad o Sanidad Digital. </a:t>
            </a:r>
          </a:p>
          <a:p>
            <a:pPr lvl="1" algn="just"/>
            <a:r>
              <a:rPr lang="es-ES_tradnl" dirty="0">
                <a:latin typeface="Helvetica Neue"/>
              </a:rPr>
              <a:t>Actualmente existen pocos servicios digitales (</a:t>
            </a:r>
            <a:r>
              <a:rPr lang="es-ES_tradnl" dirty="0" err="1">
                <a:latin typeface="Helvetica Neue"/>
              </a:rPr>
              <a:t>p.e</a:t>
            </a:r>
            <a:r>
              <a:rPr lang="es-ES_tradnl" dirty="0">
                <a:latin typeface="Helvetica Neue"/>
              </a:rPr>
              <a:t> cita previa on-line).</a:t>
            </a:r>
          </a:p>
          <a:p>
            <a:endParaRPr lang="es-ES_tradnl" dirty="0"/>
          </a:p>
          <a:p>
            <a:endParaRPr lang="es-ES_tradn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F15AF0-0986-42FD-938D-5E7C8DB6F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E77D68-9C59-4DEF-87E1-694CB3A6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C24B28-8145-48AF-BFD1-2264E580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424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3CF84-6D13-4FC1-B67A-5C505AD70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Justificación del proyecto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CBB3A8-31AD-4A39-B3D5-7957AD05E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09278"/>
            <a:ext cx="10648950" cy="4802187"/>
          </a:xfrm>
        </p:spPr>
        <p:txBody>
          <a:bodyPr>
            <a:normAutofit/>
          </a:bodyPr>
          <a:lstStyle/>
          <a:p>
            <a:pPr algn="just"/>
            <a:endParaRPr lang="es-ES_tradnl" dirty="0">
              <a:latin typeface="Helvetica Neue"/>
            </a:endParaRPr>
          </a:p>
          <a:p>
            <a:pPr algn="just"/>
            <a:r>
              <a:rPr lang="es-ES_tradnl" dirty="0">
                <a:latin typeface="Helvetica Neue"/>
              </a:rPr>
              <a:t>Actualmente, la Comunidad de Madrid es una población con alta tasa de mortalidad y baja tasa de natalidad -&gt; Población envejecida.</a:t>
            </a:r>
          </a:p>
          <a:p>
            <a:pPr algn="just"/>
            <a:r>
              <a:rPr lang="es-ES_tradnl" dirty="0">
                <a:latin typeface="Helvetica Neue"/>
              </a:rPr>
              <a:t>Incremento de enfermedades crónicas en los pacientes.</a:t>
            </a:r>
          </a:p>
          <a:p>
            <a:pPr algn="just"/>
            <a:r>
              <a:rPr lang="es-ES_tradnl" dirty="0">
                <a:latin typeface="Helvetica Neue"/>
              </a:rPr>
              <a:t>Conclusión: existe alta demanda de servicios sanitarios de atención primaria.</a:t>
            </a:r>
          </a:p>
          <a:p>
            <a:pPr algn="just"/>
            <a:endParaRPr lang="es-ES_tradnl" dirty="0">
              <a:latin typeface="Helvetica Neue"/>
            </a:endParaRPr>
          </a:p>
          <a:p>
            <a:pPr algn="just"/>
            <a:r>
              <a:rPr lang="es-ES_tradnl" dirty="0">
                <a:latin typeface="Helvetica Neue"/>
              </a:rPr>
              <a:t>Con este proyecto, se pretende conseguir:</a:t>
            </a:r>
          </a:p>
          <a:p>
            <a:pPr lvl="1" algn="just"/>
            <a:r>
              <a:rPr lang="es-ES_tradnl" dirty="0">
                <a:latin typeface="Helvetica Neue"/>
              </a:rPr>
              <a:t>Mejora en la eficiencia del sistema.</a:t>
            </a:r>
          </a:p>
          <a:p>
            <a:pPr lvl="1" algn="just"/>
            <a:r>
              <a:rPr lang="es-ES_tradnl" dirty="0">
                <a:latin typeface="Helvetica Neue"/>
              </a:rPr>
              <a:t>Mayor control sobre los pacientes.</a:t>
            </a:r>
          </a:p>
          <a:p>
            <a:pPr lvl="1" algn="just"/>
            <a:r>
              <a:rPr lang="es-ES_tradnl" dirty="0">
                <a:latin typeface="Helvetica Neue"/>
              </a:rPr>
              <a:t>Mejorar experiencia de usuario.</a:t>
            </a:r>
          </a:p>
          <a:p>
            <a:pPr lvl="1"/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CAE440-5FD2-4E7E-8F58-357FAE1A6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E74E31-C6D4-47AE-B53F-9F497BA0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35E4CB-4A9E-4BD1-BB54-B33D16C4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6062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11378-118C-4717-A230-1DF2DAF50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Requisitos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45EAD2-949A-44CE-9E76-4FE131852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723"/>
            <a:ext cx="10515600" cy="4756126"/>
          </a:xfrm>
        </p:spPr>
        <p:txBody>
          <a:bodyPr anchor="ctr">
            <a:normAutofit fontScale="77500" lnSpcReduction="20000"/>
          </a:bodyPr>
          <a:lstStyle/>
          <a:p>
            <a:pPr marL="342900" indent="-330200" algn="just">
              <a:lnSpc>
                <a:spcPct val="120000"/>
              </a:lnSpc>
              <a:spcBef>
                <a:spcPts val="1285"/>
              </a:spcBef>
              <a:buSzPct val="144680"/>
              <a:tabLst>
                <a:tab pos="342900" algn="l"/>
              </a:tabLst>
            </a:pPr>
            <a:endParaRPr lang="es-ES_tradnl" spc="-5" dirty="0">
              <a:latin typeface="Helvetica Neue"/>
              <a:cs typeface="Helvetica Neue"/>
            </a:endParaRPr>
          </a:p>
          <a:p>
            <a:pPr marL="355600" indent="-342900" algn="just">
              <a:lnSpc>
                <a:spcPct val="120000"/>
              </a:lnSpc>
              <a:spcBef>
                <a:spcPts val="1285"/>
              </a:spcBef>
              <a:buSzPct val="144680"/>
              <a:buFont typeface="Wingdings" panose="05000000000000000000" pitchFamily="2" charset="2"/>
              <a:buChar char="ü"/>
              <a:tabLst>
                <a:tab pos="342900" algn="l"/>
              </a:tabLst>
            </a:pPr>
            <a:r>
              <a:rPr lang="es-ES_tradnl" spc="-5" dirty="0">
                <a:latin typeface="Helvetica Neue"/>
                <a:cs typeface="Helvetica Neue"/>
              </a:rPr>
              <a:t>Almacenamiento de datos de los usuarios en la nube.</a:t>
            </a:r>
            <a:r>
              <a:rPr lang="es-ES" spc="-5" dirty="0">
                <a:latin typeface="Helvetica Neue"/>
                <a:cs typeface="Helvetica Neue"/>
              </a:rPr>
              <a:t> </a:t>
            </a:r>
          </a:p>
          <a:p>
            <a:pPr marL="355600" indent="-342900" algn="just">
              <a:lnSpc>
                <a:spcPct val="120000"/>
              </a:lnSpc>
              <a:spcBef>
                <a:spcPts val="1285"/>
              </a:spcBef>
              <a:buSzPct val="144680"/>
              <a:buFont typeface="Wingdings" panose="05000000000000000000" pitchFamily="2" charset="2"/>
              <a:buChar char="ü"/>
              <a:tabLst>
                <a:tab pos="342900" algn="l"/>
              </a:tabLst>
            </a:pPr>
            <a:r>
              <a:rPr lang="es-ES_tradnl" spc="-5" dirty="0">
                <a:latin typeface="Helvetica Neue"/>
                <a:cs typeface="Helvetica Neue"/>
              </a:rPr>
              <a:t>Protección</a:t>
            </a:r>
            <a:r>
              <a:rPr lang="es-ES" spc="-5" dirty="0">
                <a:latin typeface="Helvetica Neue"/>
                <a:cs typeface="Helvetica Neue"/>
              </a:rPr>
              <a:t> de datos.</a:t>
            </a:r>
          </a:p>
          <a:p>
            <a:pPr marL="355600" indent="-342900" algn="just">
              <a:lnSpc>
                <a:spcPct val="120000"/>
              </a:lnSpc>
              <a:spcBef>
                <a:spcPts val="1285"/>
              </a:spcBef>
              <a:buSzPct val="144680"/>
              <a:buFont typeface="Wingdings" panose="05000000000000000000" pitchFamily="2" charset="2"/>
              <a:buChar char="ü"/>
              <a:tabLst>
                <a:tab pos="342900" algn="l"/>
              </a:tabLst>
            </a:pPr>
            <a:r>
              <a:rPr lang="es-ES" spc="-5" dirty="0">
                <a:latin typeface="Helvetica Neue"/>
                <a:cs typeface="Helvetica Neue"/>
              </a:rPr>
              <a:t>Obtención de dispositivos de monitorización y comunicación para que los usuarios puedan utilizar el</a:t>
            </a:r>
            <a:r>
              <a:rPr lang="es-ES" spc="-10" dirty="0">
                <a:latin typeface="Helvetica Neue"/>
                <a:cs typeface="Helvetica Neue"/>
              </a:rPr>
              <a:t> </a:t>
            </a:r>
            <a:r>
              <a:rPr lang="es-ES" spc="-5" dirty="0">
                <a:latin typeface="Helvetica Neue"/>
                <a:cs typeface="Helvetica Neue"/>
              </a:rPr>
              <a:t>servicio.</a:t>
            </a:r>
          </a:p>
          <a:p>
            <a:pPr marL="355600" indent="-342900" algn="just">
              <a:lnSpc>
                <a:spcPct val="120000"/>
              </a:lnSpc>
              <a:spcBef>
                <a:spcPts val="1285"/>
              </a:spcBef>
              <a:buSzPct val="144680"/>
              <a:buFont typeface="Wingdings" panose="05000000000000000000" pitchFamily="2" charset="2"/>
              <a:buChar char="ü"/>
              <a:tabLst>
                <a:tab pos="342900" algn="l"/>
              </a:tabLst>
            </a:pPr>
            <a:r>
              <a:rPr lang="es-ES_tradnl" spc="-5" dirty="0">
                <a:latin typeface="Helvetica Neue"/>
                <a:cs typeface="Helvetica Neue"/>
              </a:rPr>
              <a:t>Obtención</a:t>
            </a:r>
            <a:r>
              <a:rPr lang="es-ES" spc="-5" dirty="0">
                <a:latin typeface="Helvetica Neue"/>
                <a:cs typeface="Helvetica Neue"/>
              </a:rPr>
              <a:t> del software para la implementación del servicio.</a:t>
            </a:r>
          </a:p>
          <a:p>
            <a:pPr marL="355600" indent="-342900" algn="just">
              <a:lnSpc>
                <a:spcPct val="120000"/>
              </a:lnSpc>
              <a:spcBef>
                <a:spcPts val="1285"/>
              </a:spcBef>
              <a:buSzPct val="144680"/>
              <a:buFont typeface="Wingdings" panose="05000000000000000000" pitchFamily="2" charset="2"/>
              <a:buChar char="ü"/>
              <a:tabLst>
                <a:tab pos="342900" algn="l"/>
              </a:tabLst>
            </a:pPr>
            <a:r>
              <a:rPr lang="es-ES_tradnl" dirty="0">
                <a:latin typeface="Helvetica Neue"/>
                <a:cs typeface="Helvetica Neue"/>
              </a:rPr>
              <a:t>Integración del servicio con las aplicaciones ya utilizadas por el sistema sanitario madrileño.</a:t>
            </a:r>
          </a:p>
          <a:p>
            <a:pPr marL="355600" indent="-342900" algn="just">
              <a:lnSpc>
                <a:spcPct val="120000"/>
              </a:lnSpc>
              <a:spcBef>
                <a:spcPts val="1285"/>
              </a:spcBef>
              <a:buSzPct val="144680"/>
              <a:buFont typeface="Wingdings" panose="05000000000000000000" pitchFamily="2" charset="2"/>
              <a:buChar char="ü"/>
              <a:tabLst>
                <a:tab pos="342900" algn="l"/>
              </a:tabLst>
            </a:pPr>
            <a:r>
              <a:rPr lang="es-ES_tradnl" dirty="0">
                <a:latin typeface="Helvetica Neue"/>
                <a:cs typeface="Helvetica Neue"/>
              </a:rPr>
              <a:t>Implementación de un </a:t>
            </a:r>
            <a:r>
              <a:rPr lang="es-ES_tradnl" i="1" dirty="0" err="1">
                <a:latin typeface="Helvetica Neue"/>
                <a:cs typeface="Helvetica Neue"/>
              </a:rPr>
              <a:t>call</a:t>
            </a:r>
            <a:r>
              <a:rPr lang="es-ES_tradnl" i="1" dirty="0">
                <a:latin typeface="Helvetica Neue"/>
                <a:cs typeface="Helvetica Neue"/>
              </a:rPr>
              <a:t> center </a:t>
            </a:r>
            <a:r>
              <a:rPr lang="es-ES_tradnl" dirty="0">
                <a:latin typeface="Helvetica Neue"/>
                <a:cs typeface="Helvetica Neue"/>
              </a:rPr>
              <a:t>para atender dudas o avisos por problemas técnicos.</a:t>
            </a:r>
          </a:p>
          <a:p>
            <a:pPr marL="355600" indent="-342900" algn="just">
              <a:lnSpc>
                <a:spcPct val="120000"/>
              </a:lnSpc>
              <a:spcBef>
                <a:spcPts val="1285"/>
              </a:spcBef>
              <a:buSzPct val="144680"/>
              <a:buFont typeface="Wingdings" panose="05000000000000000000" pitchFamily="2" charset="2"/>
              <a:buChar char="ü"/>
              <a:tabLst>
                <a:tab pos="342900" algn="l"/>
              </a:tabLst>
            </a:pPr>
            <a:r>
              <a:rPr lang="es-ES" spc="-5" dirty="0">
                <a:latin typeface="Helvetica Neue"/>
                <a:cs typeface="Helvetica Neue"/>
              </a:rPr>
              <a:t>Implementación de un servicio de instalación, </a:t>
            </a:r>
            <a:r>
              <a:rPr lang="es-ES" spc="-10" dirty="0">
                <a:latin typeface="Helvetica Neue"/>
                <a:cs typeface="Helvetica Neue"/>
              </a:rPr>
              <a:t>reparación, </a:t>
            </a:r>
            <a:r>
              <a:rPr lang="es-ES" spc="-5" dirty="0">
                <a:latin typeface="Helvetica Neue"/>
                <a:cs typeface="Helvetica Neue"/>
              </a:rPr>
              <a:t>mantenimiento y </a:t>
            </a:r>
            <a:r>
              <a:rPr lang="es-ES" spc="-10" dirty="0">
                <a:latin typeface="Helvetica Neue"/>
                <a:cs typeface="Helvetica Neue"/>
              </a:rPr>
              <a:t>retirada </a:t>
            </a:r>
            <a:r>
              <a:rPr lang="es-ES" spc="-5" dirty="0">
                <a:latin typeface="Helvetica Neue"/>
                <a:cs typeface="Helvetica Neue"/>
              </a:rPr>
              <a:t>de  equipos a</a:t>
            </a:r>
            <a:r>
              <a:rPr lang="es-ES" spc="-10" dirty="0">
                <a:latin typeface="Helvetica Neue"/>
                <a:cs typeface="Helvetica Neue"/>
              </a:rPr>
              <a:t> </a:t>
            </a:r>
            <a:r>
              <a:rPr lang="es-ES" spc="-5" dirty="0">
                <a:latin typeface="Helvetica Neue"/>
                <a:cs typeface="Helvetica Neue"/>
              </a:rPr>
              <a:t>domicilio.</a:t>
            </a:r>
          </a:p>
          <a:p>
            <a:pPr marL="355600" indent="-342900" algn="just">
              <a:lnSpc>
                <a:spcPct val="120000"/>
              </a:lnSpc>
              <a:spcBef>
                <a:spcPts val="1285"/>
              </a:spcBef>
              <a:buSzPct val="144680"/>
              <a:buFont typeface="Wingdings" panose="05000000000000000000" pitchFamily="2" charset="2"/>
              <a:buChar char="ü"/>
              <a:tabLst>
                <a:tab pos="342900" algn="l"/>
              </a:tabLst>
            </a:pPr>
            <a:r>
              <a:rPr lang="es-ES_tradnl" spc="-5" dirty="0">
                <a:latin typeface="Helvetica Neue"/>
                <a:cs typeface="Helvetica Neue"/>
              </a:rPr>
              <a:t>Formación del personal sanitario y de los posibles usuarios.</a:t>
            </a:r>
          </a:p>
          <a:p>
            <a:pPr marL="355600" indent="-342900" algn="just">
              <a:lnSpc>
                <a:spcPct val="120000"/>
              </a:lnSpc>
              <a:spcBef>
                <a:spcPts val="1285"/>
              </a:spcBef>
              <a:buSzPct val="144680"/>
              <a:buFont typeface="Wingdings" panose="05000000000000000000" pitchFamily="2" charset="2"/>
              <a:buChar char="ü"/>
              <a:tabLst>
                <a:tab pos="342900" algn="l"/>
              </a:tabLst>
            </a:pPr>
            <a:r>
              <a:rPr lang="es-ES_tradnl" spc="-5" dirty="0">
                <a:latin typeface="Helvetica Neue"/>
                <a:cs typeface="Helvetica Neue"/>
              </a:rPr>
              <a:t>El personal sanitario (médicos y enfermeras) podrán utilizar </a:t>
            </a:r>
            <a:r>
              <a:rPr lang="es-ES_tradnl" i="1" spc="-5" dirty="0" err="1">
                <a:latin typeface="Helvetica Neue"/>
                <a:cs typeface="Helvetica Neue"/>
              </a:rPr>
              <a:t>MeCuida</a:t>
            </a:r>
            <a:r>
              <a:rPr lang="es-ES_tradnl" spc="-5" dirty="0">
                <a:latin typeface="Helvetica Neue"/>
                <a:cs typeface="Helvetica Neue"/>
              </a:rPr>
              <a:t> para la atención de los usuarios</a:t>
            </a:r>
            <a:endParaRPr lang="es-ES" dirty="0">
              <a:latin typeface="Helvetica Neue"/>
              <a:cs typeface="Helvetica Neue"/>
            </a:endParaRPr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2467821-1159-4755-BA22-12672E6B6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419F9-4291-481E-98E2-3371EBF9C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E4AC6C-CE91-4DBB-BAB1-5419FD4C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0351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F3BD1-34B9-43FB-AC0D-AFF78CD96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Acuerdos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49D659-24FC-4282-9EA9-606EB68DB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12700" indent="0" algn="just">
              <a:lnSpc>
                <a:spcPct val="100000"/>
              </a:lnSpc>
              <a:spcBef>
                <a:spcPts val="1675"/>
              </a:spcBef>
              <a:buSzPct val="143548"/>
              <a:buNone/>
              <a:tabLst>
                <a:tab pos="393700" algn="l"/>
              </a:tabLst>
            </a:pPr>
            <a:endParaRPr lang="es-ES" spc="-5" dirty="0">
              <a:latin typeface="Helvetica Neue"/>
              <a:cs typeface="Helvetica Neue"/>
            </a:endParaRPr>
          </a:p>
          <a:p>
            <a:pPr marL="12700" indent="0" algn="just">
              <a:lnSpc>
                <a:spcPct val="100000"/>
              </a:lnSpc>
              <a:spcBef>
                <a:spcPts val="1675"/>
              </a:spcBef>
              <a:buSzPct val="143548"/>
              <a:buNone/>
              <a:tabLst>
                <a:tab pos="393700" algn="l"/>
              </a:tabLst>
            </a:pPr>
            <a:r>
              <a:rPr lang="es-ES" spc="-5" dirty="0">
                <a:latin typeface="Helvetica Neue"/>
                <a:cs typeface="Helvetica Neue"/>
              </a:rPr>
              <a:t>Debemos establecer acuerdos con diferentes empresas que nos proporcionen los siguientes servicios:</a:t>
            </a:r>
          </a:p>
          <a:p>
            <a:pPr marL="755650" lvl="1" indent="-285750" algn="just">
              <a:lnSpc>
                <a:spcPct val="100000"/>
              </a:lnSpc>
              <a:spcBef>
                <a:spcPts val="1675"/>
              </a:spcBef>
              <a:buSzPct val="143548"/>
              <a:buFont typeface="Wingdings" panose="05000000000000000000" pitchFamily="2" charset="2"/>
              <a:buChar char="ü"/>
              <a:tabLst>
                <a:tab pos="393700" algn="l"/>
              </a:tabLst>
            </a:pPr>
            <a:r>
              <a:rPr lang="es-ES" spc="-5" dirty="0">
                <a:latin typeface="Helvetica Neue"/>
                <a:cs typeface="Helvetica Neue"/>
              </a:rPr>
              <a:t>Almacenamiento de datos en la</a:t>
            </a:r>
            <a:r>
              <a:rPr lang="es-ES" spc="-15" dirty="0">
                <a:latin typeface="Helvetica Neue"/>
                <a:cs typeface="Helvetica Neue"/>
              </a:rPr>
              <a:t> </a:t>
            </a:r>
            <a:r>
              <a:rPr lang="es-ES" spc="-5" dirty="0">
                <a:latin typeface="Helvetica Neue"/>
                <a:cs typeface="Helvetica Neue"/>
              </a:rPr>
              <a:t>nube.</a:t>
            </a:r>
          </a:p>
          <a:p>
            <a:pPr marL="755650" lvl="1" indent="-285750" algn="just">
              <a:lnSpc>
                <a:spcPct val="100000"/>
              </a:lnSpc>
              <a:spcBef>
                <a:spcPts val="1675"/>
              </a:spcBef>
              <a:buSzPct val="143548"/>
              <a:buFont typeface="Wingdings" panose="05000000000000000000" pitchFamily="2" charset="2"/>
              <a:buChar char="ü"/>
              <a:tabLst>
                <a:tab pos="393700" algn="l"/>
              </a:tabLst>
            </a:pPr>
            <a:r>
              <a:rPr lang="es-ES_tradnl" dirty="0">
                <a:latin typeface="Helvetica Neue"/>
                <a:cs typeface="Helvetica Neue"/>
              </a:rPr>
              <a:t>Comunicaciones 4G para los dispositivos.</a:t>
            </a:r>
          </a:p>
          <a:p>
            <a:pPr marL="755650" lvl="1" indent="-285750" algn="just">
              <a:lnSpc>
                <a:spcPct val="100000"/>
              </a:lnSpc>
              <a:spcBef>
                <a:spcPts val="1675"/>
              </a:spcBef>
              <a:buSzPct val="143548"/>
              <a:buFont typeface="Wingdings" panose="05000000000000000000" pitchFamily="2" charset="2"/>
              <a:buChar char="ü"/>
              <a:tabLst>
                <a:tab pos="393700" algn="l"/>
              </a:tabLst>
            </a:pPr>
            <a:r>
              <a:rPr lang="es-ES_tradnl" dirty="0">
                <a:latin typeface="Helvetica Neue"/>
                <a:cs typeface="Helvetica Neue"/>
              </a:rPr>
              <a:t>Almacenamiento y gestión del stock de los distintos dispositivos. </a:t>
            </a:r>
          </a:p>
          <a:p>
            <a:pPr marL="755650" lvl="1" indent="-285750" algn="just">
              <a:lnSpc>
                <a:spcPct val="100000"/>
              </a:lnSpc>
              <a:spcBef>
                <a:spcPts val="1675"/>
              </a:spcBef>
              <a:buSzPct val="143548"/>
              <a:buFont typeface="Wingdings" panose="05000000000000000000" pitchFamily="2" charset="2"/>
              <a:buChar char="ü"/>
              <a:tabLst>
                <a:tab pos="393700" algn="l"/>
              </a:tabLst>
            </a:pPr>
            <a:r>
              <a:rPr lang="es-ES_tradnl" dirty="0">
                <a:latin typeface="Helvetica Neue"/>
                <a:cs typeface="Helvetica Neue"/>
              </a:rPr>
              <a:t>Diseño del software</a:t>
            </a:r>
          </a:p>
          <a:p>
            <a:pPr marL="755650" lvl="1" indent="-285750" algn="just">
              <a:lnSpc>
                <a:spcPct val="100000"/>
              </a:lnSpc>
              <a:spcBef>
                <a:spcPts val="1675"/>
              </a:spcBef>
              <a:buSzPct val="143548"/>
              <a:buFont typeface="Wingdings" panose="05000000000000000000" pitchFamily="2" charset="2"/>
              <a:buChar char="ü"/>
              <a:tabLst>
                <a:tab pos="393700" algn="l"/>
              </a:tabLst>
            </a:pPr>
            <a:r>
              <a:rPr lang="es-ES_tradnl" dirty="0">
                <a:latin typeface="Helvetica Neue"/>
                <a:cs typeface="Helvetica Neue"/>
              </a:rPr>
              <a:t>Integración de software.</a:t>
            </a:r>
          </a:p>
          <a:p>
            <a:pPr marL="755650" lvl="1" indent="-285750" algn="just">
              <a:lnSpc>
                <a:spcPct val="100000"/>
              </a:lnSpc>
              <a:spcBef>
                <a:spcPts val="1675"/>
              </a:spcBef>
              <a:buSzPct val="143548"/>
              <a:buFont typeface="Wingdings" panose="05000000000000000000" pitchFamily="2" charset="2"/>
              <a:buChar char="ü"/>
              <a:tabLst>
                <a:tab pos="393700" algn="l"/>
              </a:tabLst>
            </a:pPr>
            <a:r>
              <a:rPr lang="es-ES_tradnl" dirty="0">
                <a:latin typeface="Helvetica Neue"/>
                <a:cs typeface="Helvetica Neue"/>
              </a:rPr>
              <a:t>Distribución, mantenimiento y reparación de los dispositivos adquiridos.</a:t>
            </a:r>
          </a:p>
          <a:p>
            <a:pPr marL="755650" lvl="1" indent="-285750" algn="just">
              <a:lnSpc>
                <a:spcPct val="100000"/>
              </a:lnSpc>
              <a:spcBef>
                <a:spcPts val="1675"/>
              </a:spcBef>
              <a:buSzPct val="143548"/>
              <a:buFont typeface="Wingdings" panose="05000000000000000000" pitchFamily="2" charset="2"/>
              <a:buChar char="ü"/>
              <a:tabLst>
                <a:tab pos="393700" algn="l"/>
              </a:tabLst>
            </a:pPr>
            <a:r>
              <a:rPr lang="es-ES_tradnl" dirty="0">
                <a:latin typeface="Helvetica Neue"/>
                <a:cs typeface="Helvetica Neue"/>
              </a:rPr>
              <a:t>Formación de personal.</a:t>
            </a:r>
            <a:endParaRPr lang="es-ES" dirty="0">
              <a:latin typeface="Helvetica Neue"/>
              <a:cs typeface="Helvetica Neue"/>
            </a:endParaRP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3EAE794-FFCF-40C7-86DB-65EAE1AB0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7A8033-0129-4149-AF4B-010068A6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207F57-B26B-438D-9FA0-1654E3C1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110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DEBBC-12D7-4E77-B355-CA276B672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Activos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AD3C77-4442-4DC8-9664-7A147077C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42900" algn="just">
              <a:lnSpc>
                <a:spcPct val="100000"/>
              </a:lnSpc>
              <a:spcBef>
                <a:spcPts val="1745"/>
              </a:spcBef>
              <a:buSzPct val="144117"/>
              <a:buFont typeface="Wingdings" panose="05000000000000000000" pitchFamily="2" charset="2"/>
              <a:buChar char="ü"/>
              <a:tabLst>
                <a:tab pos="431800" algn="l"/>
              </a:tabLst>
            </a:pPr>
            <a:endParaRPr lang="es-ES" dirty="0">
              <a:latin typeface="Helvetica Neue"/>
              <a:cs typeface="Helvetica Neue"/>
            </a:endParaRPr>
          </a:p>
          <a:p>
            <a:pPr marL="355600" indent="-342900" algn="just">
              <a:lnSpc>
                <a:spcPct val="100000"/>
              </a:lnSpc>
              <a:spcBef>
                <a:spcPts val="1745"/>
              </a:spcBef>
              <a:buSzPct val="144117"/>
              <a:buFont typeface="Wingdings" panose="05000000000000000000" pitchFamily="2" charset="2"/>
              <a:buChar char="ü"/>
              <a:tabLst>
                <a:tab pos="431800" algn="l"/>
              </a:tabLst>
            </a:pPr>
            <a:r>
              <a:rPr lang="es-ES" dirty="0">
                <a:latin typeface="Helvetica Neue"/>
                <a:cs typeface="Helvetica Neue"/>
              </a:rPr>
              <a:t>Generación de</a:t>
            </a:r>
            <a:r>
              <a:rPr lang="es-ES" spc="-40" dirty="0">
                <a:latin typeface="Helvetica Neue"/>
                <a:cs typeface="Helvetica Neue"/>
              </a:rPr>
              <a:t> </a:t>
            </a:r>
            <a:r>
              <a:rPr lang="es-ES" dirty="0">
                <a:latin typeface="Helvetica Neue"/>
                <a:cs typeface="Helvetica Neue"/>
              </a:rPr>
              <a:t>documentación.</a:t>
            </a:r>
          </a:p>
          <a:p>
            <a:pPr marL="355600" indent="-342900" algn="just">
              <a:lnSpc>
                <a:spcPct val="100000"/>
              </a:lnSpc>
              <a:spcBef>
                <a:spcPts val="1745"/>
              </a:spcBef>
              <a:buSzPct val="144117"/>
              <a:buFont typeface="Wingdings" panose="05000000000000000000" pitchFamily="2" charset="2"/>
              <a:buChar char="ü"/>
              <a:tabLst>
                <a:tab pos="431800" algn="l"/>
              </a:tabLst>
            </a:pPr>
            <a:r>
              <a:rPr lang="es-ES" spc="-10" dirty="0">
                <a:latin typeface="Helvetica Neue"/>
                <a:cs typeface="Helvetica Neue"/>
              </a:rPr>
              <a:t>Control </a:t>
            </a:r>
            <a:r>
              <a:rPr lang="es-ES" dirty="0">
                <a:latin typeface="Helvetica Neue"/>
                <a:cs typeface="Helvetica Neue"/>
              </a:rPr>
              <a:t>y </a:t>
            </a:r>
            <a:r>
              <a:rPr lang="es-ES" spc="-10" dirty="0">
                <a:latin typeface="Helvetica Neue"/>
                <a:cs typeface="Helvetica Neue"/>
              </a:rPr>
              <a:t>aprobación </a:t>
            </a:r>
            <a:r>
              <a:rPr lang="es-ES" dirty="0">
                <a:latin typeface="Helvetica Neue"/>
                <a:cs typeface="Helvetica Neue"/>
              </a:rPr>
              <a:t>de</a:t>
            </a:r>
            <a:r>
              <a:rPr lang="es-ES" spc="5" dirty="0">
                <a:latin typeface="Helvetica Neue"/>
                <a:cs typeface="Helvetica Neue"/>
              </a:rPr>
              <a:t> </a:t>
            </a:r>
            <a:r>
              <a:rPr lang="es-ES" spc="-10" dirty="0">
                <a:latin typeface="Helvetica Neue"/>
                <a:cs typeface="Helvetica Neue"/>
              </a:rPr>
              <a:t>entregables.</a:t>
            </a:r>
          </a:p>
          <a:p>
            <a:pPr marL="355600" indent="-342900" algn="just">
              <a:lnSpc>
                <a:spcPct val="100000"/>
              </a:lnSpc>
              <a:spcBef>
                <a:spcPts val="1745"/>
              </a:spcBef>
              <a:buSzPct val="144117"/>
              <a:buFont typeface="Wingdings" panose="05000000000000000000" pitchFamily="2" charset="2"/>
              <a:buChar char="ü"/>
              <a:tabLst>
                <a:tab pos="431800" algn="l"/>
              </a:tabLst>
            </a:pPr>
            <a:r>
              <a:rPr lang="es-ES" dirty="0">
                <a:latin typeface="Helvetica Neue"/>
                <a:cs typeface="Helvetica Neue"/>
              </a:rPr>
              <a:t>Gestión del </a:t>
            </a:r>
            <a:r>
              <a:rPr lang="es-ES" spc="-10" dirty="0">
                <a:latin typeface="Helvetica Neue"/>
                <a:cs typeface="Helvetica Neue"/>
              </a:rPr>
              <a:t>control </a:t>
            </a:r>
            <a:r>
              <a:rPr lang="es-ES" dirty="0">
                <a:latin typeface="Helvetica Neue"/>
                <a:cs typeface="Helvetica Neue"/>
              </a:rPr>
              <a:t>de</a:t>
            </a:r>
            <a:r>
              <a:rPr lang="es-ES" spc="-25" dirty="0">
                <a:latin typeface="Helvetica Neue"/>
                <a:cs typeface="Helvetica Neue"/>
              </a:rPr>
              <a:t> </a:t>
            </a:r>
            <a:r>
              <a:rPr lang="es-ES" dirty="0">
                <a:latin typeface="Helvetica Neue"/>
                <a:cs typeface="Helvetica Neue"/>
              </a:rPr>
              <a:t>cambios.</a:t>
            </a:r>
          </a:p>
          <a:p>
            <a:pPr marL="355600" indent="-342900" algn="just">
              <a:lnSpc>
                <a:spcPct val="100000"/>
              </a:lnSpc>
              <a:spcBef>
                <a:spcPts val="1745"/>
              </a:spcBef>
              <a:buSzPct val="144117"/>
              <a:buFont typeface="Wingdings" panose="05000000000000000000" pitchFamily="2" charset="2"/>
              <a:buChar char="ü"/>
              <a:tabLst>
                <a:tab pos="431800" algn="l"/>
              </a:tabLst>
            </a:pPr>
            <a:r>
              <a:rPr lang="es-ES" dirty="0">
                <a:latin typeface="Helvetica Neue"/>
                <a:cs typeface="Helvetica Neue"/>
              </a:rPr>
              <a:t>Gestión del </a:t>
            </a:r>
            <a:r>
              <a:rPr lang="es-ES" spc="-10" dirty="0">
                <a:latin typeface="Helvetica Neue"/>
                <a:cs typeface="Helvetica Neue"/>
              </a:rPr>
              <a:t>control </a:t>
            </a:r>
            <a:r>
              <a:rPr lang="es-ES" dirty="0">
                <a:latin typeface="Helvetica Neue"/>
                <a:cs typeface="Helvetica Neue"/>
              </a:rPr>
              <a:t>de</a:t>
            </a:r>
            <a:r>
              <a:rPr lang="es-ES" spc="-20" dirty="0">
                <a:latin typeface="Helvetica Neue"/>
                <a:cs typeface="Helvetica Neue"/>
              </a:rPr>
              <a:t> </a:t>
            </a:r>
            <a:r>
              <a:rPr lang="es-ES" dirty="0">
                <a:latin typeface="Helvetica Neue"/>
                <a:cs typeface="Helvetica Neue"/>
              </a:rPr>
              <a:t>calidad.</a:t>
            </a:r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E34476-87A7-4840-9955-7F7A0059E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C02640-EBA6-42BA-9FF3-A7BCA0093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5D16DF-8EBF-4F09-8A6F-6F0F1761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8103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64490-E41D-4B59-A077-D937A57F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Riesgos (I)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2F8C38-A93E-40F1-9AD8-4654FBD92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17290"/>
            <a:ext cx="10515600" cy="421542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30"/>
              </a:spcBef>
              <a:buNone/>
            </a:pPr>
            <a:r>
              <a:rPr lang="es-ES" sz="2400" b="1" i="1" spc="15" dirty="0">
                <a:latin typeface="Helvetica Neue"/>
                <a:cs typeface="Helvetica Neue"/>
              </a:rPr>
              <a:t>Fase de ANÁLISIS Y PLANIFICACIÓN</a:t>
            </a:r>
            <a:r>
              <a:rPr lang="es-ES" sz="2400" spc="15" dirty="0">
                <a:latin typeface="Helvetica Neue"/>
                <a:cs typeface="Helvetica Neue"/>
              </a:rPr>
              <a:t>:</a:t>
            </a:r>
            <a:endParaRPr lang="es-ES" sz="2400" dirty="0">
              <a:latin typeface="Helvetica Neue"/>
              <a:cs typeface="Helvetica Neue"/>
            </a:endParaRPr>
          </a:p>
          <a:p>
            <a:pPr marL="812800" lvl="1" indent="-342900" algn="just">
              <a:lnSpc>
                <a:spcPct val="100000"/>
              </a:lnSpc>
              <a:spcBef>
                <a:spcPts val="40"/>
              </a:spcBef>
              <a:buSzPct val="145454"/>
              <a:buFont typeface="Wingdings" panose="05000000000000000000" pitchFamily="2" charset="2"/>
              <a:buChar char="ü"/>
              <a:tabLst>
                <a:tab pos="419100" algn="l"/>
              </a:tabLst>
            </a:pPr>
            <a:r>
              <a:rPr lang="es-ES" sz="2000" spc="-5" dirty="0">
                <a:latin typeface="Helvetica Neue"/>
                <a:cs typeface="Helvetica Neue"/>
              </a:rPr>
              <a:t>Errores </a:t>
            </a:r>
            <a:r>
              <a:rPr lang="es-ES" sz="2000" spc="15" dirty="0">
                <a:latin typeface="Helvetica Neue"/>
                <a:cs typeface="Helvetica Neue"/>
              </a:rPr>
              <a:t>en </a:t>
            </a:r>
            <a:r>
              <a:rPr lang="es-ES" sz="2000" spc="10" dirty="0">
                <a:latin typeface="Helvetica Neue"/>
                <a:cs typeface="Helvetica Neue"/>
              </a:rPr>
              <a:t>la identificación </a:t>
            </a:r>
            <a:r>
              <a:rPr lang="es-ES" sz="2000" spc="15" dirty="0">
                <a:latin typeface="Helvetica Neue"/>
                <a:cs typeface="Helvetica Neue"/>
              </a:rPr>
              <a:t>de </a:t>
            </a:r>
            <a:r>
              <a:rPr lang="es-ES" sz="2000" spc="10" dirty="0">
                <a:latin typeface="Helvetica Neue"/>
                <a:cs typeface="Helvetica Neue"/>
              </a:rPr>
              <a:t>requerimientos </a:t>
            </a:r>
            <a:r>
              <a:rPr lang="es-ES" sz="2000" spc="15" dirty="0">
                <a:latin typeface="Helvetica Neue"/>
                <a:cs typeface="Helvetica Neue"/>
              </a:rPr>
              <a:t>e</a:t>
            </a:r>
            <a:r>
              <a:rPr lang="es-ES" sz="2000" spc="25" dirty="0">
                <a:latin typeface="Helvetica Neue"/>
                <a:cs typeface="Helvetica Neue"/>
              </a:rPr>
              <a:t> </a:t>
            </a:r>
            <a:r>
              <a:rPr lang="es-ES" sz="2000" spc="5" dirty="0">
                <a:latin typeface="Helvetica Neue"/>
                <a:cs typeface="Helvetica Neue"/>
              </a:rPr>
              <a:t>interesados.</a:t>
            </a:r>
          </a:p>
          <a:p>
            <a:pPr marL="812800" lvl="1" indent="-342900" algn="just">
              <a:lnSpc>
                <a:spcPct val="100000"/>
              </a:lnSpc>
              <a:spcBef>
                <a:spcPts val="40"/>
              </a:spcBef>
              <a:buSzPct val="145454"/>
              <a:buFont typeface="Wingdings" panose="05000000000000000000" pitchFamily="2" charset="2"/>
              <a:buChar char="ü"/>
              <a:tabLst>
                <a:tab pos="419100" algn="l"/>
              </a:tabLst>
            </a:pPr>
            <a:r>
              <a:rPr lang="es-ES" sz="2000" spc="20" dirty="0">
                <a:latin typeface="Helvetica Neue"/>
                <a:cs typeface="Helvetica Neue"/>
              </a:rPr>
              <a:t>No </a:t>
            </a:r>
            <a:r>
              <a:rPr lang="es-ES" sz="2000" spc="15" dirty="0">
                <a:latin typeface="Helvetica Neue"/>
                <a:cs typeface="Helvetica Neue"/>
              </a:rPr>
              <a:t>cumplir con </a:t>
            </a:r>
            <a:r>
              <a:rPr lang="es-ES" sz="2000" spc="10" dirty="0">
                <a:latin typeface="Helvetica Neue"/>
                <a:cs typeface="Helvetica Neue"/>
              </a:rPr>
              <a:t>los </a:t>
            </a:r>
            <a:r>
              <a:rPr lang="es-ES" sz="2000" spc="5" dirty="0">
                <a:latin typeface="Helvetica Neue"/>
                <a:cs typeface="Helvetica Neue"/>
              </a:rPr>
              <a:t>estándares </a:t>
            </a:r>
            <a:r>
              <a:rPr lang="es-ES" sz="2000" spc="15" dirty="0">
                <a:latin typeface="Helvetica Neue"/>
                <a:cs typeface="Helvetica Neue"/>
              </a:rPr>
              <a:t>de </a:t>
            </a:r>
            <a:r>
              <a:rPr lang="es-ES" sz="2000" spc="10" dirty="0">
                <a:latin typeface="Helvetica Neue"/>
                <a:cs typeface="Helvetica Neue"/>
              </a:rPr>
              <a:t>calidad</a:t>
            </a:r>
            <a:r>
              <a:rPr lang="es-ES" sz="2000" spc="-40" dirty="0">
                <a:latin typeface="Helvetica Neue"/>
                <a:cs typeface="Helvetica Neue"/>
              </a:rPr>
              <a:t> </a:t>
            </a:r>
            <a:r>
              <a:rPr lang="es-ES" sz="2000" spc="15" dirty="0">
                <a:latin typeface="Helvetica Neue"/>
                <a:cs typeface="Helvetica Neue"/>
              </a:rPr>
              <a:t>establecidos.</a:t>
            </a:r>
          </a:p>
          <a:p>
            <a:pPr marL="812800" lvl="1" indent="-342900" algn="just">
              <a:lnSpc>
                <a:spcPct val="100000"/>
              </a:lnSpc>
              <a:spcBef>
                <a:spcPts val="40"/>
              </a:spcBef>
              <a:buSzPct val="145454"/>
              <a:buFont typeface="Wingdings" panose="05000000000000000000" pitchFamily="2" charset="2"/>
              <a:buChar char="ü"/>
              <a:tabLst>
                <a:tab pos="419100" algn="l"/>
              </a:tabLst>
            </a:pPr>
            <a:r>
              <a:rPr lang="es-ES" sz="2000" spc="10" dirty="0">
                <a:latin typeface="Helvetica Neue"/>
                <a:cs typeface="Helvetica Neue"/>
              </a:rPr>
              <a:t>Fallos </a:t>
            </a:r>
            <a:r>
              <a:rPr lang="es-ES" sz="2000" spc="15" dirty="0">
                <a:latin typeface="Helvetica Neue"/>
                <a:cs typeface="Helvetica Neue"/>
              </a:rPr>
              <a:t>en </a:t>
            </a:r>
            <a:r>
              <a:rPr lang="es-ES" sz="2000" spc="10" dirty="0">
                <a:latin typeface="Helvetica Neue"/>
                <a:cs typeface="Helvetica Neue"/>
              </a:rPr>
              <a:t>la </a:t>
            </a:r>
            <a:r>
              <a:rPr lang="es-ES" sz="2000" spc="15" dirty="0">
                <a:latin typeface="Helvetica Neue"/>
                <a:cs typeface="Helvetica Neue"/>
              </a:rPr>
              <a:t>fase de </a:t>
            </a:r>
            <a:r>
              <a:rPr lang="es-ES" sz="2000" spc="10" dirty="0">
                <a:latin typeface="Helvetica Neue"/>
                <a:cs typeface="Helvetica Neue"/>
              </a:rPr>
              <a:t>planificación del </a:t>
            </a:r>
            <a:r>
              <a:rPr lang="es-ES" sz="2000" spc="5" dirty="0">
                <a:latin typeface="Helvetica Neue"/>
                <a:cs typeface="Helvetica Neue"/>
              </a:rPr>
              <a:t>proyecto. (</a:t>
            </a:r>
            <a:r>
              <a:rPr lang="es-ES" sz="2000" spc="-110" dirty="0" err="1">
                <a:latin typeface="Helvetica Neue"/>
                <a:cs typeface="Helvetica Neue"/>
              </a:rPr>
              <a:t>p.e</a:t>
            </a:r>
            <a:r>
              <a:rPr lang="es-ES" sz="2000" spc="-110" dirty="0">
                <a:latin typeface="Helvetica Neue"/>
                <a:cs typeface="Helvetica Neue"/>
              </a:rPr>
              <a:t>: </a:t>
            </a:r>
            <a:r>
              <a:rPr lang="es-ES" sz="2000" spc="10" dirty="0">
                <a:latin typeface="Helvetica Neue"/>
                <a:cs typeface="Helvetica Neue"/>
              </a:rPr>
              <a:t>costes,  planificación </a:t>
            </a:r>
            <a:r>
              <a:rPr lang="es-ES" sz="2000" spc="15" dirty="0">
                <a:latin typeface="Helvetica Neue"/>
                <a:cs typeface="Helvetica Neue"/>
              </a:rPr>
              <a:t>temporal, incumplimiento de</a:t>
            </a:r>
            <a:r>
              <a:rPr lang="es-ES" sz="2000" spc="-25" dirty="0">
                <a:latin typeface="Helvetica Neue"/>
                <a:cs typeface="Helvetica Neue"/>
              </a:rPr>
              <a:t> </a:t>
            </a:r>
            <a:r>
              <a:rPr lang="es-ES" sz="2000" spc="5" dirty="0">
                <a:latin typeface="Helvetica Neue"/>
                <a:cs typeface="Helvetica Neue"/>
              </a:rPr>
              <a:t>acuerdos).</a:t>
            </a:r>
            <a:endParaRPr lang="es-ES" sz="2000" dirty="0">
              <a:latin typeface="Helvetica Neue"/>
              <a:cs typeface="Helvetica Neue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Helvetica Neue"/>
              <a:buChar char="•"/>
            </a:pPr>
            <a:endParaRPr lang="es-ES" sz="2400" dirty="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s-ES" sz="2400" b="1" i="1" spc="20" dirty="0">
                <a:latin typeface="Helvetica Neue"/>
                <a:cs typeface="Helvetica Neue"/>
              </a:rPr>
              <a:t>Fase de DESARROLLO</a:t>
            </a:r>
            <a:r>
              <a:rPr lang="es-ES" sz="2400" b="1" spc="20" dirty="0">
                <a:latin typeface="Helvetica Neue"/>
                <a:cs typeface="Helvetica Neue"/>
              </a:rPr>
              <a:t>:</a:t>
            </a:r>
            <a:endParaRPr lang="es-ES" sz="2400" dirty="0">
              <a:latin typeface="Helvetica Neue"/>
              <a:cs typeface="Helvetica Neue"/>
            </a:endParaRPr>
          </a:p>
          <a:p>
            <a:pPr marL="812800" lvl="1" indent="-342900">
              <a:lnSpc>
                <a:spcPct val="100000"/>
              </a:lnSpc>
              <a:spcBef>
                <a:spcPts val="40"/>
              </a:spcBef>
              <a:buSzPct val="145454"/>
              <a:buFont typeface="Wingdings" panose="05000000000000000000" pitchFamily="2" charset="2"/>
              <a:buChar char="ü"/>
              <a:tabLst>
                <a:tab pos="419100" algn="l"/>
              </a:tabLst>
            </a:pPr>
            <a:r>
              <a:rPr lang="es-ES" sz="2000" spc="10" dirty="0">
                <a:latin typeface="Helvetica Neue"/>
                <a:cs typeface="Helvetica Neue"/>
              </a:rPr>
              <a:t>Fallos </a:t>
            </a:r>
            <a:r>
              <a:rPr lang="es-ES" sz="2000" spc="15" dirty="0">
                <a:latin typeface="Helvetica Neue"/>
                <a:cs typeface="Helvetica Neue"/>
              </a:rPr>
              <a:t>en </a:t>
            </a:r>
            <a:r>
              <a:rPr lang="es-ES" sz="2000" spc="10" dirty="0">
                <a:latin typeface="Helvetica Neue"/>
                <a:cs typeface="Helvetica Neue"/>
              </a:rPr>
              <a:t>el </a:t>
            </a:r>
            <a:r>
              <a:rPr lang="es-ES" sz="2000" spc="5" dirty="0">
                <a:latin typeface="Helvetica Neue"/>
                <a:cs typeface="Helvetica Neue"/>
              </a:rPr>
              <a:t>control </a:t>
            </a:r>
            <a:r>
              <a:rPr lang="es-ES" sz="2000" spc="15" dirty="0">
                <a:latin typeface="Helvetica Neue"/>
                <a:cs typeface="Helvetica Neue"/>
              </a:rPr>
              <a:t>de</a:t>
            </a:r>
            <a:r>
              <a:rPr lang="es-ES" sz="2000" spc="-20" dirty="0">
                <a:latin typeface="Helvetica Neue"/>
                <a:cs typeface="Helvetica Neue"/>
              </a:rPr>
              <a:t> </a:t>
            </a:r>
            <a:r>
              <a:rPr lang="es-ES" sz="2000" spc="5" dirty="0">
                <a:latin typeface="Helvetica Neue"/>
                <a:cs typeface="Helvetica Neue"/>
              </a:rPr>
              <a:t>procesos.</a:t>
            </a:r>
          </a:p>
          <a:p>
            <a:pPr marL="812800" lvl="1" indent="-342900">
              <a:lnSpc>
                <a:spcPct val="100000"/>
              </a:lnSpc>
              <a:spcBef>
                <a:spcPts val="40"/>
              </a:spcBef>
              <a:buSzPct val="145454"/>
              <a:buFont typeface="Wingdings" panose="05000000000000000000" pitchFamily="2" charset="2"/>
              <a:buChar char="ü"/>
              <a:tabLst>
                <a:tab pos="419100" algn="l"/>
              </a:tabLst>
            </a:pPr>
            <a:r>
              <a:rPr lang="es-ES" sz="2000" spc="10" dirty="0">
                <a:latin typeface="Helvetica Neue"/>
                <a:cs typeface="Helvetica Neue"/>
              </a:rPr>
              <a:t>Discrepancias </a:t>
            </a:r>
            <a:r>
              <a:rPr lang="es-ES" sz="2000" dirty="0">
                <a:latin typeface="Helvetica Neue"/>
                <a:cs typeface="Helvetica Neue"/>
              </a:rPr>
              <a:t>entre </a:t>
            </a:r>
            <a:r>
              <a:rPr lang="es-ES" sz="2000" spc="10" dirty="0">
                <a:latin typeface="Helvetica Neue"/>
                <a:cs typeface="Helvetica Neue"/>
              </a:rPr>
              <a:t>los </a:t>
            </a:r>
            <a:r>
              <a:rPr lang="es-ES" sz="2000" spc="5" dirty="0">
                <a:latin typeface="Helvetica Neue"/>
                <a:cs typeface="Helvetica Neue"/>
              </a:rPr>
              <a:t>productos encargados </a:t>
            </a:r>
            <a:r>
              <a:rPr lang="es-ES" sz="2000" spc="15" dirty="0">
                <a:latin typeface="Helvetica Neue"/>
                <a:cs typeface="Helvetica Neue"/>
              </a:rPr>
              <a:t>y </a:t>
            </a:r>
            <a:r>
              <a:rPr lang="es-ES" sz="2000" spc="10" dirty="0">
                <a:latin typeface="Helvetica Neue"/>
                <a:cs typeface="Helvetica Neue"/>
              </a:rPr>
              <a:t>los  </a:t>
            </a:r>
            <a:r>
              <a:rPr lang="es-ES" sz="2000" spc="5" dirty="0">
                <a:latin typeface="Helvetica Neue"/>
                <a:cs typeface="Helvetica Neue"/>
              </a:rPr>
              <a:t>recibidos</a:t>
            </a:r>
            <a:endParaRPr lang="es-ES" sz="2000" dirty="0">
              <a:latin typeface="Helvetica Neue"/>
              <a:cs typeface="Helvetica Neue"/>
            </a:endParaRPr>
          </a:p>
          <a:p>
            <a:endParaRPr lang="es-ES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570E21-7ADE-43FE-B688-D02057418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EA0F3D-9189-46A7-98D0-F25EA017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818904-33AC-46C3-AE6B-0C28DDE3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73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F0ED3-ECD9-4687-85BB-C100BE01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Riesgos (II) 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C22CD5-6E3A-4D35-92BD-9D6DF6710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97165"/>
            <a:ext cx="10515600" cy="480218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s-ES" sz="1800" b="1" i="1" dirty="0">
                <a:latin typeface="Helvetica Neue"/>
                <a:cs typeface="Helvetica Neue"/>
              </a:rPr>
              <a:t>    Fase de FORMACIÓN</a:t>
            </a:r>
            <a:r>
              <a:rPr lang="es-ES" sz="1800" b="1" dirty="0">
                <a:latin typeface="Helvetica Neue"/>
                <a:cs typeface="Helvetica Neue"/>
              </a:rPr>
              <a:t>:  </a:t>
            </a:r>
          </a:p>
          <a:p>
            <a:pPr lvl="2">
              <a:lnSpc>
                <a:spcPct val="12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s-ES" sz="1600" dirty="0">
                <a:latin typeface="Helvetica Neue"/>
              </a:rPr>
              <a:t> Retrasos en la formación y mayor número de cursos de los estimados.</a:t>
            </a:r>
          </a:p>
          <a:p>
            <a:pPr lvl="1">
              <a:lnSpc>
                <a:spcPct val="120000"/>
              </a:lnSpc>
              <a:spcBef>
                <a:spcPts val="100"/>
              </a:spcBef>
            </a:pPr>
            <a:endParaRPr lang="es-ES" sz="1400" dirty="0">
              <a:latin typeface="Helvetica Neue"/>
            </a:endParaRPr>
          </a:p>
          <a:p>
            <a:pPr marL="201168" lvl="1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s-ES" sz="1600" b="1" dirty="0">
                <a:latin typeface="Helvetica Neue"/>
                <a:cs typeface="Helvetica Neue"/>
              </a:rPr>
              <a:t>F</a:t>
            </a:r>
            <a:r>
              <a:rPr lang="es-ES" sz="1600" b="1" i="1" dirty="0">
                <a:latin typeface="Helvetica Neue"/>
                <a:cs typeface="Helvetica Neue"/>
              </a:rPr>
              <a:t>ase de INTEGRACIÓN Y</a:t>
            </a:r>
            <a:r>
              <a:rPr lang="es-ES" sz="1600" b="1" i="1" spc="-5" dirty="0">
                <a:latin typeface="Helvetica Neue"/>
                <a:cs typeface="Helvetica Neue"/>
              </a:rPr>
              <a:t> </a:t>
            </a:r>
            <a:r>
              <a:rPr lang="es-ES" sz="1600" b="1" i="1" dirty="0">
                <a:latin typeface="Helvetica Neue"/>
                <a:cs typeface="Helvetica Neue"/>
              </a:rPr>
              <a:t>PRUEBAS</a:t>
            </a:r>
            <a:r>
              <a:rPr lang="es-ES" sz="1600" b="1" dirty="0">
                <a:latin typeface="Helvetica Neue"/>
                <a:cs typeface="Helvetica Neue"/>
              </a:rPr>
              <a:t>:</a:t>
            </a:r>
            <a:endParaRPr lang="es-ES" sz="100" dirty="0">
              <a:latin typeface="Helvetica Neue"/>
              <a:cs typeface="Helvetica Neue"/>
            </a:endParaRPr>
          </a:p>
          <a:p>
            <a:pPr marL="755650" lvl="1" indent="-285750">
              <a:lnSpc>
                <a:spcPct val="120000"/>
              </a:lnSpc>
              <a:buSzPct val="145098"/>
              <a:buFont typeface="Wingdings" panose="05000000000000000000" pitchFamily="2" charset="2"/>
              <a:buChar char="ü"/>
              <a:tabLst>
                <a:tab pos="330200" algn="l"/>
              </a:tabLst>
            </a:pPr>
            <a:r>
              <a:rPr lang="es-ES" sz="1400" dirty="0">
                <a:latin typeface="Helvetica Neue"/>
                <a:cs typeface="Helvetica Neue"/>
              </a:rPr>
              <a:t>Fallo a nivel de </a:t>
            </a:r>
            <a:r>
              <a:rPr lang="es-ES" sz="1400" spc="-10" dirty="0">
                <a:latin typeface="Helvetica Neue"/>
                <a:cs typeface="Helvetica Neue"/>
              </a:rPr>
              <a:t>software </a:t>
            </a:r>
            <a:r>
              <a:rPr lang="es-ES" sz="1400" dirty="0">
                <a:latin typeface="Helvetica Neue"/>
                <a:cs typeface="Helvetica Neue"/>
              </a:rPr>
              <a:t>en la integración del servicio en el sistema</a:t>
            </a:r>
            <a:r>
              <a:rPr lang="es-ES" sz="1400" spc="-50" dirty="0">
                <a:latin typeface="Helvetica Neue"/>
                <a:cs typeface="Helvetica Neue"/>
              </a:rPr>
              <a:t> </a:t>
            </a:r>
            <a:r>
              <a:rPr lang="es-ES" sz="1400" dirty="0">
                <a:latin typeface="Helvetica Neue"/>
                <a:cs typeface="Helvetica Neue"/>
              </a:rPr>
              <a:t>sanitario.</a:t>
            </a:r>
          </a:p>
          <a:p>
            <a:pPr marL="755650" lvl="1" indent="-285750">
              <a:lnSpc>
                <a:spcPct val="120000"/>
              </a:lnSpc>
              <a:buSzPct val="145098"/>
              <a:buFont typeface="Wingdings" panose="05000000000000000000" pitchFamily="2" charset="2"/>
              <a:buChar char="ü"/>
              <a:tabLst>
                <a:tab pos="330200" algn="l"/>
              </a:tabLst>
            </a:pPr>
            <a:r>
              <a:rPr lang="es-ES" sz="1400" dirty="0">
                <a:latin typeface="Helvetica Neue"/>
                <a:cs typeface="Helvetica Neue"/>
              </a:rPr>
              <a:t>Rechazo del </a:t>
            </a:r>
            <a:r>
              <a:rPr lang="es-ES" sz="1400" spc="-10" dirty="0">
                <a:latin typeface="Helvetica Neue"/>
                <a:cs typeface="Helvetica Neue"/>
              </a:rPr>
              <a:t>servicio </a:t>
            </a:r>
            <a:r>
              <a:rPr lang="es-ES" sz="1400" dirty="0">
                <a:latin typeface="Helvetica Neue"/>
                <a:cs typeface="Helvetica Neue"/>
              </a:rPr>
              <a:t>por parte de los pacientes.</a:t>
            </a:r>
          </a:p>
          <a:p>
            <a:pPr marL="755650" lvl="1" indent="-285750">
              <a:lnSpc>
                <a:spcPct val="120000"/>
              </a:lnSpc>
              <a:buSzPct val="145098"/>
              <a:buFont typeface="Wingdings" panose="05000000000000000000" pitchFamily="2" charset="2"/>
              <a:buChar char="ü"/>
              <a:tabLst>
                <a:tab pos="330200" algn="l"/>
              </a:tabLst>
            </a:pPr>
            <a:r>
              <a:rPr lang="es-ES" sz="1400" dirty="0">
                <a:latin typeface="Helvetica Neue"/>
                <a:cs typeface="Helvetica Neue"/>
              </a:rPr>
              <a:t>Dificultades por parte del personal sanitario a la hora de acomodarse</a:t>
            </a:r>
            <a:r>
              <a:rPr lang="es-ES" sz="1400" spc="-100" dirty="0">
                <a:latin typeface="Helvetica Neue"/>
                <a:cs typeface="Helvetica Neue"/>
              </a:rPr>
              <a:t> </a:t>
            </a:r>
            <a:r>
              <a:rPr lang="es-ES" sz="1400" dirty="0">
                <a:latin typeface="Helvetica Neue"/>
                <a:cs typeface="Helvetica Neue"/>
              </a:rPr>
              <a:t>al  servicio.</a:t>
            </a:r>
          </a:p>
          <a:p>
            <a:pPr marL="755650" lvl="1" indent="-285750">
              <a:lnSpc>
                <a:spcPct val="120000"/>
              </a:lnSpc>
              <a:buSzPct val="145098"/>
              <a:buFont typeface="Wingdings" panose="05000000000000000000" pitchFamily="2" charset="2"/>
              <a:buChar char="ü"/>
              <a:tabLst>
                <a:tab pos="330200" algn="l"/>
              </a:tabLst>
            </a:pPr>
            <a:r>
              <a:rPr lang="es-ES" sz="1400" dirty="0">
                <a:latin typeface="Helvetica Neue"/>
                <a:cs typeface="Helvetica Neue"/>
              </a:rPr>
              <a:t>Mala utilización del servicio por parte de los pacientes y del personal</a:t>
            </a:r>
            <a:r>
              <a:rPr lang="es-ES" sz="1400" spc="-100" dirty="0">
                <a:latin typeface="Helvetica Neue"/>
                <a:cs typeface="Helvetica Neue"/>
              </a:rPr>
              <a:t> </a:t>
            </a:r>
            <a:r>
              <a:rPr lang="es-ES" sz="1400" dirty="0">
                <a:latin typeface="Helvetica Neue"/>
                <a:cs typeface="Helvetica Neue"/>
              </a:rPr>
              <a:t>sanitario.</a:t>
            </a:r>
          </a:p>
          <a:p>
            <a:pPr marL="755650" lvl="1" indent="-285750">
              <a:lnSpc>
                <a:spcPct val="120000"/>
              </a:lnSpc>
              <a:buSzPct val="145098"/>
              <a:buFont typeface="Wingdings" panose="05000000000000000000" pitchFamily="2" charset="2"/>
              <a:buChar char="ü"/>
              <a:tabLst>
                <a:tab pos="330200" algn="l"/>
              </a:tabLst>
            </a:pPr>
            <a:r>
              <a:rPr lang="es-ES" sz="1400" dirty="0">
                <a:latin typeface="Helvetica Neue"/>
                <a:cs typeface="Helvetica Neue"/>
              </a:rPr>
              <a:t>Generación </a:t>
            </a:r>
            <a:r>
              <a:rPr lang="es-ES" sz="1400" spc="-5" dirty="0">
                <a:latin typeface="Helvetica Neue"/>
                <a:cs typeface="Helvetica Neue"/>
              </a:rPr>
              <a:t>incorrecta </a:t>
            </a:r>
            <a:r>
              <a:rPr lang="es-ES" sz="1400" dirty="0">
                <a:latin typeface="Helvetica Neue"/>
                <a:cs typeface="Helvetica Neue"/>
              </a:rPr>
              <a:t>de estadísticas.</a:t>
            </a:r>
          </a:p>
          <a:p>
            <a:pPr marL="755650" lvl="1" indent="-285750">
              <a:lnSpc>
                <a:spcPct val="120000"/>
              </a:lnSpc>
              <a:buSzPct val="145098"/>
              <a:buFont typeface="Wingdings" panose="05000000000000000000" pitchFamily="2" charset="2"/>
              <a:buChar char="ü"/>
              <a:tabLst>
                <a:tab pos="330200" algn="l"/>
              </a:tabLst>
            </a:pPr>
            <a:r>
              <a:rPr lang="es-ES" sz="1400" dirty="0">
                <a:latin typeface="Helvetica Neue"/>
                <a:cs typeface="Helvetica Neue"/>
              </a:rPr>
              <a:t>No lograr la calidad y aceptación del servicio esperados tras</a:t>
            </a:r>
            <a:r>
              <a:rPr lang="es-ES" sz="1400" spc="-100" dirty="0">
                <a:latin typeface="Helvetica Neue"/>
                <a:cs typeface="Helvetica Neue"/>
              </a:rPr>
              <a:t> </a:t>
            </a:r>
            <a:r>
              <a:rPr lang="es-ES" sz="1400" dirty="0">
                <a:latin typeface="Helvetica Neue"/>
                <a:cs typeface="Helvetica Neue"/>
              </a:rPr>
              <a:t>la  implementación de la</a:t>
            </a:r>
            <a:r>
              <a:rPr lang="es-ES" sz="1400" spc="-10" dirty="0">
                <a:latin typeface="Helvetica Neue"/>
                <a:cs typeface="Helvetica Neue"/>
              </a:rPr>
              <a:t> </a:t>
            </a:r>
            <a:r>
              <a:rPr lang="es-ES" sz="1400" dirty="0">
                <a:latin typeface="Helvetica Neue"/>
                <a:cs typeface="Helvetica Neue"/>
              </a:rPr>
              <a:t>muestra.</a:t>
            </a:r>
          </a:p>
          <a:p>
            <a:pPr marL="177292" indent="0">
              <a:lnSpc>
                <a:spcPct val="120000"/>
              </a:lnSpc>
              <a:buSzPct val="145098"/>
              <a:buNone/>
              <a:tabLst>
                <a:tab pos="330200" algn="l"/>
              </a:tabLst>
            </a:pPr>
            <a:r>
              <a:rPr lang="es-ES" sz="1600" b="1" i="1" dirty="0">
                <a:latin typeface="Helvetica Neue"/>
              </a:rPr>
              <a:t>Fase de CIERRE:</a:t>
            </a:r>
          </a:p>
          <a:p>
            <a:pPr marL="755650" lvl="1" indent="-285750">
              <a:lnSpc>
                <a:spcPct val="120000"/>
              </a:lnSpc>
              <a:buSzPct val="145098"/>
              <a:buFont typeface="Wingdings" panose="05000000000000000000" pitchFamily="2" charset="2"/>
              <a:buChar char="ü"/>
              <a:tabLst>
                <a:tab pos="330200" algn="l"/>
              </a:tabLst>
            </a:pPr>
            <a:r>
              <a:rPr lang="es-ES" sz="1400" dirty="0">
                <a:latin typeface="Helvetica Neue"/>
              </a:rPr>
              <a:t>Dificultades de escalado al implementar el sistema a la  totalidad del sistema</a:t>
            </a:r>
            <a:r>
              <a:rPr lang="es-ES" sz="1200" dirty="0">
                <a:latin typeface="Helvetica Neue"/>
              </a:rPr>
              <a:t>.</a:t>
            </a:r>
          </a:p>
          <a:p>
            <a:pPr marL="812800" lvl="1" indent="-342900">
              <a:lnSpc>
                <a:spcPct val="120000"/>
              </a:lnSpc>
              <a:buSzPct val="145098"/>
              <a:tabLst>
                <a:tab pos="330200" algn="l"/>
              </a:tabLst>
            </a:pPr>
            <a:endParaRPr lang="es-ES" sz="1200" dirty="0">
              <a:latin typeface="Helvetica Neue"/>
              <a:cs typeface="Helvetica Neue"/>
            </a:endParaRPr>
          </a:p>
          <a:p>
            <a:endParaRPr lang="es-ES" sz="1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B27309-AF4A-4F41-A27B-B7ADCD19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5E684B-166A-4A3A-B6C3-C2EC841C7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6F46D3-0CDA-4FB1-877E-2405C352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5235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F0ED3-ECD9-4687-85BB-C100BE01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Plan de gestión de Alcance  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C22CD5-6E3A-4D35-92BD-9D6DF6710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92607"/>
            <a:ext cx="8821994" cy="4311905"/>
          </a:xfrm>
        </p:spPr>
        <p:txBody>
          <a:bodyPr>
            <a:normAutofit/>
          </a:bodyPr>
          <a:lstStyle/>
          <a:p>
            <a:pPr marL="12700" marR="5080">
              <a:lnSpc>
                <a:spcPct val="120000"/>
              </a:lnSpc>
              <a:spcBef>
                <a:spcPts val="275"/>
              </a:spcBef>
              <a:buSzPct val="143939"/>
              <a:tabLst>
                <a:tab pos="444500" algn="l"/>
              </a:tabLst>
            </a:pPr>
            <a:r>
              <a:rPr lang="es-ES" sz="1800" spc="-5" dirty="0">
                <a:latin typeface="Helvetica Neue"/>
                <a:cs typeface="Helvetica Neue"/>
              </a:rPr>
              <a:t>Describe cómo se define y valida el alcance del </a:t>
            </a:r>
            <a:r>
              <a:rPr lang="es-ES" sz="1800" spc="-10" dirty="0">
                <a:latin typeface="Helvetica Neue"/>
                <a:cs typeface="Helvetica Neue"/>
              </a:rPr>
              <a:t>proyecto </a:t>
            </a:r>
            <a:r>
              <a:rPr lang="es-ES" sz="1800" spc="-5" dirty="0">
                <a:latin typeface="Helvetica Neue"/>
                <a:cs typeface="Helvetica Neue"/>
              </a:rPr>
              <a:t>y del</a:t>
            </a:r>
            <a:r>
              <a:rPr lang="es-ES" sz="1800" spc="-10" dirty="0">
                <a:latin typeface="Helvetica Neue"/>
                <a:cs typeface="Helvetica Neue"/>
              </a:rPr>
              <a:t> </a:t>
            </a:r>
            <a:r>
              <a:rPr lang="es-ES" sz="1800" spc="-5" dirty="0">
                <a:latin typeface="Helvetica Neue"/>
                <a:cs typeface="Helvetica Neue"/>
              </a:rPr>
              <a:t>servicio:</a:t>
            </a:r>
          </a:p>
          <a:p>
            <a:pPr marL="12700" marR="5080">
              <a:lnSpc>
                <a:spcPct val="120000"/>
              </a:lnSpc>
              <a:spcBef>
                <a:spcPts val="275"/>
              </a:spcBef>
              <a:buSzPct val="143939"/>
              <a:tabLst>
                <a:tab pos="444500" algn="l"/>
              </a:tabLst>
            </a:pPr>
            <a:endParaRPr lang="es-ES" sz="1800" dirty="0">
              <a:latin typeface="Helvetica Neue"/>
              <a:cs typeface="Helvetica Neue"/>
            </a:endParaRPr>
          </a:p>
          <a:p>
            <a:pPr marL="572770" marR="5080" lvl="1" indent="-285750">
              <a:lnSpc>
                <a:spcPct val="120000"/>
              </a:lnSpc>
              <a:spcBef>
                <a:spcPts val="275"/>
              </a:spcBef>
              <a:buSzPct val="143939"/>
              <a:buFont typeface="Wingdings" panose="05000000000000000000" pitchFamily="2" charset="2"/>
              <a:buChar char="ü"/>
              <a:tabLst>
                <a:tab pos="444500" algn="l"/>
              </a:tabLst>
            </a:pPr>
            <a:r>
              <a:rPr lang="es-ES" sz="1800" spc="-10" dirty="0">
                <a:latin typeface="Helvetica Neue"/>
              </a:rPr>
              <a:t>Definición detallada del alcance del proyecto y del servicio.</a:t>
            </a:r>
          </a:p>
          <a:p>
            <a:pPr marL="572770" marR="5080" lvl="1" indent="-285750">
              <a:lnSpc>
                <a:spcPct val="120000"/>
              </a:lnSpc>
              <a:spcBef>
                <a:spcPts val="275"/>
              </a:spcBef>
              <a:buSzPct val="143939"/>
              <a:buFont typeface="Wingdings" panose="05000000000000000000" pitchFamily="2" charset="2"/>
              <a:buChar char="ü"/>
              <a:tabLst>
                <a:tab pos="444500" algn="l"/>
              </a:tabLst>
            </a:pPr>
            <a:r>
              <a:rPr lang="es-ES" sz="1800" spc="-10" dirty="0">
                <a:latin typeface="Helvetica Neue"/>
                <a:cs typeface="Helvetica Neue"/>
              </a:rPr>
              <a:t>Creación </a:t>
            </a:r>
            <a:r>
              <a:rPr lang="es-ES" sz="1800" spc="-5" dirty="0">
                <a:latin typeface="Helvetica Neue"/>
                <a:cs typeface="Helvetica Neue"/>
              </a:rPr>
              <a:t>del EDT/WBS</a:t>
            </a:r>
            <a:r>
              <a:rPr lang="es-ES" sz="1800" spc="-10" dirty="0">
                <a:latin typeface="Helvetica Neue"/>
                <a:cs typeface="Helvetica Neue"/>
              </a:rPr>
              <a:t>.</a:t>
            </a:r>
            <a:endParaRPr lang="es-ES" dirty="0">
              <a:latin typeface="Helvetica Neue"/>
              <a:cs typeface="Helvetica Neue"/>
            </a:endParaRPr>
          </a:p>
          <a:p>
            <a:pPr marL="572770" marR="5080" lvl="1" indent="-285750">
              <a:lnSpc>
                <a:spcPct val="120000"/>
              </a:lnSpc>
              <a:spcBef>
                <a:spcPts val="275"/>
              </a:spcBef>
              <a:buSzPct val="143939"/>
              <a:buFont typeface="Wingdings" panose="05000000000000000000" pitchFamily="2" charset="2"/>
              <a:buChar char="ü"/>
              <a:tabLst>
                <a:tab pos="444500" algn="l"/>
              </a:tabLst>
            </a:pPr>
            <a:r>
              <a:rPr lang="es-ES" sz="1800" spc="-5" dirty="0">
                <a:latin typeface="Helvetica Neue"/>
                <a:cs typeface="Helvetica Neue"/>
              </a:rPr>
              <a:t>Generación del diccionario del EDT/WBS.</a:t>
            </a:r>
          </a:p>
          <a:p>
            <a:pPr marL="572770" marR="5080" lvl="1" indent="-285750">
              <a:lnSpc>
                <a:spcPct val="120000"/>
              </a:lnSpc>
              <a:spcBef>
                <a:spcPts val="275"/>
              </a:spcBef>
              <a:buSzPct val="143939"/>
              <a:buFont typeface="Wingdings" panose="05000000000000000000" pitchFamily="2" charset="2"/>
              <a:buChar char="ü"/>
              <a:tabLst>
                <a:tab pos="444500" algn="l"/>
              </a:tabLst>
            </a:pPr>
            <a:r>
              <a:rPr lang="es-ES" sz="1800" spc="-10" dirty="0">
                <a:latin typeface="Helvetica Neue"/>
                <a:cs typeface="Helvetica Neue"/>
              </a:rPr>
              <a:t>Control </a:t>
            </a:r>
            <a:r>
              <a:rPr lang="es-ES" sz="1800" spc="-5" dirty="0">
                <a:latin typeface="Helvetica Neue"/>
                <a:cs typeface="Helvetica Neue"/>
              </a:rPr>
              <a:t>de cambios en el alcance.</a:t>
            </a:r>
          </a:p>
          <a:p>
            <a:pPr marL="572770" marR="5080" lvl="1" indent="-285750">
              <a:lnSpc>
                <a:spcPct val="120000"/>
              </a:lnSpc>
              <a:spcBef>
                <a:spcPts val="275"/>
              </a:spcBef>
              <a:buSzPct val="143939"/>
              <a:buFont typeface="Wingdings" panose="05000000000000000000" pitchFamily="2" charset="2"/>
              <a:buChar char="ü"/>
              <a:tabLst>
                <a:tab pos="444500" algn="l"/>
              </a:tabLst>
            </a:pPr>
            <a:r>
              <a:rPr lang="es-ES" sz="1800" spc="-5" dirty="0">
                <a:latin typeface="Helvetica Neue"/>
                <a:cs typeface="Helvetica Neue"/>
              </a:rPr>
              <a:t>Criterios de aceptación de los</a:t>
            </a:r>
            <a:r>
              <a:rPr lang="es-ES" sz="1800" dirty="0">
                <a:latin typeface="Helvetica Neue"/>
                <a:cs typeface="Helvetica Neue"/>
              </a:rPr>
              <a:t> </a:t>
            </a:r>
            <a:r>
              <a:rPr lang="es-ES" sz="1800" spc="-10" dirty="0">
                <a:latin typeface="Helvetica Neue"/>
                <a:cs typeface="Helvetica Neue"/>
              </a:rPr>
              <a:t>entregables.</a:t>
            </a:r>
          </a:p>
          <a:p>
            <a:pPr marL="572770" marR="5080" lvl="1" indent="-285750">
              <a:lnSpc>
                <a:spcPct val="120000"/>
              </a:lnSpc>
              <a:spcBef>
                <a:spcPts val="275"/>
              </a:spcBef>
              <a:buSzPct val="143939"/>
              <a:buFont typeface="Wingdings" panose="05000000000000000000" pitchFamily="2" charset="2"/>
              <a:buChar char="ü"/>
              <a:tabLst>
                <a:tab pos="444500" algn="l"/>
              </a:tabLst>
            </a:pPr>
            <a:r>
              <a:rPr lang="es-ES" sz="1800" spc="-10" dirty="0">
                <a:latin typeface="Helvetica Neue"/>
                <a:cs typeface="Helvetica Neue"/>
              </a:rPr>
              <a:t>Control </a:t>
            </a:r>
            <a:r>
              <a:rPr lang="es-ES" sz="1800" spc="-5" dirty="0">
                <a:latin typeface="Helvetica Neue"/>
                <a:cs typeface="Helvetica Neue"/>
              </a:rPr>
              <a:t>de nuevos </a:t>
            </a:r>
            <a:r>
              <a:rPr lang="es-ES" sz="1800" spc="-10" dirty="0">
                <a:latin typeface="Helvetica Neue"/>
                <a:cs typeface="Helvetica Neue"/>
              </a:rPr>
              <a:t>requisitos </a:t>
            </a:r>
            <a:r>
              <a:rPr lang="es-ES" sz="1800" spc="-5" dirty="0">
                <a:latin typeface="Helvetica Neue"/>
                <a:cs typeface="Helvetica Neue"/>
              </a:rPr>
              <a:t>del</a:t>
            </a:r>
            <a:r>
              <a:rPr lang="es-ES" sz="1800" spc="5" dirty="0">
                <a:latin typeface="Helvetica Neue"/>
                <a:cs typeface="Helvetica Neue"/>
              </a:rPr>
              <a:t> </a:t>
            </a:r>
            <a:r>
              <a:rPr lang="es-ES" sz="1800" spc="-5" dirty="0">
                <a:latin typeface="Helvetica Neue"/>
                <a:cs typeface="Helvetica Neue"/>
              </a:rPr>
              <a:t>cliente.</a:t>
            </a:r>
            <a:endParaRPr lang="es-ES" sz="1800" dirty="0">
              <a:latin typeface="Helvetica Neue"/>
              <a:cs typeface="Helvetica Neue"/>
            </a:endParaRPr>
          </a:p>
          <a:p>
            <a:pPr lvl="1">
              <a:lnSpc>
                <a:spcPct val="120000"/>
              </a:lnSpc>
              <a:spcBef>
                <a:spcPts val="45"/>
              </a:spcBef>
              <a:buFont typeface="Helvetica Neue"/>
              <a:buChar char="‣"/>
            </a:pPr>
            <a:endParaRPr lang="es-ES" sz="1800" dirty="0">
              <a:latin typeface="Times New Roman"/>
              <a:cs typeface="Times New Roman"/>
            </a:endParaRPr>
          </a:p>
          <a:p>
            <a:pPr marL="12700">
              <a:lnSpc>
                <a:spcPct val="120000"/>
              </a:lnSpc>
              <a:buSzPct val="143939"/>
              <a:tabLst>
                <a:tab pos="469900" algn="l"/>
              </a:tabLst>
            </a:pPr>
            <a:r>
              <a:rPr lang="es-ES" sz="1800" spc="-5" dirty="0">
                <a:latin typeface="Helvetica Neue"/>
                <a:cs typeface="Helvetica Neue"/>
              </a:rPr>
              <a:t>Planificación de la gestión de los</a:t>
            </a:r>
            <a:r>
              <a:rPr lang="es-ES" sz="1800" spc="5" dirty="0">
                <a:latin typeface="Helvetica Neue"/>
                <a:cs typeface="Helvetica Neue"/>
              </a:rPr>
              <a:t> </a:t>
            </a:r>
            <a:r>
              <a:rPr lang="es-ES" sz="1800" spc="-10" dirty="0">
                <a:latin typeface="Helvetica Neue"/>
                <a:cs typeface="Helvetica Neue"/>
              </a:rPr>
              <a:t>requisitos</a:t>
            </a:r>
            <a:endParaRPr lang="es-ES" sz="1800" dirty="0">
              <a:latin typeface="Helvetica Neue"/>
              <a:cs typeface="Helvetica Neue"/>
            </a:endParaRPr>
          </a:p>
          <a:p>
            <a:pPr marL="0" indent="0">
              <a:lnSpc>
                <a:spcPct val="120000"/>
              </a:lnSpc>
              <a:spcBef>
                <a:spcPts val="100"/>
              </a:spcBef>
              <a:buNone/>
            </a:pPr>
            <a:endParaRPr lang="es-ES" sz="3200" dirty="0">
              <a:latin typeface="Helvetica Neue"/>
              <a:cs typeface="Helvetica Neue"/>
            </a:endParaRPr>
          </a:p>
          <a:p>
            <a:endParaRPr lang="es-E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B27309-AF4A-4F41-A27B-B7ADCD19B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0B8B80-82AD-46A0-BE0E-FF02A15FC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DBFBCE-E07D-4463-B306-AE63EF3F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9499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473FB-B23C-4939-AF6E-CA2BBE86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Recopilación de requisitos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E256DD-A7FF-4370-8A22-565C73174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9979"/>
            <a:ext cx="10058400" cy="4023360"/>
          </a:xfrm>
        </p:spPr>
        <p:txBody>
          <a:bodyPr>
            <a:normAutofit/>
          </a:bodyPr>
          <a:lstStyle/>
          <a:p>
            <a:pPr marL="469900" indent="-457200">
              <a:lnSpc>
                <a:spcPct val="120000"/>
              </a:lnSpc>
              <a:spcBef>
                <a:spcPts val="1745"/>
              </a:spcBef>
              <a:buSzPct val="144117"/>
              <a:buFont typeface="Wingdings" panose="05000000000000000000" pitchFamily="2" charset="2"/>
              <a:buChar char="v"/>
              <a:tabLst>
                <a:tab pos="431800" algn="l"/>
              </a:tabLst>
            </a:pPr>
            <a:r>
              <a:rPr lang="es-ES" sz="3400" dirty="0">
                <a:latin typeface="Helvetica Neue"/>
                <a:cs typeface="Helvetica Neue"/>
              </a:rPr>
              <a:t> Reuniones con el</a:t>
            </a:r>
            <a:r>
              <a:rPr lang="es-ES" sz="3400" spc="-15" dirty="0">
                <a:latin typeface="Helvetica Neue"/>
                <a:cs typeface="Helvetica Neue"/>
              </a:rPr>
              <a:t> </a:t>
            </a:r>
            <a:r>
              <a:rPr lang="es-ES" sz="3400" dirty="0">
                <a:latin typeface="Helvetica Neue"/>
                <a:cs typeface="Helvetica Neue"/>
              </a:rPr>
              <a:t>cliente.</a:t>
            </a:r>
          </a:p>
          <a:p>
            <a:pPr marL="469900" indent="-457200">
              <a:lnSpc>
                <a:spcPct val="120000"/>
              </a:lnSpc>
              <a:spcBef>
                <a:spcPts val="3920"/>
              </a:spcBef>
              <a:buSzPct val="144117"/>
              <a:buFont typeface="Wingdings" panose="05000000000000000000" pitchFamily="2" charset="2"/>
              <a:buChar char="v"/>
              <a:tabLst>
                <a:tab pos="431800" algn="l"/>
              </a:tabLst>
            </a:pPr>
            <a:r>
              <a:rPr lang="es-ES" sz="3400" dirty="0">
                <a:latin typeface="Helvetica Neue"/>
                <a:cs typeface="Helvetica Neue"/>
              </a:rPr>
              <a:t> Grupos</a:t>
            </a:r>
            <a:r>
              <a:rPr lang="es-ES" sz="3400" spc="-5" dirty="0">
                <a:latin typeface="Helvetica Neue"/>
                <a:cs typeface="Helvetica Neue"/>
              </a:rPr>
              <a:t> </a:t>
            </a:r>
            <a:r>
              <a:rPr lang="es-ES" sz="3400" dirty="0">
                <a:latin typeface="Helvetica Neue"/>
                <a:cs typeface="Helvetica Neue"/>
              </a:rPr>
              <a:t>focales:</a:t>
            </a:r>
          </a:p>
          <a:p>
            <a:pPr lvl="3">
              <a:lnSpc>
                <a:spcPct val="120000"/>
              </a:lnSpc>
              <a:buFont typeface="Wingdings" panose="05000000000000000000" pitchFamily="2" charset="2"/>
              <a:buChar char="ü"/>
              <a:tabLst>
                <a:tab pos="926465" algn="l"/>
                <a:tab pos="927100" algn="l"/>
              </a:tabLst>
            </a:pPr>
            <a:r>
              <a:rPr lang="es-ES" sz="3000" dirty="0">
                <a:latin typeface="Helvetica Neue"/>
                <a:cs typeface="Helvetica Neue"/>
              </a:rPr>
              <a:t>Grupos destino del</a:t>
            </a:r>
            <a:r>
              <a:rPr lang="es-ES" sz="3000" spc="-40" dirty="0">
                <a:latin typeface="Helvetica Neue"/>
                <a:cs typeface="Helvetica Neue"/>
              </a:rPr>
              <a:t> </a:t>
            </a:r>
            <a:r>
              <a:rPr lang="es-ES" sz="3000" spc="-10" dirty="0">
                <a:latin typeface="Helvetica Neue"/>
                <a:cs typeface="Helvetica Neue"/>
              </a:rPr>
              <a:t>proyecto.</a:t>
            </a:r>
          </a:p>
          <a:p>
            <a:pPr lvl="3">
              <a:lnSpc>
                <a:spcPct val="120000"/>
              </a:lnSpc>
              <a:buFont typeface="Wingdings" panose="05000000000000000000" pitchFamily="2" charset="2"/>
              <a:buChar char="ü"/>
              <a:tabLst>
                <a:tab pos="926465" algn="l"/>
                <a:tab pos="927100" algn="l"/>
              </a:tabLst>
            </a:pPr>
            <a:r>
              <a:rPr lang="es-ES" sz="3000" dirty="0">
                <a:latin typeface="Helvetica Neue"/>
                <a:cs typeface="Helvetica Neue"/>
              </a:rPr>
              <a:t>Reuniones con los</a:t>
            </a:r>
            <a:r>
              <a:rPr lang="es-ES" sz="3000" spc="-30" dirty="0">
                <a:latin typeface="Helvetica Neue"/>
                <a:cs typeface="Helvetica Neue"/>
              </a:rPr>
              <a:t> </a:t>
            </a:r>
            <a:r>
              <a:rPr lang="es-ES" sz="3000" dirty="0">
                <a:latin typeface="Helvetica Neue"/>
                <a:cs typeface="Helvetica Neue"/>
              </a:rPr>
              <a:t>grupos.</a:t>
            </a:r>
          </a:p>
          <a:p>
            <a:pPr lvl="1">
              <a:lnSpc>
                <a:spcPct val="120000"/>
              </a:lnSpc>
              <a:spcBef>
                <a:spcPts val="10"/>
              </a:spcBef>
              <a:buFont typeface="Helvetica Neue"/>
              <a:buChar char="‣"/>
            </a:pPr>
            <a:endParaRPr lang="es-ES" sz="3400" dirty="0">
              <a:latin typeface="Helvetica Neue"/>
              <a:cs typeface="Times New Roman"/>
            </a:endParaRPr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194FCC-9EF4-4ACA-AF07-4EFAB9456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7ED070-1116-43B3-8F1F-D13C1ACF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8A13D1-EA48-44AB-91F4-6C9F1CFE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7624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74A3E-640D-41EA-B74C-8AE71E586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Definición del Alcance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3FD679C8-F1A6-450A-BDC8-6B2E1FCF2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40702"/>
            <a:ext cx="10058400" cy="3274907"/>
          </a:xfrm>
        </p:spPr>
        <p:txBody>
          <a:bodyPr>
            <a:normAutofit/>
          </a:bodyPr>
          <a:lstStyle/>
          <a:p>
            <a:pPr marL="355600" indent="-342900">
              <a:lnSpc>
                <a:spcPct val="100000"/>
              </a:lnSpc>
              <a:spcBef>
                <a:spcPts val="1745"/>
              </a:spcBef>
              <a:buSzPct val="144117"/>
              <a:buFont typeface="Wingdings" panose="05000000000000000000" pitchFamily="2" charset="2"/>
              <a:buChar char="v"/>
              <a:tabLst>
                <a:tab pos="431800" algn="l"/>
              </a:tabLst>
            </a:pPr>
            <a:r>
              <a:rPr lang="es-ES" b="1" dirty="0">
                <a:latin typeface="Helvetica Neue"/>
                <a:cs typeface="Helvetica Neue"/>
              </a:rPr>
              <a:t> Definición formal de los</a:t>
            </a:r>
            <a:r>
              <a:rPr lang="es-ES" b="1" spc="-15" dirty="0">
                <a:latin typeface="Helvetica Neue"/>
                <a:cs typeface="Helvetica Neue"/>
              </a:rPr>
              <a:t> </a:t>
            </a:r>
            <a:r>
              <a:rPr lang="es-ES" b="1" spc="-10" dirty="0">
                <a:latin typeface="Helvetica Neue"/>
                <a:cs typeface="Helvetica Neue"/>
              </a:rPr>
              <a:t>requisitos</a:t>
            </a:r>
            <a:r>
              <a:rPr lang="es-ES" spc="-10" dirty="0">
                <a:latin typeface="Helvetica Neue"/>
                <a:cs typeface="Helvetica Neue"/>
              </a:rPr>
              <a:t>.</a:t>
            </a:r>
            <a:endParaRPr lang="es-ES" dirty="0">
              <a:latin typeface="Helvetica Neue"/>
              <a:cs typeface="Helvetica Neue"/>
            </a:endParaRPr>
          </a:p>
          <a:p>
            <a:pPr marL="355600" indent="-342900">
              <a:lnSpc>
                <a:spcPct val="100000"/>
              </a:lnSpc>
              <a:spcBef>
                <a:spcPts val="3920"/>
              </a:spcBef>
              <a:buSzPct val="144117"/>
              <a:buFont typeface="Wingdings" panose="05000000000000000000" pitchFamily="2" charset="2"/>
              <a:buChar char="v"/>
              <a:tabLst>
                <a:tab pos="431800" algn="l"/>
              </a:tabLst>
            </a:pPr>
            <a:r>
              <a:rPr lang="es-ES" b="1" dirty="0">
                <a:latin typeface="Helvetica Neue"/>
                <a:cs typeface="Helvetica Neue"/>
              </a:rPr>
              <a:t> Juicio de</a:t>
            </a:r>
            <a:r>
              <a:rPr lang="es-ES" b="1" spc="-5" dirty="0">
                <a:latin typeface="Helvetica Neue"/>
                <a:cs typeface="Helvetica Neue"/>
              </a:rPr>
              <a:t> </a:t>
            </a:r>
            <a:r>
              <a:rPr lang="es-ES" b="1" dirty="0">
                <a:latin typeface="Helvetica Neue"/>
                <a:cs typeface="Helvetica Neue"/>
              </a:rPr>
              <a:t>expertos.</a:t>
            </a:r>
          </a:p>
          <a:p>
            <a:pPr marL="355600" indent="-342900">
              <a:lnSpc>
                <a:spcPct val="100000"/>
              </a:lnSpc>
              <a:spcBef>
                <a:spcPts val="3920"/>
              </a:spcBef>
              <a:buSzPct val="144117"/>
              <a:buFont typeface="Wingdings" panose="05000000000000000000" pitchFamily="2" charset="2"/>
              <a:buChar char="v"/>
              <a:tabLst>
                <a:tab pos="431800" algn="l"/>
              </a:tabLst>
            </a:pPr>
            <a:r>
              <a:rPr lang="es-ES" b="1" dirty="0">
                <a:latin typeface="Helvetica Neue"/>
                <a:cs typeface="Helvetica Neue"/>
              </a:rPr>
              <a:t> Posible generación de</a:t>
            </a:r>
            <a:r>
              <a:rPr lang="es-ES" b="1" spc="-20" dirty="0">
                <a:latin typeface="Helvetica Neue"/>
                <a:cs typeface="Helvetica Neue"/>
              </a:rPr>
              <a:t> </a:t>
            </a:r>
            <a:r>
              <a:rPr lang="es-ES" b="1" spc="5" dirty="0">
                <a:latin typeface="Helvetica Neue"/>
                <a:cs typeface="Helvetica Neue"/>
              </a:rPr>
              <a:t>alternativas:</a:t>
            </a:r>
            <a:endParaRPr lang="es-ES" b="1" dirty="0">
              <a:latin typeface="Helvetica Neue"/>
              <a:cs typeface="Helvetica Neue"/>
            </a:endParaRP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ü"/>
              <a:tabLst>
                <a:tab pos="926465" algn="l"/>
                <a:tab pos="927100" algn="l"/>
              </a:tabLst>
            </a:pPr>
            <a:r>
              <a:rPr lang="es-ES" sz="1800" dirty="0">
                <a:latin typeface="Helvetica Neue"/>
                <a:cs typeface="Helvetica Neue"/>
              </a:rPr>
              <a:t> Nuevos</a:t>
            </a:r>
            <a:r>
              <a:rPr lang="es-ES" sz="1800" spc="-5" dirty="0">
                <a:latin typeface="Helvetica Neue"/>
                <a:cs typeface="Helvetica Neue"/>
              </a:rPr>
              <a:t> </a:t>
            </a:r>
            <a:r>
              <a:rPr lang="es-ES" sz="1800" spc="-10" dirty="0">
                <a:latin typeface="Helvetica Neue"/>
                <a:cs typeface="Helvetica Neue"/>
              </a:rPr>
              <a:t>acuerdos</a:t>
            </a:r>
            <a:endParaRPr lang="es-ES" sz="1800" dirty="0">
              <a:latin typeface="Helvetica Neue"/>
              <a:cs typeface="Helvetica Neue"/>
            </a:endParaRP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ü"/>
              <a:tabLst>
                <a:tab pos="926465" algn="l"/>
                <a:tab pos="927100" algn="l"/>
              </a:tabLst>
            </a:pPr>
            <a:r>
              <a:rPr lang="es-ES" sz="1800" dirty="0">
                <a:latin typeface="Helvetica Neue"/>
                <a:cs typeface="Helvetica Neue"/>
              </a:rPr>
              <a:t> En qué momento hablar con las</a:t>
            </a:r>
            <a:r>
              <a:rPr lang="es-ES" sz="1800" spc="-85" dirty="0">
                <a:latin typeface="Helvetica Neue"/>
                <a:cs typeface="Helvetica Neue"/>
              </a:rPr>
              <a:t> </a:t>
            </a:r>
            <a:r>
              <a:rPr lang="es-ES" sz="1800" spc="-10" dirty="0">
                <a:latin typeface="Helvetica Neue"/>
                <a:cs typeface="Helvetica Neue"/>
              </a:rPr>
              <a:t>empresas</a:t>
            </a:r>
            <a:endParaRPr lang="es-ES" sz="1800" dirty="0">
              <a:latin typeface="Helvetica Neue"/>
              <a:cs typeface="Helvetica Neue"/>
            </a:endParaRPr>
          </a:p>
          <a:p>
            <a:endParaRPr lang="es-ES_tradnl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68297E6-369E-4C9E-8C5D-649948E08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F532B451-7DCB-46AA-A1E4-5DB5A4ED6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D28228BF-02AB-4D47-A41E-5FF327642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455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AC818-875D-45F0-8B65-349DDE6A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Work</a:t>
            </a:r>
            <a:r>
              <a:rPr lang="es-ES" dirty="0"/>
              <a:t> </a:t>
            </a:r>
            <a:r>
              <a:rPr lang="es-ES" dirty="0" err="1"/>
              <a:t>Breakdown</a:t>
            </a:r>
            <a:r>
              <a:rPr lang="es-ES" dirty="0"/>
              <a:t> </a:t>
            </a:r>
            <a:r>
              <a:rPr lang="es-ES" dirty="0" err="1"/>
              <a:t>Structure,WBS</a:t>
            </a:r>
            <a:endParaRPr lang="es-ES_tradn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ECD956-ACDB-4C52-B06F-0AA849C29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83" y="312064"/>
            <a:ext cx="2502561" cy="1072555"/>
          </a:xfrm>
          <a:prstGeom prst="rect">
            <a:avLst/>
          </a:prstGeom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B1D4F5CB-A1C0-4C4F-8233-2C428D3574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0161088"/>
              </p:ext>
            </p:extLst>
          </p:nvPr>
        </p:nvGraphicFramePr>
        <p:xfrm>
          <a:off x="973394" y="1762820"/>
          <a:ext cx="9807678" cy="4932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C6305B-BF5E-4120-B81F-1D45E39E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995761-3BD5-4307-999A-5CACC7E61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6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12B97-FFA3-480C-8FE2-C6F2D37E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/>
              <a:t>GRACIAS POR SU ATENCIÓN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F87148-254E-4BE8-8FD3-5660A18B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SAMBA Solutions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17D985-1958-4F09-8EA1-4F816C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D4C9-2D47-4298-B3EC-5A220480347F}" type="slidenum">
              <a:rPr lang="es-ES" smtClean="0"/>
              <a:t>14</a:t>
            </a:fld>
            <a:endParaRPr lang="es-E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1BC6674-FE5C-421D-857E-4F598BE43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0072" y="3190711"/>
            <a:ext cx="3112182" cy="133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125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403</TotalTime>
  <Words>973</Words>
  <Application>Microsoft Macintosh PowerPoint</Application>
  <PresentationFormat>Panorámica</PresentationFormat>
  <Paragraphs>179</Paragraphs>
  <Slides>14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Calibri</vt:lpstr>
      <vt:lpstr>Calibri Light</vt:lpstr>
      <vt:lpstr>Helvetica Neue</vt:lpstr>
      <vt:lpstr>Times New Roman</vt:lpstr>
      <vt:lpstr>Wingdings</vt:lpstr>
      <vt:lpstr>Retrospección</vt:lpstr>
      <vt:lpstr>Proyecto “MeCuidas”</vt:lpstr>
      <vt:lpstr>Índice</vt:lpstr>
      <vt:lpstr>Contexto</vt:lpstr>
      <vt:lpstr>Justificación del proyecto</vt:lpstr>
      <vt:lpstr>Requisitos</vt:lpstr>
      <vt:lpstr>Acuerdos</vt:lpstr>
      <vt:lpstr>Activos</vt:lpstr>
      <vt:lpstr>Riesgos (I)</vt:lpstr>
      <vt:lpstr>Riesgos (II) </vt:lpstr>
      <vt:lpstr>Plan de gestión de Alcance  </vt:lpstr>
      <vt:lpstr>Recopilación de requisitos</vt:lpstr>
      <vt:lpstr>Definición del Alcance</vt:lpstr>
      <vt:lpstr>Work Breakdown Structure,WBS</vt:lpstr>
      <vt:lpstr>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“MeCuidas”</dc:title>
  <dc:creator>Benito Ortiz María de Cortes</dc:creator>
  <cp:lastModifiedBy>Constantin Boby Nicusor</cp:lastModifiedBy>
  <cp:revision>31</cp:revision>
  <cp:lastPrinted>2018-10-31T12:05:33Z</cp:lastPrinted>
  <dcterms:created xsi:type="dcterms:W3CDTF">2018-10-27T15:11:26Z</dcterms:created>
  <dcterms:modified xsi:type="dcterms:W3CDTF">2018-10-31T12:28:01Z</dcterms:modified>
</cp:coreProperties>
</file>