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B246F-00B5-4610-86EB-ACE0B8B7FA38}" type="doc">
      <dgm:prSet loTypeId="urn:microsoft.com/office/officeart/2005/8/layout/hierarchy6" loCatId="hierarchy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s-ES"/>
        </a:p>
      </dgm:t>
    </dgm:pt>
    <dgm:pt modelId="{984E7E1A-DD08-4E2E-A546-5DAB66C40362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Proyecto </a:t>
          </a:r>
          <a:r>
            <a:rPr lang="es-ES_tradnl" dirty="0" err="1"/>
            <a:t>MeCuidas</a:t>
          </a:r>
          <a:endParaRPr lang="es-ES" dirty="0"/>
        </a:p>
      </dgm:t>
    </dgm:pt>
    <dgm:pt modelId="{AE2E2423-B2F0-4C74-A8DB-4BBE21532EE2}" type="parTrans" cxnId="{585D811E-D1DC-4005-A2E1-10A91687431B}">
      <dgm:prSet/>
      <dgm:spPr/>
      <dgm:t>
        <a:bodyPr/>
        <a:lstStyle/>
        <a:p>
          <a:endParaRPr lang="es-ES"/>
        </a:p>
      </dgm:t>
    </dgm:pt>
    <dgm:pt modelId="{54838042-35A6-423A-9D5B-CC6E4DD67A85}" type="sibTrans" cxnId="{585D811E-D1DC-4005-A2E1-10A91687431B}">
      <dgm:prSet/>
      <dgm:spPr/>
      <dgm:t>
        <a:bodyPr/>
        <a:lstStyle/>
        <a:p>
          <a:endParaRPr lang="es-ES"/>
        </a:p>
      </dgm:t>
    </dgm:pt>
    <dgm:pt modelId="{8D053341-47DE-4A56-8DB5-F4344314674C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Análisis</a:t>
          </a:r>
          <a:endParaRPr lang="es-ES" dirty="0"/>
        </a:p>
      </dgm:t>
    </dgm:pt>
    <dgm:pt modelId="{EBD4D5EB-965D-43EB-B803-B2DBA1A47692}" type="parTrans" cxnId="{A1A42AC5-B3CA-474B-A03B-83A5BC59A4EF}">
      <dgm:prSet/>
      <dgm:spPr/>
      <dgm:t>
        <a:bodyPr/>
        <a:lstStyle/>
        <a:p>
          <a:endParaRPr lang="es-ES"/>
        </a:p>
      </dgm:t>
    </dgm:pt>
    <dgm:pt modelId="{176D6055-7813-445A-AD4E-B8512697E12E}" type="sibTrans" cxnId="{A1A42AC5-B3CA-474B-A03B-83A5BC59A4EF}">
      <dgm:prSet/>
      <dgm:spPr/>
      <dgm:t>
        <a:bodyPr/>
        <a:lstStyle/>
        <a:p>
          <a:endParaRPr lang="es-ES"/>
        </a:p>
      </dgm:t>
    </dgm:pt>
    <dgm:pt modelId="{EFFA102A-5D82-49D3-A6E7-45C00C42107B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Requerimientos</a:t>
          </a:r>
          <a:endParaRPr lang="es-ES" dirty="0"/>
        </a:p>
      </dgm:t>
    </dgm:pt>
    <dgm:pt modelId="{DFFEDB4F-CB16-440A-AC1A-1DC7D4CDB94A}" type="parTrans" cxnId="{1A0C89BF-D174-4ED0-8083-1CC9998E7155}">
      <dgm:prSet/>
      <dgm:spPr/>
      <dgm:t>
        <a:bodyPr/>
        <a:lstStyle/>
        <a:p>
          <a:endParaRPr lang="es-ES"/>
        </a:p>
      </dgm:t>
    </dgm:pt>
    <dgm:pt modelId="{B62333E8-4DCB-4AEF-9231-01F6B6767A44}" type="sibTrans" cxnId="{1A0C89BF-D174-4ED0-8083-1CC9998E7155}">
      <dgm:prSet/>
      <dgm:spPr/>
      <dgm:t>
        <a:bodyPr/>
        <a:lstStyle/>
        <a:p>
          <a:endParaRPr lang="es-ES"/>
        </a:p>
      </dgm:t>
    </dgm:pt>
    <dgm:pt modelId="{F27108DA-E888-48DE-8C97-7FDC95CC2EF6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Cierre</a:t>
          </a:r>
          <a:endParaRPr lang="es-ES" dirty="0"/>
        </a:p>
      </dgm:t>
    </dgm:pt>
    <dgm:pt modelId="{39401BF9-8334-48FD-97B1-B5FF75DD8ED7}" type="parTrans" cxnId="{3678BB3C-ABCE-4036-8BF9-7D306D14FF35}">
      <dgm:prSet/>
      <dgm:spPr/>
      <dgm:t>
        <a:bodyPr/>
        <a:lstStyle/>
        <a:p>
          <a:endParaRPr lang="es-ES"/>
        </a:p>
      </dgm:t>
    </dgm:pt>
    <dgm:pt modelId="{66761398-FF62-4B70-AD78-EE255350EFAC}" type="sibTrans" cxnId="{3678BB3C-ABCE-4036-8BF9-7D306D14FF35}">
      <dgm:prSet/>
      <dgm:spPr/>
      <dgm:t>
        <a:bodyPr/>
        <a:lstStyle/>
        <a:p>
          <a:endParaRPr lang="es-ES"/>
        </a:p>
      </dgm:t>
    </dgm:pt>
    <dgm:pt modelId="{910FF4E3-4B73-471E-A733-428EDE879319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Implementación final</a:t>
          </a:r>
          <a:endParaRPr lang="es-ES" dirty="0"/>
        </a:p>
      </dgm:t>
    </dgm:pt>
    <dgm:pt modelId="{F9806694-F79F-4F0F-B80B-D8AEC14A4AE4}" type="parTrans" cxnId="{1DB74C26-04B0-46CF-914A-E108FAEBA0D6}">
      <dgm:prSet/>
      <dgm:spPr/>
      <dgm:t>
        <a:bodyPr/>
        <a:lstStyle/>
        <a:p>
          <a:endParaRPr lang="es-ES"/>
        </a:p>
      </dgm:t>
    </dgm:pt>
    <dgm:pt modelId="{1559325B-7160-4295-9AC9-2388904B54D3}" type="sibTrans" cxnId="{1DB74C26-04B0-46CF-914A-E108FAEBA0D6}">
      <dgm:prSet/>
      <dgm:spPr/>
      <dgm:t>
        <a:bodyPr/>
        <a:lstStyle/>
        <a:p>
          <a:endParaRPr lang="es-ES"/>
        </a:p>
      </dgm:t>
    </dgm:pt>
    <dgm:pt modelId="{8FAE6191-0821-4960-BC96-F58E46C703A9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Planificación</a:t>
          </a:r>
          <a:endParaRPr lang="es-ES" dirty="0"/>
        </a:p>
      </dgm:t>
    </dgm:pt>
    <dgm:pt modelId="{4CC81563-AFF2-44A9-B9B0-EF1C87661122}" type="parTrans" cxnId="{1A358F98-1340-4BF0-A227-6269E1BC5FDB}">
      <dgm:prSet/>
      <dgm:spPr/>
      <dgm:t>
        <a:bodyPr/>
        <a:lstStyle/>
        <a:p>
          <a:endParaRPr lang="es-ES"/>
        </a:p>
      </dgm:t>
    </dgm:pt>
    <dgm:pt modelId="{D7A373A9-FF3D-4DB9-BAA4-871B43426D41}" type="sibTrans" cxnId="{1A358F98-1340-4BF0-A227-6269E1BC5FDB}">
      <dgm:prSet/>
      <dgm:spPr/>
      <dgm:t>
        <a:bodyPr/>
        <a:lstStyle/>
        <a:p>
          <a:endParaRPr lang="es-ES"/>
        </a:p>
      </dgm:t>
    </dgm:pt>
    <dgm:pt modelId="{46EFE5C5-7E26-4632-AB0D-CFDE009726AC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Desarrollo</a:t>
          </a:r>
          <a:endParaRPr lang="es-ES" dirty="0"/>
        </a:p>
      </dgm:t>
    </dgm:pt>
    <dgm:pt modelId="{8EBD0BB1-A983-499A-AFE0-A135C6D6EAF4}" type="parTrans" cxnId="{242DF2D3-F3A7-4348-A721-6000EAFAE055}">
      <dgm:prSet/>
      <dgm:spPr/>
      <dgm:t>
        <a:bodyPr/>
        <a:lstStyle/>
        <a:p>
          <a:endParaRPr lang="es-ES"/>
        </a:p>
      </dgm:t>
    </dgm:pt>
    <dgm:pt modelId="{5914253C-0C02-433E-BBB4-A56090EFD1EA}" type="sibTrans" cxnId="{242DF2D3-F3A7-4348-A721-6000EAFAE055}">
      <dgm:prSet/>
      <dgm:spPr/>
      <dgm:t>
        <a:bodyPr/>
        <a:lstStyle/>
        <a:p>
          <a:endParaRPr lang="es-ES"/>
        </a:p>
      </dgm:t>
    </dgm:pt>
    <dgm:pt modelId="{FB132DEB-3EBB-4B7B-9E10-1EA28E437B0C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Formación</a:t>
          </a:r>
          <a:endParaRPr lang="es-ES" dirty="0"/>
        </a:p>
      </dgm:t>
    </dgm:pt>
    <dgm:pt modelId="{84BE1630-6BEF-48BE-BEB4-441EA60AE7C5}" type="parTrans" cxnId="{7C3DE64C-953A-4B36-89BF-C3A300F94624}">
      <dgm:prSet/>
      <dgm:spPr/>
      <dgm:t>
        <a:bodyPr/>
        <a:lstStyle/>
        <a:p>
          <a:endParaRPr lang="es-ES"/>
        </a:p>
      </dgm:t>
    </dgm:pt>
    <dgm:pt modelId="{3DA0803E-74EB-47A7-880B-91D87ACD481A}" type="sibTrans" cxnId="{7C3DE64C-953A-4B36-89BF-C3A300F94624}">
      <dgm:prSet/>
      <dgm:spPr/>
      <dgm:t>
        <a:bodyPr/>
        <a:lstStyle/>
        <a:p>
          <a:endParaRPr lang="es-ES"/>
        </a:p>
      </dgm:t>
    </dgm:pt>
    <dgm:pt modelId="{6169ABB3-9EA3-4A97-9BDB-7BF1A5E8319C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Integración y pruebas</a:t>
          </a:r>
          <a:endParaRPr lang="es-ES" dirty="0"/>
        </a:p>
      </dgm:t>
    </dgm:pt>
    <dgm:pt modelId="{28EC855E-094C-4BED-9FB2-2C030C8FFA45}" type="parTrans" cxnId="{44BC1EE3-FF57-452E-9F1C-1297E9ECAE80}">
      <dgm:prSet/>
      <dgm:spPr/>
      <dgm:t>
        <a:bodyPr/>
        <a:lstStyle/>
        <a:p>
          <a:endParaRPr lang="es-ES"/>
        </a:p>
      </dgm:t>
    </dgm:pt>
    <dgm:pt modelId="{5DD54D20-2A68-4F1C-81FF-4637F3180AB6}" type="sibTrans" cxnId="{44BC1EE3-FF57-452E-9F1C-1297E9ECAE80}">
      <dgm:prSet/>
      <dgm:spPr/>
      <dgm:t>
        <a:bodyPr/>
        <a:lstStyle/>
        <a:p>
          <a:endParaRPr lang="es-ES"/>
        </a:p>
      </dgm:t>
    </dgm:pt>
    <dgm:pt modelId="{818A50AE-2897-4A8A-A2D4-C798E3839759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Riesgos</a:t>
          </a:r>
          <a:endParaRPr lang="es-ES" dirty="0"/>
        </a:p>
      </dgm:t>
    </dgm:pt>
    <dgm:pt modelId="{6E64CD67-6FB7-4233-986F-C1A61F90D25C}" type="parTrans" cxnId="{5C8AD39E-048A-4F0B-A4E5-8E7E28CD4E8E}">
      <dgm:prSet/>
      <dgm:spPr/>
      <dgm:t>
        <a:bodyPr/>
        <a:lstStyle/>
        <a:p>
          <a:endParaRPr lang="es-ES"/>
        </a:p>
      </dgm:t>
    </dgm:pt>
    <dgm:pt modelId="{C0AF5DF9-2ED6-42D3-8F8C-F06FCA8338A2}" type="sibTrans" cxnId="{5C8AD39E-048A-4F0B-A4E5-8E7E28CD4E8E}">
      <dgm:prSet/>
      <dgm:spPr/>
      <dgm:t>
        <a:bodyPr/>
        <a:lstStyle/>
        <a:p>
          <a:endParaRPr lang="es-ES"/>
        </a:p>
      </dgm:t>
    </dgm:pt>
    <dgm:pt modelId="{95F92B39-5BD1-41DA-921B-40270E333897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Contexto</a:t>
          </a:r>
          <a:endParaRPr lang="es-ES" dirty="0"/>
        </a:p>
      </dgm:t>
    </dgm:pt>
    <dgm:pt modelId="{78A11304-B47B-426C-80D9-23F105284D80}" type="parTrans" cxnId="{8A33DAC6-D9DF-4D48-B64D-808F92F2B77E}">
      <dgm:prSet/>
      <dgm:spPr/>
      <dgm:t>
        <a:bodyPr/>
        <a:lstStyle/>
        <a:p>
          <a:endParaRPr lang="es-ES"/>
        </a:p>
      </dgm:t>
    </dgm:pt>
    <dgm:pt modelId="{19CA03D8-84BD-45E9-ACB4-36731CEB3A27}" type="sibTrans" cxnId="{8A33DAC6-D9DF-4D48-B64D-808F92F2B77E}">
      <dgm:prSet/>
      <dgm:spPr/>
      <dgm:t>
        <a:bodyPr/>
        <a:lstStyle/>
        <a:p>
          <a:endParaRPr lang="es-ES"/>
        </a:p>
      </dgm:t>
    </dgm:pt>
    <dgm:pt modelId="{595FCBCB-6F4C-41E0-9D57-CC8BC973C07C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Documentación Inicial</a:t>
          </a:r>
          <a:endParaRPr lang="es-ES" dirty="0"/>
        </a:p>
      </dgm:t>
    </dgm:pt>
    <dgm:pt modelId="{51635E7D-94AB-42DB-A23F-6B9E2711ADB8}" type="parTrans" cxnId="{CE25B188-AF7E-45A6-B483-2C1585C607A0}">
      <dgm:prSet/>
      <dgm:spPr/>
      <dgm:t>
        <a:bodyPr/>
        <a:lstStyle/>
        <a:p>
          <a:endParaRPr lang="es-ES"/>
        </a:p>
      </dgm:t>
    </dgm:pt>
    <dgm:pt modelId="{0B43550C-8A90-4189-9B67-1225304E0089}" type="sibTrans" cxnId="{CE25B188-AF7E-45A6-B483-2C1585C607A0}">
      <dgm:prSet/>
      <dgm:spPr/>
      <dgm:t>
        <a:bodyPr/>
        <a:lstStyle/>
        <a:p>
          <a:endParaRPr lang="es-ES"/>
        </a:p>
      </dgm:t>
    </dgm:pt>
    <dgm:pt modelId="{7B8C88F9-23A6-428A-9D84-EE8685A0B867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Identificación de interesados</a:t>
          </a:r>
          <a:endParaRPr lang="es-ES" dirty="0"/>
        </a:p>
      </dgm:t>
    </dgm:pt>
    <dgm:pt modelId="{55BF91F1-8371-43F3-B796-D886F4AEA607}" type="parTrans" cxnId="{9258CF10-A21F-436C-8DD6-66D5F2257114}">
      <dgm:prSet/>
      <dgm:spPr/>
      <dgm:t>
        <a:bodyPr/>
        <a:lstStyle/>
        <a:p>
          <a:endParaRPr lang="es-ES"/>
        </a:p>
      </dgm:t>
    </dgm:pt>
    <dgm:pt modelId="{AB932049-799D-400F-96A9-390092336D78}" type="sibTrans" cxnId="{9258CF10-A21F-436C-8DD6-66D5F2257114}">
      <dgm:prSet/>
      <dgm:spPr/>
      <dgm:t>
        <a:bodyPr/>
        <a:lstStyle/>
        <a:p>
          <a:endParaRPr lang="es-ES"/>
        </a:p>
      </dgm:t>
    </dgm:pt>
    <dgm:pt modelId="{22D68CCB-4BEE-4732-BA18-145918E71689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Acuerdos</a:t>
          </a:r>
          <a:endParaRPr lang="es-ES" dirty="0"/>
        </a:p>
      </dgm:t>
    </dgm:pt>
    <dgm:pt modelId="{845F5D8C-040E-4743-ACA2-252EB4E11E64}" type="parTrans" cxnId="{AEAE211C-05CA-406B-A485-10AC5B28C623}">
      <dgm:prSet/>
      <dgm:spPr/>
      <dgm:t>
        <a:bodyPr/>
        <a:lstStyle/>
        <a:p>
          <a:endParaRPr lang="es-ES"/>
        </a:p>
      </dgm:t>
    </dgm:pt>
    <dgm:pt modelId="{96F038F0-8321-4A68-ABFB-0F5C2D7FE10A}" type="sibTrans" cxnId="{AEAE211C-05CA-406B-A485-10AC5B28C623}">
      <dgm:prSet/>
      <dgm:spPr/>
      <dgm:t>
        <a:bodyPr/>
        <a:lstStyle/>
        <a:p>
          <a:endParaRPr lang="es-ES"/>
        </a:p>
      </dgm:t>
    </dgm:pt>
    <dgm:pt modelId="{638D4A18-E8B7-45E5-8EAA-4C0D29849159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Reuniones</a:t>
          </a:r>
          <a:endParaRPr lang="es-ES" dirty="0"/>
        </a:p>
      </dgm:t>
    </dgm:pt>
    <dgm:pt modelId="{6331599E-52B8-4A6C-B3A0-6191E729069E}" type="parTrans" cxnId="{D47CA79C-8F8E-4F6C-B4A4-DC7B0D45936D}">
      <dgm:prSet/>
      <dgm:spPr/>
      <dgm:t>
        <a:bodyPr/>
        <a:lstStyle/>
        <a:p>
          <a:endParaRPr lang="es-ES"/>
        </a:p>
      </dgm:t>
    </dgm:pt>
    <dgm:pt modelId="{96BDABD5-5B11-468E-B806-E97AD8AE4AFA}" type="sibTrans" cxnId="{D47CA79C-8F8E-4F6C-B4A4-DC7B0D45936D}">
      <dgm:prSet/>
      <dgm:spPr/>
      <dgm:t>
        <a:bodyPr/>
        <a:lstStyle/>
        <a:p>
          <a:endParaRPr lang="es-ES"/>
        </a:p>
      </dgm:t>
    </dgm:pt>
    <dgm:pt modelId="{D692D1F3-8B04-4096-AA22-E14E93E2AD30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Calidad y Validación</a:t>
          </a:r>
          <a:endParaRPr lang="es-ES" dirty="0"/>
        </a:p>
      </dgm:t>
    </dgm:pt>
    <dgm:pt modelId="{D4015DCB-90CE-418D-BA17-E20EB5979634}" type="parTrans" cxnId="{30A55F96-8DA0-4EC1-A524-A47232E0498E}">
      <dgm:prSet/>
      <dgm:spPr/>
      <dgm:t>
        <a:bodyPr/>
        <a:lstStyle/>
        <a:p>
          <a:endParaRPr lang="es-ES"/>
        </a:p>
      </dgm:t>
    </dgm:pt>
    <dgm:pt modelId="{9DF5544D-7133-4BEC-80D5-5F4AB2FCACF0}" type="sibTrans" cxnId="{30A55F96-8DA0-4EC1-A524-A47232E0498E}">
      <dgm:prSet/>
      <dgm:spPr/>
      <dgm:t>
        <a:bodyPr/>
        <a:lstStyle/>
        <a:p>
          <a:endParaRPr lang="es-ES"/>
        </a:p>
      </dgm:t>
    </dgm:pt>
    <dgm:pt modelId="{1CCEED45-57D7-4641-81C9-5908579CE245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Cronograma</a:t>
          </a:r>
          <a:endParaRPr lang="es-ES" dirty="0"/>
        </a:p>
      </dgm:t>
    </dgm:pt>
    <dgm:pt modelId="{0B8E2C65-A4D7-4B41-A006-CAAA09EDACC5}" type="parTrans" cxnId="{8237BEE0-D1B1-440F-9385-3C24B42C9D37}">
      <dgm:prSet/>
      <dgm:spPr/>
      <dgm:t>
        <a:bodyPr/>
        <a:lstStyle/>
        <a:p>
          <a:endParaRPr lang="es-ES"/>
        </a:p>
      </dgm:t>
    </dgm:pt>
    <dgm:pt modelId="{3565B9CB-B1EE-400D-B2B9-2B551D737D10}" type="sibTrans" cxnId="{8237BEE0-D1B1-440F-9385-3C24B42C9D37}">
      <dgm:prSet/>
      <dgm:spPr/>
      <dgm:t>
        <a:bodyPr/>
        <a:lstStyle/>
        <a:p>
          <a:endParaRPr lang="es-ES"/>
        </a:p>
      </dgm:t>
    </dgm:pt>
    <dgm:pt modelId="{C6E69E37-3961-44EE-94E9-D23872BEE4C9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Control de procesos</a:t>
          </a:r>
          <a:endParaRPr lang="es-ES" dirty="0"/>
        </a:p>
      </dgm:t>
    </dgm:pt>
    <dgm:pt modelId="{39E7187F-BF44-4434-ABA8-1C914D1E277A}" type="parTrans" cxnId="{6C09A7CF-ED9E-4F5C-A208-29FC73FCD37A}">
      <dgm:prSet/>
      <dgm:spPr/>
      <dgm:t>
        <a:bodyPr/>
        <a:lstStyle/>
        <a:p>
          <a:endParaRPr lang="es-ES"/>
        </a:p>
      </dgm:t>
    </dgm:pt>
    <dgm:pt modelId="{DEA9B8DE-9278-41C4-8958-F47B791467F4}" type="sibTrans" cxnId="{6C09A7CF-ED9E-4F5C-A208-29FC73FCD37A}">
      <dgm:prSet/>
      <dgm:spPr/>
      <dgm:t>
        <a:bodyPr/>
        <a:lstStyle/>
        <a:p>
          <a:endParaRPr lang="es-ES"/>
        </a:p>
      </dgm:t>
    </dgm:pt>
    <dgm:pt modelId="{DEA8DC5E-722E-4FFF-BA91-EA999F6AAE91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Gestión de compras</a:t>
          </a:r>
          <a:endParaRPr lang="es-ES" dirty="0"/>
        </a:p>
      </dgm:t>
    </dgm:pt>
    <dgm:pt modelId="{CA5091F9-074B-4255-B185-C09D0BE2BF7B}" type="parTrans" cxnId="{8AF7D83C-2A35-4B4E-9A89-87807C35D1FB}">
      <dgm:prSet/>
      <dgm:spPr/>
      <dgm:t>
        <a:bodyPr/>
        <a:lstStyle/>
        <a:p>
          <a:endParaRPr lang="es-ES"/>
        </a:p>
      </dgm:t>
    </dgm:pt>
    <dgm:pt modelId="{64D4773E-534A-4E7B-A0A1-8D87DE867EA7}" type="sibTrans" cxnId="{8AF7D83C-2A35-4B4E-9A89-87807C35D1FB}">
      <dgm:prSet/>
      <dgm:spPr/>
      <dgm:t>
        <a:bodyPr/>
        <a:lstStyle/>
        <a:p>
          <a:endParaRPr lang="es-ES"/>
        </a:p>
      </dgm:t>
    </dgm:pt>
    <dgm:pt modelId="{142E7667-7801-477A-80B1-678DFCEE8B9B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Cursos</a:t>
          </a:r>
          <a:endParaRPr lang="es-ES" dirty="0"/>
        </a:p>
      </dgm:t>
    </dgm:pt>
    <dgm:pt modelId="{ACDCB4B0-FE3A-4189-B855-4AF36F6C0D74}" type="parTrans" cxnId="{4236410F-A92F-4C87-BF14-3DA943DADA64}">
      <dgm:prSet/>
      <dgm:spPr/>
      <dgm:t>
        <a:bodyPr/>
        <a:lstStyle/>
        <a:p>
          <a:endParaRPr lang="es-ES"/>
        </a:p>
      </dgm:t>
    </dgm:pt>
    <dgm:pt modelId="{5C06A405-8210-48F4-A408-225051F39FBE}" type="sibTrans" cxnId="{4236410F-A92F-4C87-BF14-3DA943DADA64}">
      <dgm:prSet/>
      <dgm:spPr/>
      <dgm:t>
        <a:bodyPr/>
        <a:lstStyle/>
        <a:p>
          <a:endParaRPr lang="es-ES"/>
        </a:p>
      </dgm:t>
    </dgm:pt>
    <dgm:pt modelId="{6343E979-4FE4-4A70-B59E-3E22D3659816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Personal</a:t>
          </a:r>
          <a:endParaRPr lang="es-ES" dirty="0"/>
        </a:p>
      </dgm:t>
    </dgm:pt>
    <dgm:pt modelId="{7A8423F9-E18F-49C7-AF47-88948CD8E18D}" type="parTrans" cxnId="{E66A6DFA-838B-4265-BAE3-732A6B928409}">
      <dgm:prSet/>
      <dgm:spPr/>
      <dgm:t>
        <a:bodyPr/>
        <a:lstStyle/>
        <a:p>
          <a:endParaRPr lang="es-ES"/>
        </a:p>
      </dgm:t>
    </dgm:pt>
    <dgm:pt modelId="{A2AAA9C3-C9BC-414E-AD60-200EF2F1EFA3}" type="sibTrans" cxnId="{E66A6DFA-838B-4265-BAE3-732A6B928409}">
      <dgm:prSet/>
      <dgm:spPr/>
      <dgm:t>
        <a:bodyPr/>
        <a:lstStyle/>
        <a:p>
          <a:endParaRPr lang="es-ES"/>
        </a:p>
      </dgm:t>
    </dgm:pt>
    <dgm:pt modelId="{90E52BB7-1EB0-47DC-82EE-28BBD13D64E9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Certificación</a:t>
          </a:r>
          <a:endParaRPr lang="es-ES" dirty="0"/>
        </a:p>
      </dgm:t>
    </dgm:pt>
    <dgm:pt modelId="{7B0BD396-2B46-40BD-AC76-2EF21EDDDC81}" type="parTrans" cxnId="{8BBAB2EF-486F-4C2D-8E6B-30F22B08CEDE}">
      <dgm:prSet/>
      <dgm:spPr/>
      <dgm:t>
        <a:bodyPr/>
        <a:lstStyle/>
        <a:p>
          <a:endParaRPr lang="es-ES"/>
        </a:p>
      </dgm:t>
    </dgm:pt>
    <dgm:pt modelId="{6C2204E5-3FD4-4E2D-A0D8-AA639C5B78BB}" type="sibTrans" cxnId="{8BBAB2EF-486F-4C2D-8E6B-30F22B08CEDE}">
      <dgm:prSet/>
      <dgm:spPr/>
      <dgm:t>
        <a:bodyPr/>
        <a:lstStyle/>
        <a:p>
          <a:endParaRPr lang="es-ES"/>
        </a:p>
      </dgm:t>
    </dgm:pt>
    <dgm:pt modelId="{65164E71-4DD3-40F1-A30B-EC613D040542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Documentación de formación</a:t>
          </a:r>
          <a:endParaRPr lang="es-ES" dirty="0"/>
        </a:p>
      </dgm:t>
    </dgm:pt>
    <dgm:pt modelId="{602223CB-CFD7-40C2-91FA-E4E1E82D12F8}" type="parTrans" cxnId="{CA998EDF-D1EC-4F21-BC02-F8E5D809124E}">
      <dgm:prSet/>
      <dgm:spPr/>
      <dgm:t>
        <a:bodyPr/>
        <a:lstStyle/>
        <a:p>
          <a:endParaRPr lang="es-ES"/>
        </a:p>
      </dgm:t>
    </dgm:pt>
    <dgm:pt modelId="{21CD02D9-E652-489A-8BF4-F425E3CF6D26}" type="sibTrans" cxnId="{CA998EDF-D1EC-4F21-BC02-F8E5D809124E}">
      <dgm:prSet/>
      <dgm:spPr/>
      <dgm:t>
        <a:bodyPr/>
        <a:lstStyle/>
        <a:p>
          <a:endParaRPr lang="es-ES"/>
        </a:p>
      </dgm:t>
    </dgm:pt>
    <dgm:pt modelId="{64108CB1-DB75-4E6C-B114-0F078EBFAA65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Integración en muestra</a:t>
          </a:r>
          <a:endParaRPr lang="es-ES" dirty="0"/>
        </a:p>
      </dgm:t>
    </dgm:pt>
    <dgm:pt modelId="{4672E1E4-8BCB-4F8A-9715-DD03D099E9B8}" type="parTrans" cxnId="{8F9BFC49-62BA-4DBB-A4FA-FDF3587EA851}">
      <dgm:prSet/>
      <dgm:spPr/>
      <dgm:t>
        <a:bodyPr/>
        <a:lstStyle/>
        <a:p>
          <a:endParaRPr lang="es-ES"/>
        </a:p>
      </dgm:t>
    </dgm:pt>
    <dgm:pt modelId="{926064D3-9C23-498F-82E9-95C446588308}" type="sibTrans" cxnId="{8F9BFC49-62BA-4DBB-A4FA-FDF3587EA851}">
      <dgm:prSet/>
      <dgm:spPr/>
      <dgm:t>
        <a:bodyPr/>
        <a:lstStyle/>
        <a:p>
          <a:endParaRPr lang="es-ES"/>
        </a:p>
      </dgm:t>
    </dgm:pt>
    <dgm:pt modelId="{210E38F1-6443-4897-BC67-3DC469B10B3A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Obtención de resultados</a:t>
          </a:r>
          <a:endParaRPr lang="es-ES" dirty="0"/>
        </a:p>
      </dgm:t>
    </dgm:pt>
    <dgm:pt modelId="{658605B8-67B6-4965-9219-87AD07A2BD57}" type="parTrans" cxnId="{6193E151-7B4B-421D-8E3E-D3E6FEF0B0BC}">
      <dgm:prSet/>
      <dgm:spPr/>
      <dgm:t>
        <a:bodyPr/>
        <a:lstStyle/>
        <a:p>
          <a:endParaRPr lang="es-ES"/>
        </a:p>
      </dgm:t>
    </dgm:pt>
    <dgm:pt modelId="{0132DBF9-A877-41CA-AAEC-9BACB1A6367E}" type="sibTrans" cxnId="{6193E151-7B4B-421D-8E3E-D3E6FEF0B0BC}">
      <dgm:prSet/>
      <dgm:spPr/>
      <dgm:t>
        <a:bodyPr/>
        <a:lstStyle/>
        <a:p>
          <a:endParaRPr lang="es-ES"/>
        </a:p>
      </dgm:t>
    </dgm:pt>
    <dgm:pt modelId="{E195E9F6-7564-48BE-A20F-8E15DF27D81A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Validación de resultados</a:t>
          </a:r>
          <a:endParaRPr lang="es-ES" dirty="0"/>
        </a:p>
      </dgm:t>
    </dgm:pt>
    <dgm:pt modelId="{D0F8BDB2-13EF-4738-B074-310F7068418D}" type="parTrans" cxnId="{B822AFDD-53D7-4668-990A-0FC76370D21F}">
      <dgm:prSet/>
      <dgm:spPr/>
      <dgm:t>
        <a:bodyPr/>
        <a:lstStyle/>
        <a:p>
          <a:endParaRPr lang="es-ES"/>
        </a:p>
      </dgm:t>
    </dgm:pt>
    <dgm:pt modelId="{4A84E83F-0A4E-451D-B074-37C705FAC49A}" type="sibTrans" cxnId="{B822AFDD-53D7-4668-990A-0FC76370D21F}">
      <dgm:prSet/>
      <dgm:spPr/>
      <dgm:t>
        <a:bodyPr/>
        <a:lstStyle/>
        <a:p>
          <a:endParaRPr lang="es-ES"/>
        </a:p>
      </dgm:t>
    </dgm:pt>
    <dgm:pt modelId="{2B9145D1-EB7E-4900-B323-62729B920F30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_tradnl" dirty="0"/>
            <a:t>Documentación</a:t>
          </a:r>
          <a:endParaRPr lang="es-ES" dirty="0"/>
        </a:p>
      </dgm:t>
    </dgm:pt>
    <dgm:pt modelId="{5A1392F2-9813-4C0C-9524-55F25A946D72}" type="parTrans" cxnId="{E9FD1272-E01D-4880-BFDE-9A1AAA5292D5}">
      <dgm:prSet/>
      <dgm:spPr/>
      <dgm:t>
        <a:bodyPr/>
        <a:lstStyle/>
        <a:p>
          <a:endParaRPr lang="es-ES"/>
        </a:p>
      </dgm:t>
    </dgm:pt>
    <dgm:pt modelId="{FE9D72FD-6015-4C6F-8761-506C30B7F8B6}" type="sibTrans" cxnId="{E9FD1272-E01D-4880-BFDE-9A1AAA5292D5}">
      <dgm:prSet/>
      <dgm:spPr/>
      <dgm:t>
        <a:bodyPr/>
        <a:lstStyle/>
        <a:p>
          <a:endParaRPr lang="es-ES"/>
        </a:p>
      </dgm:t>
    </dgm:pt>
    <dgm:pt modelId="{327FBF58-624F-4F1F-9921-6E06642364B9}" type="pres">
      <dgm:prSet presAssocID="{664B246F-00B5-4610-86EB-ACE0B8B7FA3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042D168-04ED-406A-BCDD-96683E332C13}" type="pres">
      <dgm:prSet presAssocID="{664B246F-00B5-4610-86EB-ACE0B8B7FA38}" presName="hierFlow" presStyleCnt="0"/>
      <dgm:spPr/>
    </dgm:pt>
    <dgm:pt modelId="{7FFCBE30-6850-4976-A6ED-5C6F49188539}" type="pres">
      <dgm:prSet presAssocID="{664B246F-00B5-4610-86EB-ACE0B8B7FA3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2405E1B-AD31-4EB2-A052-20046520C88A}" type="pres">
      <dgm:prSet presAssocID="{984E7E1A-DD08-4E2E-A546-5DAB66C40362}" presName="Name14" presStyleCnt="0"/>
      <dgm:spPr/>
    </dgm:pt>
    <dgm:pt modelId="{AA34BBA1-AEFC-405E-88F0-054659A90B63}" type="pres">
      <dgm:prSet presAssocID="{984E7E1A-DD08-4E2E-A546-5DAB66C40362}" presName="level1Shape" presStyleLbl="node0" presStyleIdx="0" presStyleCnt="1">
        <dgm:presLayoutVars>
          <dgm:chPref val="3"/>
        </dgm:presLayoutVars>
      </dgm:prSet>
      <dgm:spPr/>
    </dgm:pt>
    <dgm:pt modelId="{1310C93A-257F-43F9-9C19-53032BA77C1A}" type="pres">
      <dgm:prSet presAssocID="{984E7E1A-DD08-4E2E-A546-5DAB66C40362}" presName="hierChild2" presStyleCnt="0"/>
      <dgm:spPr/>
    </dgm:pt>
    <dgm:pt modelId="{ECE94489-582E-4D24-A60B-70DA935857A8}" type="pres">
      <dgm:prSet presAssocID="{EBD4D5EB-965D-43EB-B803-B2DBA1A47692}" presName="Name19" presStyleLbl="parChTrans1D2" presStyleIdx="0" presStyleCnt="6"/>
      <dgm:spPr/>
    </dgm:pt>
    <dgm:pt modelId="{5F312DF0-B144-46EF-80A8-6149129CD48F}" type="pres">
      <dgm:prSet presAssocID="{8D053341-47DE-4A56-8DB5-F4344314674C}" presName="Name21" presStyleCnt="0"/>
      <dgm:spPr/>
    </dgm:pt>
    <dgm:pt modelId="{B6589975-B071-491E-8570-70970CA1F480}" type="pres">
      <dgm:prSet presAssocID="{8D053341-47DE-4A56-8DB5-F4344314674C}" presName="level2Shape" presStyleLbl="node2" presStyleIdx="0" presStyleCnt="6"/>
      <dgm:spPr/>
    </dgm:pt>
    <dgm:pt modelId="{6ED74DED-473C-4A59-A8E8-4B4D6ADF5E5C}" type="pres">
      <dgm:prSet presAssocID="{8D053341-47DE-4A56-8DB5-F4344314674C}" presName="hierChild3" presStyleCnt="0"/>
      <dgm:spPr/>
    </dgm:pt>
    <dgm:pt modelId="{CD65A56E-BEB9-4A66-90D9-A9B1CD0B97DF}" type="pres">
      <dgm:prSet presAssocID="{DFFEDB4F-CB16-440A-AC1A-1DC7D4CDB94A}" presName="Name19" presStyleLbl="parChTrans1D3" presStyleIdx="0" presStyleCnt="6"/>
      <dgm:spPr/>
    </dgm:pt>
    <dgm:pt modelId="{3EE2DEFF-E970-4131-B36A-2F6424042DF4}" type="pres">
      <dgm:prSet presAssocID="{EFFA102A-5D82-49D3-A6E7-45C00C42107B}" presName="Name21" presStyleCnt="0"/>
      <dgm:spPr/>
    </dgm:pt>
    <dgm:pt modelId="{BCE69E19-3950-4634-98DB-22EACA842756}" type="pres">
      <dgm:prSet presAssocID="{EFFA102A-5D82-49D3-A6E7-45C00C42107B}" presName="level2Shape" presStyleLbl="node3" presStyleIdx="0" presStyleCnt="6"/>
      <dgm:spPr/>
    </dgm:pt>
    <dgm:pt modelId="{CC92A5DE-A111-4E5F-9584-E116B07E6C9A}" type="pres">
      <dgm:prSet presAssocID="{EFFA102A-5D82-49D3-A6E7-45C00C42107B}" presName="hierChild3" presStyleCnt="0"/>
      <dgm:spPr/>
    </dgm:pt>
    <dgm:pt modelId="{A181B12C-7C20-4BE9-8886-24DDE0080781}" type="pres">
      <dgm:prSet presAssocID="{6E64CD67-6FB7-4233-986F-C1A61F90D25C}" presName="Name19" presStyleLbl="parChTrans1D4" presStyleIdx="0" presStyleCnt="14"/>
      <dgm:spPr/>
    </dgm:pt>
    <dgm:pt modelId="{0105F6F2-5817-4FF1-AB62-D7013DF19AC5}" type="pres">
      <dgm:prSet presAssocID="{818A50AE-2897-4A8A-A2D4-C798E3839759}" presName="Name21" presStyleCnt="0"/>
      <dgm:spPr/>
    </dgm:pt>
    <dgm:pt modelId="{6A78302F-C42E-4BD7-B84C-CB25A3C0F412}" type="pres">
      <dgm:prSet presAssocID="{818A50AE-2897-4A8A-A2D4-C798E3839759}" presName="level2Shape" presStyleLbl="node4" presStyleIdx="0" presStyleCnt="14"/>
      <dgm:spPr/>
    </dgm:pt>
    <dgm:pt modelId="{DB340480-A83C-4660-BD91-76653F6A6971}" type="pres">
      <dgm:prSet presAssocID="{818A50AE-2897-4A8A-A2D4-C798E3839759}" presName="hierChild3" presStyleCnt="0"/>
      <dgm:spPr/>
    </dgm:pt>
    <dgm:pt modelId="{9B8E5F4D-3D7A-47D4-BEB1-7A4D761EC373}" type="pres">
      <dgm:prSet presAssocID="{78A11304-B47B-426C-80D9-23F105284D80}" presName="Name19" presStyleLbl="parChTrans1D4" presStyleIdx="1" presStyleCnt="14"/>
      <dgm:spPr/>
    </dgm:pt>
    <dgm:pt modelId="{7A1FB452-FB2C-4721-A9BA-FE2A490FD508}" type="pres">
      <dgm:prSet presAssocID="{95F92B39-5BD1-41DA-921B-40270E333897}" presName="Name21" presStyleCnt="0"/>
      <dgm:spPr/>
    </dgm:pt>
    <dgm:pt modelId="{EA693939-0FD8-4332-A064-9C5C4989F6C3}" type="pres">
      <dgm:prSet presAssocID="{95F92B39-5BD1-41DA-921B-40270E333897}" presName="level2Shape" presStyleLbl="node4" presStyleIdx="1" presStyleCnt="14"/>
      <dgm:spPr/>
    </dgm:pt>
    <dgm:pt modelId="{CDB800C3-DCBF-42B3-8E7A-8A9E5EC43744}" type="pres">
      <dgm:prSet presAssocID="{95F92B39-5BD1-41DA-921B-40270E333897}" presName="hierChild3" presStyleCnt="0"/>
      <dgm:spPr/>
    </dgm:pt>
    <dgm:pt modelId="{439A7915-4019-4A23-8AAB-5EA84524E00E}" type="pres">
      <dgm:prSet presAssocID="{51635E7D-94AB-42DB-A23F-6B9E2711ADB8}" presName="Name19" presStyleLbl="parChTrans1D4" presStyleIdx="2" presStyleCnt="14"/>
      <dgm:spPr/>
    </dgm:pt>
    <dgm:pt modelId="{D0B0546A-D532-4ACD-9D86-90216A7665A1}" type="pres">
      <dgm:prSet presAssocID="{595FCBCB-6F4C-41E0-9D57-CC8BC973C07C}" presName="Name21" presStyleCnt="0"/>
      <dgm:spPr/>
    </dgm:pt>
    <dgm:pt modelId="{2D6C4C6A-CE06-40A6-A211-64F15A14B0FC}" type="pres">
      <dgm:prSet presAssocID="{595FCBCB-6F4C-41E0-9D57-CC8BC973C07C}" presName="level2Shape" presStyleLbl="node4" presStyleIdx="2" presStyleCnt="14"/>
      <dgm:spPr/>
    </dgm:pt>
    <dgm:pt modelId="{760313C0-717F-4AE7-A5F2-574534105C44}" type="pres">
      <dgm:prSet presAssocID="{595FCBCB-6F4C-41E0-9D57-CC8BC973C07C}" presName="hierChild3" presStyleCnt="0"/>
      <dgm:spPr/>
    </dgm:pt>
    <dgm:pt modelId="{CF7FDC77-853E-4DFC-9828-0DC60053379E}" type="pres">
      <dgm:prSet presAssocID="{55BF91F1-8371-43F3-B796-D886F4AEA607}" presName="Name19" presStyleLbl="parChTrans1D4" presStyleIdx="3" presStyleCnt="14"/>
      <dgm:spPr/>
    </dgm:pt>
    <dgm:pt modelId="{5BD994D5-C433-4FE2-AB61-4264BFEF7809}" type="pres">
      <dgm:prSet presAssocID="{7B8C88F9-23A6-428A-9D84-EE8685A0B867}" presName="Name21" presStyleCnt="0"/>
      <dgm:spPr/>
    </dgm:pt>
    <dgm:pt modelId="{7B17D095-05F0-4567-ACF5-DAE1C7F71050}" type="pres">
      <dgm:prSet presAssocID="{7B8C88F9-23A6-428A-9D84-EE8685A0B867}" presName="level2Shape" presStyleLbl="node4" presStyleIdx="3" presStyleCnt="14"/>
      <dgm:spPr/>
    </dgm:pt>
    <dgm:pt modelId="{90EFF611-D625-4166-8403-F0F91E00F887}" type="pres">
      <dgm:prSet presAssocID="{7B8C88F9-23A6-428A-9D84-EE8685A0B867}" presName="hierChild3" presStyleCnt="0"/>
      <dgm:spPr/>
    </dgm:pt>
    <dgm:pt modelId="{61106BEE-8394-41F9-A438-4FF037DCC549}" type="pres">
      <dgm:prSet presAssocID="{4CC81563-AFF2-44A9-B9B0-EF1C87661122}" presName="Name19" presStyleLbl="parChTrans1D2" presStyleIdx="1" presStyleCnt="6"/>
      <dgm:spPr/>
    </dgm:pt>
    <dgm:pt modelId="{A905BD00-D3F3-4827-A249-E4CC3BEC9E1E}" type="pres">
      <dgm:prSet presAssocID="{8FAE6191-0821-4960-BC96-F58E46C703A9}" presName="Name21" presStyleCnt="0"/>
      <dgm:spPr/>
    </dgm:pt>
    <dgm:pt modelId="{98829285-C359-4558-A8AB-ED49C5195838}" type="pres">
      <dgm:prSet presAssocID="{8FAE6191-0821-4960-BC96-F58E46C703A9}" presName="level2Shape" presStyleLbl="node2" presStyleIdx="1" presStyleCnt="6"/>
      <dgm:spPr/>
    </dgm:pt>
    <dgm:pt modelId="{C79E3FC8-6FFA-4104-9274-2CE789AF8770}" type="pres">
      <dgm:prSet presAssocID="{8FAE6191-0821-4960-BC96-F58E46C703A9}" presName="hierChild3" presStyleCnt="0"/>
      <dgm:spPr/>
    </dgm:pt>
    <dgm:pt modelId="{9B20D733-63A4-4B62-A174-9E852702C56C}" type="pres">
      <dgm:prSet presAssocID="{845F5D8C-040E-4743-ACA2-252EB4E11E64}" presName="Name19" presStyleLbl="parChTrans1D3" presStyleIdx="1" presStyleCnt="6"/>
      <dgm:spPr/>
    </dgm:pt>
    <dgm:pt modelId="{0A780892-20FA-4CAE-B5A0-9EB90BE4DDCC}" type="pres">
      <dgm:prSet presAssocID="{22D68CCB-4BEE-4732-BA18-145918E71689}" presName="Name21" presStyleCnt="0"/>
      <dgm:spPr/>
    </dgm:pt>
    <dgm:pt modelId="{66711AFB-4282-4BD5-A024-70EEE22E8ED8}" type="pres">
      <dgm:prSet presAssocID="{22D68CCB-4BEE-4732-BA18-145918E71689}" presName="level2Shape" presStyleLbl="node3" presStyleIdx="1" presStyleCnt="6"/>
      <dgm:spPr/>
    </dgm:pt>
    <dgm:pt modelId="{2C2F2558-EE81-4BDE-8A7A-443008F126E3}" type="pres">
      <dgm:prSet presAssocID="{22D68CCB-4BEE-4732-BA18-145918E71689}" presName="hierChild3" presStyleCnt="0"/>
      <dgm:spPr/>
    </dgm:pt>
    <dgm:pt modelId="{FBEC95B0-C69A-4159-A230-69B97543DC08}" type="pres">
      <dgm:prSet presAssocID="{6331599E-52B8-4A6C-B3A0-6191E729069E}" presName="Name19" presStyleLbl="parChTrans1D4" presStyleIdx="4" presStyleCnt="14"/>
      <dgm:spPr/>
    </dgm:pt>
    <dgm:pt modelId="{583EE7A7-AB15-4E84-9056-1298A137DA59}" type="pres">
      <dgm:prSet presAssocID="{638D4A18-E8B7-45E5-8EAA-4C0D29849159}" presName="Name21" presStyleCnt="0"/>
      <dgm:spPr/>
    </dgm:pt>
    <dgm:pt modelId="{F1CD7CC0-9E0D-4303-82AE-D7A2B5AF17DB}" type="pres">
      <dgm:prSet presAssocID="{638D4A18-E8B7-45E5-8EAA-4C0D29849159}" presName="level2Shape" presStyleLbl="node4" presStyleIdx="4" presStyleCnt="14"/>
      <dgm:spPr/>
    </dgm:pt>
    <dgm:pt modelId="{9D18E0B5-D1B0-4C2C-9208-AE34251A3D41}" type="pres">
      <dgm:prSet presAssocID="{638D4A18-E8B7-45E5-8EAA-4C0D29849159}" presName="hierChild3" presStyleCnt="0"/>
      <dgm:spPr/>
    </dgm:pt>
    <dgm:pt modelId="{E16ADE93-99AF-45AE-A7EE-51F95CB0B46A}" type="pres">
      <dgm:prSet presAssocID="{D4015DCB-90CE-418D-BA17-E20EB5979634}" presName="Name19" presStyleLbl="parChTrans1D4" presStyleIdx="5" presStyleCnt="14"/>
      <dgm:spPr/>
    </dgm:pt>
    <dgm:pt modelId="{F9DCA430-5528-44F3-AD22-5D1130D7C8CE}" type="pres">
      <dgm:prSet presAssocID="{D692D1F3-8B04-4096-AA22-E14E93E2AD30}" presName="Name21" presStyleCnt="0"/>
      <dgm:spPr/>
    </dgm:pt>
    <dgm:pt modelId="{DBC340A0-3818-4944-BAC4-6FC41200E407}" type="pres">
      <dgm:prSet presAssocID="{D692D1F3-8B04-4096-AA22-E14E93E2AD30}" presName="level2Shape" presStyleLbl="node4" presStyleIdx="5" presStyleCnt="14"/>
      <dgm:spPr/>
    </dgm:pt>
    <dgm:pt modelId="{869B50F0-9FD0-4765-844E-562E1EB55596}" type="pres">
      <dgm:prSet presAssocID="{D692D1F3-8B04-4096-AA22-E14E93E2AD30}" presName="hierChild3" presStyleCnt="0"/>
      <dgm:spPr/>
    </dgm:pt>
    <dgm:pt modelId="{3E27615C-4EFE-4C20-92E5-F66765CC04DB}" type="pres">
      <dgm:prSet presAssocID="{0B8E2C65-A4D7-4B41-A006-CAAA09EDACC5}" presName="Name19" presStyleLbl="parChTrans1D4" presStyleIdx="6" presStyleCnt="14"/>
      <dgm:spPr/>
    </dgm:pt>
    <dgm:pt modelId="{947C2A81-96B4-4538-A048-A7C54725EA18}" type="pres">
      <dgm:prSet presAssocID="{1CCEED45-57D7-4641-81C9-5908579CE245}" presName="Name21" presStyleCnt="0"/>
      <dgm:spPr/>
    </dgm:pt>
    <dgm:pt modelId="{51E35AD2-0735-436F-A82F-19F611F0258D}" type="pres">
      <dgm:prSet presAssocID="{1CCEED45-57D7-4641-81C9-5908579CE245}" presName="level2Shape" presStyleLbl="node4" presStyleIdx="6" presStyleCnt="14"/>
      <dgm:spPr/>
    </dgm:pt>
    <dgm:pt modelId="{F7C8D71A-AB03-4A25-9FDF-E79865D25CE8}" type="pres">
      <dgm:prSet presAssocID="{1CCEED45-57D7-4641-81C9-5908579CE245}" presName="hierChild3" presStyleCnt="0"/>
      <dgm:spPr/>
    </dgm:pt>
    <dgm:pt modelId="{02AF57A5-5631-4829-8B1F-9F87C7E5BF9A}" type="pres">
      <dgm:prSet presAssocID="{8EBD0BB1-A983-499A-AFE0-A135C6D6EAF4}" presName="Name19" presStyleLbl="parChTrans1D2" presStyleIdx="2" presStyleCnt="6"/>
      <dgm:spPr/>
    </dgm:pt>
    <dgm:pt modelId="{9E80533F-1EE1-40B2-9B7E-67577DC38AE8}" type="pres">
      <dgm:prSet presAssocID="{46EFE5C5-7E26-4632-AB0D-CFDE009726AC}" presName="Name21" presStyleCnt="0"/>
      <dgm:spPr/>
    </dgm:pt>
    <dgm:pt modelId="{5B4C9849-DEB8-40B2-959E-E2FFC9C320FA}" type="pres">
      <dgm:prSet presAssocID="{46EFE5C5-7E26-4632-AB0D-CFDE009726AC}" presName="level2Shape" presStyleLbl="node2" presStyleIdx="2" presStyleCnt="6"/>
      <dgm:spPr/>
    </dgm:pt>
    <dgm:pt modelId="{5D0B2B23-C64F-440F-84A3-01FF45CFA593}" type="pres">
      <dgm:prSet presAssocID="{46EFE5C5-7E26-4632-AB0D-CFDE009726AC}" presName="hierChild3" presStyleCnt="0"/>
      <dgm:spPr/>
    </dgm:pt>
    <dgm:pt modelId="{F75CBFB9-BF0A-44D1-A33C-B79AA986F053}" type="pres">
      <dgm:prSet presAssocID="{39E7187F-BF44-4434-ABA8-1C914D1E277A}" presName="Name19" presStyleLbl="parChTrans1D3" presStyleIdx="2" presStyleCnt="6"/>
      <dgm:spPr/>
    </dgm:pt>
    <dgm:pt modelId="{67DE66BD-20EA-42E4-BA13-B22F5E9296A9}" type="pres">
      <dgm:prSet presAssocID="{C6E69E37-3961-44EE-94E9-D23872BEE4C9}" presName="Name21" presStyleCnt="0"/>
      <dgm:spPr/>
    </dgm:pt>
    <dgm:pt modelId="{A53AEAF4-DE63-41BC-865B-CDA9095339F1}" type="pres">
      <dgm:prSet presAssocID="{C6E69E37-3961-44EE-94E9-D23872BEE4C9}" presName="level2Shape" presStyleLbl="node3" presStyleIdx="2" presStyleCnt="6"/>
      <dgm:spPr/>
    </dgm:pt>
    <dgm:pt modelId="{F44AAF35-394F-47E3-8E27-174E41BB2B6D}" type="pres">
      <dgm:prSet presAssocID="{C6E69E37-3961-44EE-94E9-D23872BEE4C9}" presName="hierChild3" presStyleCnt="0"/>
      <dgm:spPr/>
    </dgm:pt>
    <dgm:pt modelId="{CA90F6F9-60A6-482D-9CEF-AA80F0D193AE}" type="pres">
      <dgm:prSet presAssocID="{CA5091F9-074B-4255-B185-C09D0BE2BF7B}" presName="Name19" presStyleLbl="parChTrans1D4" presStyleIdx="7" presStyleCnt="14"/>
      <dgm:spPr/>
    </dgm:pt>
    <dgm:pt modelId="{5E62636B-7A4A-4996-905D-FE6B0DAA9875}" type="pres">
      <dgm:prSet presAssocID="{DEA8DC5E-722E-4FFF-BA91-EA999F6AAE91}" presName="Name21" presStyleCnt="0"/>
      <dgm:spPr/>
    </dgm:pt>
    <dgm:pt modelId="{FAE55E79-8B96-4C0A-BE86-86E1DECB95C8}" type="pres">
      <dgm:prSet presAssocID="{DEA8DC5E-722E-4FFF-BA91-EA999F6AAE91}" presName="level2Shape" presStyleLbl="node4" presStyleIdx="7" presStyleCnt="14"/>
      <dgm:spPr/>
    </dgm:pt>
    <dgm:pt modelId="{AD793D23-3C02-4A8E-A566-B2B63E9511E3}" type="pres">
      <dgm:prSet presAssocID="{DEA8DC5E-722E-4FFF-BA91-EA999F6AAE91}" presName="hierChild3" presStyleCnt="0"/>
      <dgm:spPr/>
    </dgm:pt>
    <dgm:pt modelId="{2DFB326B-B609-43F8-A763-08BEA677E07F}" type="pres">
      <dgm:prSet presAssocID="{84BE1630-6BEF-48BE-BEB4-441EA60AE7C5}" presName="Name19" presStyleLbl="parChTrans1D2" presStyleIdx="3" presStyleCnt="6"/>
      <dgm:spPr/>
    </dgm:pt>
    <dgm:pt modelId="{0E91A336-26C0-4988-8AFD-FD0ADA59622E}" type="pres">
      <dgm:prSet presAssocID="{FB132DEB-3EBB-4B7B-9E10-1EA28E437B0C}" presName="Name21" presStyleCnt="0"/>
      <dgm:spPr/>
    </dgm:pt>
    <dgm:pt modelId="{ED51B719-283F-4EED-B2CC-182439F80BA8}" type="pres">
      <dgm:prSet presAssocID="{FB132DEB-3EBB-4B7B-9E10-1EA28E437B0C}" presName="level2Shape" presStyleLbl="node2" presStyleIdx="3" presStyleCnt="6"/>
      <dgm:spPr/>
    </dgm:pt>
    <dgm:pt modelId="{E18409C6-6472-4325-82AD-0CFC42357F07}" type="pres">
      <dgm:prSet presAssocID="{FB132DEB-3EBB-4B7B-9E10-1EA28E437B0C}" presName="hierChild3" presStyleCnt="0"/>
      <dgm:spPr/>
    </dgm:pt>
    <dgm:pt modelId="{291C996E-0EB8-4C7C-A09D-BCD184B0D448}" type="pres">
      <dgm:prSet presAssocID="{ACDCB4B0-FE3A-4189-B855-4AF36F6C0D74}" presName="Name19" presStyleLbl="parChTrans1D3" presStyleIdx="3" presStyleCnt="6"/>
      <dgm:spPr/>
    </dgm:pt>
    <dgm:pt modelId="{C21A9BE0-E976-4A83-95BD-260F6B2B8B28}" type="pres">
      <dgm:prSet presAssocID="{142E7667-7801-477A-80B1-678DFCEE8B9B}" presName="Name21" presStyleCnt="0"/>
      <dgm:spPr/>
    </dgm:pt>
    <dgm:pt modelId="{FC12F369-519B-4055-B6C8-695637AC848E}" type="pres">
      <dgm:prSet presAssocID="{142E7667-7801-477A-80B1-678DFCEE8B9B}" presName="level2Shape" presStyleLbl="node3" presStyleIdx="3" presStyleCnt="6"/>
      <dgm:spPr/>
    </dgm:pt>
    <dgm:pt modelId="{B0462487-E286-448F-90A0-64B688911226}" type="pres">
      <dgm:prSet presAssocID="{142E7667-7801-477A-80B1-678DFCEE8B9B}" presName="hierChild3" presStyleCnt="0"/>
      <dgm:spPr/>
    </dgm:pt>
    <dgm:pt modelId="{D7F2430B-BCB5-408D-B434-E52E0A1944C0}" type="pres">
      <dgm:prSet presAssocID="{7A8423F9-E18F-49C7-AF47-88948CD8E18D}" presName="Name19" presStyleLbl="parChTrans1D4" presStyleIdx="8" presStyleCnt="14"/>
      <dgm:spPr/>
    </dgm:pt>
    <dgm:pt modelId="{5C8173AF-9672-4BF6-9AF5-834E599B74D0}" type="pres">
      <dgm:prSet presAssocID="{6343E979-4FE4-4A70-B59E-3E22D3659816}" presName="Name21" presStyleCnt="0"/>
      <dgm:spPr/>
    </dgm:pt>
    <dgm:pt modelId="{95C57D1B-15F4-4DDD-96A4-BFBFEA71B3BB}" type="pres">
      <dgm:prSet presAssocID="{6343E979-4FE4-4A70-B59E-3E22D3659816}" presName="level2Shape" presStyleLbl="node4" presStyleIdx="8" presStyleCnt="14"/>
      <dgm:spPr/>
    </dgm:pt>
    <dgm:pt modelId="{75A1DEC4-64BE-4286-9069-8CDFE3D2B551}" type="pres">
      <dgm:prSet presAssocID="{6343E979-4FE4-4A70-B59E-3E22D3659816}" presName="hierChild3" presStyleCnt="0"/>
      <dgm:spPr/>
    </dgm:pt>
    <dgm:pt modelId="{F3B7109E-FC5E-4032-9E48-7AE989930E7F}" type="pres">
      <dgm:prSet presAssocID="{7B0BD396-2B46-40BD-AC76-2EF21EDDDC81}" presName="Name19" presStyleLbl="parChTrans1D4" presStyleIdx="9" presStyleCnt="14"/>
      <dgm:spPr/>
    </dgm:pt>
    <dgm:pt modelId="{2B8B9E40-5DE3-4297-87BA-B7CEF8A0A728}" type="pres">
      <dgm:prSet presAssocID="{90E52BB7-1EB0-47DC-82EE-28BBD13D64E9}" presName="Name21" presStyleCnt="0"/>
      <dgm:spPr/>
    </dgm:pt>
    <dgm:pt modelId="{EF24AA40-32E7-44EE-B69D-486DD25DA9EB}" type="pres">
      <dgm:prSet presAssocID="{90E52BB7-1EB0-47DC-82EE-28BBD13D64E9}" presName="level2Shape" presStyleLbl="node4" presStyleIdx="9" presStyleCnt="14"/>
      <dgm:spPr/>
    </dgm:pt>
    <dgm:pt modelId="{2269E0C1-CD48-4A37-99AA-4353054B5DE3}" type="pres">
      <dgm:prSet presAssocID="{90E52BB7-1EB0-47DC-82EE-28BBD13D64E9}" presName="hierChild3" presStyleCnt="0"/>
      <dgm:spPr/>
    </dgm:pt>
    <dgm:pt modelId="{1B1B1F7A-7EF2-4ACB-B5C6-900D03138544}" type="pres">
      <dgm:prSet presAssocID="{602223CB-CFD7-40C2-91FA-E4E1E82D12F8}" presName="Name19" presStyleLbl="parChTrans1D4" presStyleIdx="10" presStyleCnt="14"/>
      <dgm:spPr/>
    </dgm:pt>
    <dgm:pt modelId="{0282E576-4781-48E5-98C4-B2C8833E05C7}" type="pres">
      <dgm:prSet presAssocID="{65164E71-4DD3-40F1-A30B-EC613D040542}" presName="Name21" presStyleCnt="0"/>
      <dgm:spPr/>
    </dgm:pt>
    <dgm:pt modelId="{D96C27F6-8F1F-4C78-BC8B-2BA73823F3B2}" type="pres">
      <dgm:prSet presAssocID="{65164E71-4DD3-40F1-A30B-EC613D040542}" presName="level2Shape" presStyleLbl="node4" presStyleIdx="10" presStyleCnt="14"/>
      <dgm:spPr/>
    </dgm:pt>
    <dgm:pt modelId="{FA67AF65-67DB-40B9-AC54-180B9D0EE6EC}" type="pres">
      <dgm:prSet presAssocID="{65164E71-4DD3-40F1-A30B-EC613D040542}" presName="hierChild3" presStyleCnt="0"/>
      <dgm:spPr/>
    </dgm:pt>
    <dgm:pt modelId="{F466743B-97CF-4FAA-9E07-3737C57455A5}" type="pres">
      <dgm:prSet presAssocID="{28EC855E-094C-4BED-9FB2-2C030C8FFA45}" presName="Name19" presStyleLbl="parChTrans1D2" presStyleIdx="4" presStyleCnt="6"/>
      <dgm:spPr/>
    </dgm:pt>
    <dgm:pt modelId="{910B1F4A-7546-445F-AEF0-7D9E58A38AE0}" type="pres">
      <dgm:prSet presAssocID="{6169ABB3-9EA3-4A97-9BDB-7BF1A5E8319C}" presName="Name21" presStyleCnt="0"/>
      <dgm:spPr/>
    </dgm:pt>
    <dgm:pt modelId="{A41A0699-52FD-4C1F-BA71-1940B09DFCB3}" type="pres">
      <dgm:prSet presAssocID="{6169ABB3-9EA3-4A97-9BDB-7BF1A5E8319C}" presName="level2Shape" presStyleLbl="node2" presStyleIdx="4" presStyleCnt="6"/>
      <dgm:spPr/>
    </dgm:pt>
    <dgm:pt modelId="{F2672B5B-774F-4E17-9064-11B64443A4B2}" type="pres">
      <dgm:prSet presAssocID="{6169ABB3-9EA3-4A97-9BDB-7BF1A5E8319C}" presName="hierChild3" presStyleCnt="0"/>
      <dgm:spPr/>
    </dgm:pt>
    <dgm:pt modelId="{7F4F1B5F-FC30-4418-B6B9-340A889AAB9A}" type="pres">
      <dgm:prSet presAssocID="{4672E1E4-8BCB-4F8A-9715-DD03D099E9B8}" presName="Name19" presStyleLbl="parChTrans1D3" presStyleIdx="4" presStyleCnt="6"/>
      <dgm:spPr/>
    </dgm:pt>
    <dgm:pt modelId="{B8E27EE2-3F57-4053-9C7E-C862359B5E62}" type="pres">
      <dgm:prSet presAssocID="{64108CB1-DB75-4E6C-B114-0F078EBFAA65}" presName="Name21" presStyleCnt="0"/>
      <dgm:spPr/>
    </dgm:pt>
    <dgm:pt modelId="{9E0003AA-36A8-4BDA-A4D5-AE9FD5909BC7}" type="pres">
      <dgm:prSet presAssocID="{64108CB1-DB75-4E6C-B114-0F078EBFAA65}" presName="level2Shape" presStyleLbl="node3" presStyleIdx="4" presStyleCnt="6"/>
      <dgm:spPr/>
    </dgm:pt>
    <dgm:pt modelId="{EE3406C2-0F9C-4D1C-ACA4-2C3C20DB7B05}" type="pres">
      <dgm:prSet presAssocID="{64108CB1-DB75-4E6C-B114-0F078EBFAA65}" presName="hierChild3" presStyleCnt="0"/>
      <dgm:spPr/>
    </dgm:pt>
    <dgm:pt modelId="{C7ECFBED-B4C0-49F9-8060-B5CF65818561}" type="pres">
      <dgm:prSet presAssocID="{658605B8-67B6-4965-9219-87AD07A2BD57}" presName="Name19" presStyleLbl="parChTrans1D4" presStyleIdx="11" presStyleCnt="14"/>
      <dgm:spPr/>
    </dgm:pt>
    <dgm:pt modelId="{E084BBFE-2722-4C42-92DF-4A57675786AF}" type="pres">
      <dgm:prSet presAssocID="{210E38F1-6443-4897-BC67-3DC469B10B3A}" presName="Name21" presStyleCnt="0"/>
      <dgm:spPr/>
    </dgm:pt>
    <dgm:pt modelId="{88BF71CB-FA56-4717-8190-D58921A87BD4}" type="pres">
      <dgm:prSet presAssocID="{210E38F1-6443-4897-BC67-3DC469B10B3A}" presName="level2Shape" presStyleLbl="node4" presStyleIdx="11" presStyleCnt="14"/>
      <dgm:spPr/>
    </dgm:pt>
    <dgm:pt modelId="{4FBD2F03-0729-4C7D-80BB-89C15520BE60}" type="pres">
      <dgm:prSet presAssocID="{210E38F1-6443-4897-BC67-3DC469B10B3A}" presName="hierChild3" presStyleCnt="0"/>
      <dgm:spPr/>
    </dgm:pt>
    <dgm:pt modelId="{508D3B25-CBDB-434C-AECC-728B5C07BAD5}" type="pres">
      <dgm:prSet presAssocID="{D0F8BDB2-13EF-4738-B074-310F7068418D}" presName="Name19" presStyleLbl="parChTrans1D4" presStyleIdx="12" presStyleCnt="14"/>
      <dgm:spPr/>
    </dgm:pt>
    <dgm:pt modelId="{3E540AA3-5704-4090-A67D-865DF8D30698}" type="pres">
      <dgm:prSet presAssocID="{E195E9F6-7564-48BE-A20F-8E15DF27D81A}" presName="Name21" presStyleCnt="0"/>
      <dgm:spPr/>
    </dgm:pt>
    <dgm:pt modelId="{8F73F0A0-EB89-411D-B484-5DDA096E7375}" type="pres">
      <dgm:prSet presAssocID="{E195E9F6-7564-48BE-A20F-8E15DF27D81A}" presName="level2Shape" presStyleLbl="node4" presStyleIdx="12" presStyleCnt="14"/>
      <dgm:spPr/>
    </dgm:pt>
    <dgm:pt modelId="{B5A80A12-AD68-4B8E-AA02-DAB23B0EC808}" type="pres">
      <dgm:prSet presAssocID="{E195E9F6-7564-48BE-A20F-8E15DF27D81A}" presName="hierChild3" presStyleCnt="0"/>
      <dgm:spPr/>
    </dgm:pt>
    <dgm:pt modelId="{674FAE3C-400A-42DF-AF51-5FE9A33D05FF}" type="pres">
      <dgm:prSet presAssocID="{39401BF9-8334-48FD-97B1-B5FF75DD8ED7}" presName="Name19" presStyleLbl="parChTrans1D2" presStyleIdx="5" presStyleCnt="6"/>
      <dgm:spPr/>
    </dgm:pt>
    <dgm:pt modelId="{8470595E-4388-4A58-9637-586E180AD740}" type="pres">
      <dgm:prSet presAssocID="{F27108DA-E888-48DE-8C97-7FDC95CC2EF6}" presName="Name21" presStyleCnt="0"/>
      <dgm:spPr/>
    </dgm:pt>
    <dgm:pt modelId="{06FE7757-0221-4CB4-905F-C6A4BCBA3C71}" type="pres">
      <dgm:prSet presAssocID="{F27108DA-E888-48DE-8C97-7FDC95CC2EF6}" presName="level2Shape" presStyleLbl="node2" presStyleIdx="5" presStyleCnt="6"/>
      <dgm:spPr/>
    </dgm:pt>
    <dgm:pt modelId="{5BD4478D-B641-48B8-8A2A-420109793208}" type="pres">
      <dgm:prSet presAssocID="{F27108DA-E888-48DE-8C97-7FDC95CC2EF6}" presName="hierChild3" presStyleCnt="0"/>
      <dgm:spPr/>
    </dgm:pt>
    <dgm:pt modelId="{9F6C2837-18E1-42E8-B36E-26D798F13CAA}" type="pres">
      <dgm:prSet presAssocID="{F9806694-F79F-4F0F-B80B-D8AEC14A4AE4}" presName="Name19" presStyleLbl="parChTrans1D3" presStyleIdx="5" presStyleCnt="6"/>
      <dgm:spPr/>
    </dgm:pt>
    <dgm:pt modelId="{4E141796-AC40-4B30-9C5B-C2F45C40886F}" type="pres">
      <dgm:prSet presAssocID="{910FF4E3-4B73-471E-A733-428EDE879319}" presName="Name21" presStyleCnt="0"/>
      <dgm:spPr/>
    </dgm:pt>
    <dgm:pt modelId="{7A395ACB-AFE5-47F8-A645-E93A88EBEA6B}" type="pres">
      <dgm:prSet presAssocID="{910FF4E3-4B73-471E-A733-428EDE879319}" presName="level2Shape" presStyleLbl="node3" presStyleIdx="5" presStyleCnt="6"/>
      <dgm:spPr/>
    </dgm:pt>
    <dgm:pt modelId="{8F51FB6D-419B-4757-8A2B-6084DECD1589}" type="pres">
      <dgm:prSet presAssocID="{910FF4E3-4B73-471E-A733-428EDE879319}" presName="hierChild3" presStyleCnt="0"/>
      <dgm:spPr/>
    </dgm:pt>
    <dgm:pt modelId="{2BA6003D-FD41-41E9-BCA1-01EBE4EE20D3}" type="pres">
      <dgm:prSet presAssocID="{5A1392F2-9813-4C0C-9524-55F25A946D72}" presName="Name19" presStyleLbl="parChTrans1D4" presStyleIdx="13" presStyleCnt="14"/>
      <dgm:spPr/>
    </dgm:pt>
    <dgm:pt modelId="{4985FEBC-40F4-4116-8833-83E61FD2B786}" type="pres">
      <dgm:prSet presAssocID="{2B9145D1-EB7E-4900-B323-62729B920F30}" presName="Name21" presStyleCnt="0"/>
      <dgm:spPr/>
    </dgm:pt>
    <dgm:pt modelId="{7AC4104E-E4B8-401B-8EEB-D04E808E6EE5}" type="pres">
      <dgm:prSet presAssocID="{2B9145D1-EB7E-4900-B323-62729B920F30}" presName="level2Shape" presStyleLbl="node4" presStyleIdx="13" presStyleCnt="14"/>
      <dgm:spPr/>
    </dgm:pt>
    <dgm:pt modelId="{E2C8F209-971D-404B-9F44-DC7BD439D3B3}" type="pres">
      <dgm:prSet presAssocID="{2B9145D1-EB7E-4900-B323-62729B920F30}" presName="hierChild3" presStyleCnt="0"/>
      <dgm:spPr/>
    </dgm:pt>
    <dgm:pt modelId="{9E32E7D7-3694-4D3D-93A8-B6E3BCA66E70}" type="pres">
      <dgm:prSet presAssocID="{664B246F-00B5-4610-86EB-ACE0B8B7FA38}" presName="bgShapesFlow" presStyleCnt="0"/>
      <dgm:spPr/>
    </dgm:pt>
  </dgm:ptLst>
  <dgm:cxnLst>
    <dgm:cxn modelId="{D8A9B400-7A48-4EDB-B41F-AD84DBF35F21}" type="presOf" srcId="{FB132DEB-3EBB-4B7B-9E10-1EA28E437B0C}" destId="{ED51B719-283F-4EED-B2CC-182439F80BA8}" srcOrd="0" destOrd="0" presId="urn:microsoft.com/office/officeart/2005/8/layout/hierarchy6"/>
    <dgm:cxn modelId="{F5731501-99AB-44A3-AF43-1AAFC2AEBFAF}" type="presOf" srcId="{818A50AE-2897-4A8A-A2D4-C798E3839759}" destId="{6A78302F-C42E-4BD7-B84C-CB25A3C0F412}" srcOrd="0" destOrd="0" presId="urn:microsoft.com/office/officeart/2005/8/layout/hierarchy6"/>
    <dgm:cxn modelId="{F1101002-5CE5-4FCB-B939-DBDC719D8088}" type="presOf" srcId="{0B8E2C65-A4D7-4B41-A006-CAAA09EDACC5}" destId="{3E27615C-4EFE-4C20-92E5-F66765CC04DB}" srcOrd="0" destOrd="0" presId="urn:microsoft.com/office/officeart/2005/8/layout/hierarchy6"/>
    <dgm:cxn modelId="{13F68E04-F892-44EA-AC85-5C55BCCACE31}" type="presOf" srcId="{845F5D8C-040E-4743-ACA2-252EB4E11E64}" destId="{9B20D733-63A4-4B62-A174-9E852702C56C}" srcOrd="0" destOrd="0" presId="urn:microsoft.com/office/officeart/2005/8/layout/hierarchy6"/>
    <dgm:cxn modelId="{466D7E0B-F240-4D21-B075-148F30221A3B}" type="presOf" srcId="{E195E9F6-7564-48BE-A20F-8E15DF27D81A}" destId="{8F73F0A0-EB89-411D-B484-5DDA096E7375}" srcOrd="0" destOrd="0" presId="urn:microsoft.com/office/officeart/2005/8/layout/hierarchy6"/>
    <dgm:cxn modelId="{4236410F-A92F-4C87-BF14-3DA943DADA64}" srcId="{FB132DEB-3EBB-4B7B-9E10-1EA28E437B0C}" destId="{142E7667-7801-477A-80B1-678DFCEE8B9B}" srcOrd="0" destOrd="0" parTransId="{ACDCB4B0-FE3A-4189-B855-4AF36F6C0D74}" sibTransId="{5C06A405-8210-48F4-A408-225051F39FBE}"/>
    <dgm:cxn modelId="{9258CF10-A21F-436C-8DD6-66D5F2257114}" srcId="{595FCBCB-6F4C-41E0-9D57-CC8BC973C07C}" destId="{7B8C88F9-23A6-428A-9D84-EE8685A0B867}" srcOrd="0" destOrd="0" parTransId="{55BF91F1-8371-43F3-B796-D886F4AEA607}" sibTransId="{AB932049-799D-400F-96A9-390092336D78}"/>
    <dgm:cxn modelId="{EE720115-9484-482A-880C-C4C55B1A6361}" type="presOf" srcId="{95F92B39-5BD1-41DA-921B-40270E333897}" destId="{EA693939-0FD8-4332-A064-9C5C4989F6C3}" srcOrd="0" destOrd="0" presId="urn:microsoft.com/office/officeart/2005/8/layout/hierarchy6"/>
    <dgm:cxn modelId="{A82D7115-D175-4E2D-9D2A-0015285A99C9}" type="presOf" srcId="{658605B8-67B6-4965-9219-87AD07A2BD57}" destId="{C7ECFBED-B4C0-49F9-8060-B5CF65818561}" srcOrd="0" destOrd="0" presId="urn:microsoft.com/office/officeart/2005/8/layout/hierarchy6"/>
    <dgm:cxn modelId="{B6555617-2FBB-48E7-9D92-8BC0E336D671}" type="presOf" srcId="{638D4A18-E8B7-45E5-8EAA-4C0D29849159}" destId="{F1CD7CC0-9E0D-4303-82AE-D7A2B5AF17DB}" srcOrd="0" destOrd="0" presId="urn:microsoft.com/office/officeart/2005/8/layout/hierarchy6"/>
    <dgm:cxn modelId="{FFBE421A-96E6-4728-9F99-D28C6318BB17}" type="presOf" srcId="{602223CB-CFD7-40C2-91FA-E4E1E82D12F8}" destId="{1B1B1F7A-7EF2-4ACB-B5C6-900D03138544}" srcOrd="0" destOrd="0" presId="urn:microsoft.com/office/officeart/2005/8/layout/hierarchy6"/>
    <dgm:cxn modelId="{AEAE211C-05CA-406B-A485-10AC5B28C623}" srcId="{8FAE6191-0821-4960-BC96-F58E46C703A9}" destId="{22D68CCB-4BEE-4732-BA18-145918E71689}" srcOrd="0" destOrd="0" parTransId="{845F5D8C-040E-4743-ACA2-252EB4E11E64}" sibTransId="{96F038F0-8321-4A68-ABFB-0F5C2D7FE10A}"/>
    <dgm:cxn modelId="{585D811E-D1DC-4005-A2E1-10A91687431B}" srcId="{664B246F-00B5-4610-86EB-ACE0B8B7FA38}" destId="{984E7E1A-DD08-4E2E-A546-5DAB66C40362}" srcOrd="0" destOrd="0" parTransId="{AE2E2423-B2F0-4C74-A8DB-4BBE21532EE2}" sibTransId="{54838042-35A6-423A-9D5B-CC6E4DD67A85}"/>
    <dgm:cxn modelId="{8F478C23-D9B8-4684-87CF-064D223FC730}" type="presOf" srcId="{ACDCB4B0-FE3A-4189-B855-4AF36F6C0D74}" destId="{291C996E-0EB8-4C7C-A09D-BCD184B0D448}" srcOrd="0" destOrd="0" presId="urn:microsoft.com/office/officeart/2005/8/layout/hierarchy6"/>
    <dgm:cxn modelId="{1DB74C26-04B0-46CF-914A-E108FAEBA0D6}" srcId="{F27108DA-E888-48DE-8C97-7FDC95CC2EF6}" destId="{910FF4E3-4B73-471E-A733-428EDE879319}" srcOrd="0" destOrd="0" parTransId="{F9806694-F79F-4F0F-B80B-D8AEC14A4AE4}" sibTransId="{1559325B-7160-4295-9AC9-2388904B54D3}"/>
    <dgm:cxn modelId="{5B8EBB31-303D-487F-AEA4-D50AF546E6A4}" type="presOf" srcId="{6343E979-4FE4-4A70-B59E-3E22D3659816}" destId="{95C57D1B-15F4-4DDD-96A4-BFBFEA71B3BB}" srcOrd="0" destOrd="0" presId="urn:microsoft.com/office/officeart/2005/8/layout/hierarchy6"/>
    <dgm:cxn modelId="{B66F8733-D3FB-45D3-9FD0-68C01E9038CC}" type="presOf" srcId="{4672E1E4-8BCB-4F8A-9715-DD03D099E9B8}" destId="{7F4F1B5F-FC30-4418-B6B9-340A889AAB9A}" srcOrd="0" destOrd="0" presId="urn:microsoft.com/office/officeart/2005/8/layout/hierarchy6"/>
    <dgm:cxn modelId="{264D0B35-662F-4A1C-A94E-0E07790C5719}" type="presOf" srcId="{595FCBCB-6F4C-41E0-9D57-CC8BC973C07C}" destId="{2D6C4C6A-CE06-40A6-A211-64F15A14B0FC}" srcOrd="0" destOrd="0" presId="urn:microsoft.com/office/officeart/2005/8/layout/hierarchy6"/>
    <dgm:cxn modelId="{3678BB3C-ABCE-4036-8BF9-7D306D14FF35}" srcId="{984E7E1A-DD08-4E2E-A546-5DAB66C40362}" destId="{F27108DA-E888-48DE-8C97-7FDC95CC2EF6}" srcOrd="5" destOrd="0" parTransId="{39401BF9-8334-48FD-97B1-B5FF75DD8ED7}" sibTransId="{66761398-FF62-4B70-AD78-EE255350EFAC}"/>
    <dgm:cxn modelId="{8AF7D83C-2A35-4B4E-9A89-87807C35D1FB}" srcId="{C6E69E37-3961-44EE-94E9-D23872BEE4C9}" destId="{DEA8DC5E-722E-4FFF-BA91-EA999F6AAE91}" srcOrd="0" destOrd="0" parTransId="{CA5091F9-074B-4255-B185-C09D0BE2BF7B}" sibTransId="{64D4773E-534A-4E7B-A0A1-8D87DE867EA7}"/>
    <dgm:cxn modelId="{93F3283D-FB98-4B39-8399-B657990A16F1}" type="presOf" srcId="{CA5091F9-074B-4255-B185-C09D0BE2BF7B}" destId="{CA90F6F9-60A6-482D-9CEF-AA80F0D193AE}" srcOrd="0" destOrd="0" presId="urn:microsoft.com/office/officeart/2005/8/layout/hierarchy6"/>
    <dgm:cxn modelId="{51C6363D-A016-436F-A5EC-4E1FD4FE7A7E}" type="presOf" srcId="{EBD4D5EB-965D-43EB-B803-B2DBA1A47692}" destId="{ECE94489-582E-4D24-A60B-70DA935857A8}" srcOrd="0" destOrd="0" presId="urn:microsoft.com/office/officeart/2005/8/layout/hierarchy6"/>
    <dgm:cxn modelId="{C779DB3F-B5DA-40B5-BD04-85BDED782DA3}" type="presOf" srcId="{84BE1630-6BEF-48BE-BEB4-441EA60AE7C5}" destId="{2DFB326B-B609-43F8-A763-08BEA677E07F}" srcOrd="0" destOrd="0" presId="urn:microsoft.com/office/officeart/2005/8/layout/hierarchy6"/>
    <dgm:cxn modelId="{01CAE140-A84C-4F7A-B2BB-802CF8CC95AC}" type="presOf" srcId="{142E7667-7801-477A-80B1-678DFCEE8B9B}" destId="{FC12F369-519B-4055-B6C8-695637AC848E}" srcOrd="0" destOrd="0" presId="urn:microsoft.com/office/officeart/2005/8/layout/hierarchy6"/>
    <dgm:cxn modelId="{19A72260-1696-4377-A1D7-7CD65B9FDE05}" type="presOf" srcId="{4CC81563-AFF2-44A9-B9B0-EF1C87661122}" destId="{61106BEE-8394-41F9-A438-4FF037DCC549}" srcOrd="0" destOrd="0" presId="urn:microsoft.com/office/officeart/2005/8/layout/hierarchy6"/>
    <dgm:cxn modelId="{78257164-1925-4869-B44A-2163251005E0}" type="presOf" srcId="{8EBD0BB1-A983-499A-AFE0-A135C6D6EAF4}" destId="{02AF57A5-5631-4829-8B1F-9F87C7E5BF9A}" srcOrd="0" destOrd="0" presId="urn:microsoft.com/office/officeart/2005/8/layout/hierarchy6"/>
    <dgm:cxn modelId="{73EF6046-3531-425E-89B1-C08A2836C212}" type="presOf" srcId="{55BF91F1-8371-43F3-B796-D886F4AEA607}" destId="{CF7FDC77-853E-4DFC-9828-0DC60053379E}" srcOrd="0" destOrd="0" presId="urn:microsoft.com/office/officeart/2005/8/layout/hierarchy6"/>
    <dgm:cxn modelId="{19267D47-12AF-407B-95D0-CE67232A70C6}" type="presOf" srcId="{664B246F-00B5-4610-86EB-ACE0B8B7FA38}" destId="{327FBF58-624F-4F1F-9921-6E06642364B9}" srcOrd="0" destOrd="0" presId="urn:microsoft.com/office/officeart/2005/8/layout/hierarchy6"/>
    <dgm:cxn modelId="{8F9BFC49-62BA-4DBB-A4FA-FDF3587EA851}" srcId="{6169ABB3-9EA3-4A97-9BDB-7BF1A5E8319C}" destId="{64108CB1-DB75-4E6C-B114-0F078EBFAA65}" srcOrd="0" destOrd="0" parTransId="{4672E1E4-8BCB-4F8A-9715-DD03D099E9B8}" sibTransId="{926064D3-9C23-498F-82E9-95C446588308}"/>
    <dgm:cxn modelId="{9ABDE14A-C136-42D3-8FC9-0CBFC6B20EDD}" type="presOf" srcId="{D4015DCB-90CE-418D-BA17-E20EB5979634}" destId="{E16ADE93-99AF-45AE-A7EE-51F95CB0B46A}" srcOrd="0" destOrd="0" presId="urn:microsoft.com/office/officeart/2005/8/layout/hierarchy6"/>
    <dgm:cxn modelId="{8EA2144C-00D4-43CC-9DED-FF57F76C3C26}" type="presOf" srcId="{DEA8DC5E-722E-4FFF-BA91-EA999F6AAE91}" destId="{FAE55E79-8B96-4C0A-BE86-86E1DECB95C8}" srcOrd="0" destOrd="0" presId="urn:microsoft.com/office/officeart/2005/8/layout/hierarchy6"/>
    <dgm:cxn modelId="{7C3DE64C-953A-4B36-89BF-C3A300F94624}" srcId="{984E7E1A-DD08-4E2E-A546-5DAB66C40362}" destId="{FB132DEB-3EBB-4B7B-9E10-1EA28E437B0C}" srcOrd="3" destOrd="0" parTransId="{84BE1630-6BEF-48BE-BEB4-441EA60AE7C5}" sibTransId="{3DA0803E-74EB-47A7-880B-91D87ACD481A}"/>
    <dgm:cxn modelId="{6548AE4D-94C7-44BB-95FD-5DD037D3FBD3}" type="presOf" srcId="{78A11304-B47B-426C-80D9-23F105284D80}" destId="{9B8E5F4D-3D7A-47D4-BEB1-7A4D761EC373}" srcOrd="0" destOrd="0" presId="urn:microsoft.com/office/officeart/2005/8/layout/hierarchy6"/>
    <dgm:cxn modelId="{6193E151-7B4B-421D-8E3E-D3E6FEF0B0BC}" srcId="{64108CB1-DB75-4E6C-B114-0F078EBFAA65}" destId="{210E38F1-6443-4897-BC67-3DC469B10B3A}" srcOrd="0" destOrd="0" parTransId="{658605B8-67B6-4965-9219-87AD07A2BD57}" sibTransId="{0132DBF9-A877-41CA-AAEC-9BACB1A6367E}"/>
    <dgm:cxn modelId="{E9FD1272-E01D-4880-BFDE-9A1AAA5292D5}" srcId="{910FF4E3-4B73-471E-A733-428EDE879319}" destId="{2B9145D1-EB7E-4900-B323-62729B920F30}" srcOrd="0" destOrd="0" parTransId="{5A1392F2-9813-4C0C-9524-55F25A946D72}" sibTransId="{FE9D72FD-6015-4C6F-8761-506C30B7F8B6}"/>
    <dgm:cxn modelId="{8145C653-6280-4F2D-8678-3F69D5CD17DF}" type="presOf" srcId="{7B0BD396-2B46-40BD-AC76-2EF21EDDDC81}" destId="{F3B7109E-FC5E-4032-9E48-7AE989930E7F}" srcOrd="0" destOrd="0" presId="urn:microsoft.com/office/officeart/2005/8/layout/hierarchy6"/>
    <dgm:cxn modelId="{8E0F5C75-BF33-46B4-A61F-D0B9F3D3BE7B}" type="presOf" srcId="{EFFA102A-5D82-49D3-A6E7-45C00C42107B}" destId="{BCE69E19-3950-4634-98DB-22EACA842756}" srcOrd="0" destOrd="0" presId="urn:microsoft.com/office/officeart/2005/8/layout/hierarchy6"/>
    <dgm:cxn modelId="{0FE9AE56-8660-49F8-84CD-4AF07C5F12FB}" type="presOf" srcId="{39401BF9-8334-48FD-97B1-B5FF75DD8ED7}" destId="{674FAE3C-400A-42DF-AF51-5FE9A33D05FF}" srcOrd="0" destOrd="0" presId="urn:microsoft.com/office/officeart/2005/8/layout/hierarchy6"/>
    <dgm:cxn modelId="{A7B4A77F-17AC-4C8F-A17C-7ED71A64266B}" type="presOf" srcId="{51635E7D-94AB-42DB-A23F-6B9E2711ADB8}" destId="{439A7915-4019-4A23-8AAB-5EA84524E00E}" srcOrd="0" destOrd="0" presId="urn:microsoft.com/office/officeart/2005/8/layout/hierarchy6"/>
    <dgm:cxn modelId="{D0DCC87F-FDBD-4AEB-A04B-CC698B69B140}" type="presOf" srcId="{7B8C88F9-23A6-428A-9D84-EE8685A0B867}" destId="{7B17D095-05F0-4567-ACF5-DAE1C7F71050}" srcOrd="0" destOrd="0" presId="urn:microsoft.com/office/officeart/2005/8/layout/hierarchy6"/>
    <dgm:cxn modelId="{2384D281-B6AE-40D6-9D9D-04418BCD48A4}" type="presOf" srcId="{8D053341-47DE-4A56-8DB5-F4344314674C}" destId="{B6589975-B071-491E-8570-70970CA1F480}" srcOrd="0" destOrd="0" presId="urn:microsoft.com/office/officeart/2005/8/layout/hierarchy6"/>
    <dgm:cxn modelId="{CE25B188-AF7E-45A6-B483-2C1585C607A0}" srcId="{95F92B39-5BD1-41DA-921B-40270E333897}" destId="{595FCBCB-6F4C-41E0-9D57-CC8BC973C07C}" srcOrd="0" destOrd="0" parTransId="{51635E7D-94AB-42DB-A23F-6B9E2711ADB8}" sibTransId="{0B43550C-8A90-4189-9B67-1225304E0089}"/>
    <dgm:cxn modelId="{F62D2C8B-4463-41B4-9FA8-643CE8E3126A}" type="presOf" srcId="{F27108DA-E888-48DE-8C97-7FDC95CC2EF6}" destId="{06FE7757-0221-4CB4-905F-C6A4BCBA3C71}" srcOrd="0" destOrd="0" presId="urn:microsoft.com/office/officeart/2005/8/layout/hierarchy6"/>
    <dgm:cxn modelId="{502F4795-9AF2-4388-ABC6-BA3E03AE3ACC}" type="presOf" srcId="{64108CB1-DB75-4E6C-B114-0F078EBFAA65}" destId="{9E0003AA-36A8-4BDA-A4D5-AE9FD5909BC7}" srcOrd="0" destOrd="0" presId="urn:microsoft.com/office/officeart/2005/8/layout/hierarchy6"/>
    <dgm:cxn modelId="{30A55F96-8DA0-4EC1-A524-A47232E0498E}" srcId="{638D4A18-E8B7-45E5-8EAA-4C0D29849159}" destId="{D692D1F3-8B04-4096-AA22-E14E93E2AD30}" srcOrd="0" destOrd="0" parTransId="{D4015DCB-90CE-418D-BA17-E20EB5979634}" sibTransId="{9DF5544D-7133-4BEC-80D5-5F4AB2FCACF0}"/>
    <dgm:cxn modelId="{2931A296-5E67-41F4-B655-2D2D97556CF3}" type="presOf" srcId="{39E7187F-BF44-4434-ABA8-1C914D1E277A}" destId="{F75CBFB9-BF0A-44D1-A33C-B79AA986F053}" srcOrd="0" destOrd="0" presId="urn:microsoft.com/office/officeart/2005/8/layout/hierarchy6"/>
    <dgm:cxn modelId="{1A358F98-1340-4BF0-A227-6269E1BC5FDB}" srcId="{984E7E1A-DD08-4E2E-A546-5DAB66C40362}" destId="{8FAE6191-0821-4960-BC96-F58E46C703A9}" srcOrd="1" destOrd="0" parTransId="{4CC81563-AFF2-44A9-B9B0-EF1C87661122}" sibTransId="{D7A373A9-FF3D-4DB9-BAA4-871B43426D41}"/>
    <dgm:cxn modelId="{D47CA79C-8F8E-4F6C-B4A4-DC7B0D45936D}" srcId="{22D68CCB-4BEE-4732-BA18-145918E71689}" destId="{638D4A18-E8B7-45E5-8EAA-4C0D29849159}" srcOrd="0" destOrd="0" parTransId="{6331599E-52B8-4A6C-B3A0-6191E729069E}" sibTransId="{96BDABD5-5B11-468E-B806-E97AD8AE4AFA}"/>
    <dgm:cxn modelId="{5C8AD39E-048A-4F0B-A4E5-8E7E28CD4E8E}" srcId="{EFFA102A-5D82-49D3-A6E7-45C00C42107B}" destId="{818A50AE-2897-4A8A-A2D4-C798E3839759}" srcOrd="0" destOrd="0" parTransId="{6E64CD67-6FB7-4233-986F-C1A61F90D25C}" sibTransId="{C0AF5DF9-2ED6-42D3-8F8C-F06FCA8338A2}"/>
    <dgm:cxn modelId="{4B88D7A5-3EC0-4459-AA6F-F6EF968C760A}" type="presOf" srcId="{D0F8BDB2-13EF-4738-B074-310F7068418D}" destId="{508D3B25-CBDB-434C-AECC-728B5C07BAD5}" srcOrd="0" destOrd="0" presId="urn:microsoft.com/office/officeart/2005/8/layout/hierarchy6"/>
    <dgm:cxn modelId="{50A123AB-70AF-42EF-B4AC-A864625C080A}" type="presOf" srcId="{6E64CD67-6FB7-4233-986F-C1A61F90D25C}" destId="{A181B12C-7C20-4BE9-8886-24DDE0080781}" srcOrd="0" destOrd="0" presId="urn:microsoft.com/office/officeart/2005/8/layout/hierarchy6"/>
    <dgm:cxn modelId="{092181AB-6C19-4EB2-9873-D2A1DC6C023B}" type="presOf" srcId="{8FAE6191-0821-4960-BC96-F58E46C703A9}" destId="{98829285-C359-4558-A8AB-ED49C5195838}" srcOrd="0" destOrd="0" presId="urn:microsoft.com/office/officeart/2005/8/layout/hierarchy6"/>
    <dgm:cxn modelId="{BB0EF5AC-564D-459C-B645-0E52862EFB04}" type="presOf" srcId="{910FF4E3-4B73-471E-A733-428EDE879319}" destId="{7A395ACB-AFE5-47F8-A645-E93A88EBEA6B}" srcOrd="0" destOrd="0" presId="urn:microsoft.com/office/officeart/2005/8/layout/hierarchy6"/>
    <dgm:cxn modelId="{606288B5-F503-4B9D-A927-3107CB71235F}" type="presOf" srcId="{90E52BB7-1EB0-47DC-82EE-28BBD13D64E9}" destId="{EF24AA40-32E7-44EE-B69D-486DD25DA9EB}" srcOrd="0" destOrd="0" presId="urn:microsoft.com/office/officeart/2005/8/layout/hierarchy6"/>
    <dgm:cxn modelId="{CBB959BD-F310-42E3-94D7-20241BC405C5}" type="presOf" srcId="{210E38F1-6443-4897-BC67-3DC469B10B3A}" destId="{88BF71CB-FA56-4717-8190-D58921A87BD4}" srcOrd="0" destOrd="0" presId="urn:microsoft.com/office/officeart/2005/8/layout/hierarchy6"/>
    <dgm:cxn modelId="{1A0C89BF-D174-4ED0-8083-1CC9998E7155}" srcId="{8D053341-47DE-4A56-8DB5-F4344314674C}" destId="{EFFA102A-5D82-49D3-A6E7-45C00C42107B}" srcOrd="0" destOrd="0" parTransId="{DFFEDB4F-CB16-440A-AC1A-1DC7D4CDB94A}" sibTransId="{B62333E8-4DCB-4AEF-9231-01F6B6767A44}"/>
    <dgm:cxn modelId="{A1A42AC5-B3CA-474B-A03B-83A5BC59A4EF}" srcId="{984E7E1A-DD08-4E2E-A546-5DAB66C40362}" destId="{8D053341-47DE-4A56-8DB5-F4344314674C}" srcOrd="0" destOrd="0" parTransId="{EBD4D5EB-965D-43EB-B803-B2DBA1A47692}" sibTransId="{176D6055-7813-445A-AD4E-B8512697E12E}"/>
    <dgm:cxn modelId="{8A33DAC6-D9DF-4D48-B64D-808F92F2B77E}" srcId="{818A50AE-2897-4A8A-A2D4-C798E3839759}" destId="{95F92B39-5BD1-41DA-921B-40270E333897}" srcOrd="0" destOrd="0" parTransId="{78A11304-B47B-426C-80D9-23F105284D80}" sibTransId="{19CA03D8-84BD-45E9-ACB4-36731CEB3A27}"/>
    <dgm:cxn modelId="{6C09A7CF-ED9E-4F5C-A208-29FC73FCD37A}" srcId="{46EFE5C5-7E26-4632-AB0D-CFDE009726AC}" destId="{C6E69E37-3961-44EE-94E9-D23872BEE4C9}" srcOrd="0" destOrd="0" parTransId="{39E7187F-BF44-4434-ABA8-1C914D1E277A}" sibTransId="{DEA9B8DE-9278-41C4-8958-F47B791467F4}"/>
    <dgm:cxn modelId="{0D9639D3-0F68-4944-810F-23C0962D110F}" type="presOf" srcId="{28EC855E-094C-4BED-9FB2-2C030C8FFA45}" destId="{F466743B-97CF-4FAA-9E07-3737C57455A5}" srcOrd="0" destOrd="0" presId="urn:microsoft.com/office/officeart/2005/8/layout/hierarchy6"/>
    <dgm:cxn modelId="{4900DBD3-31F0-49AE-8333-B1D734FB2364}" type="presOf" srcId="{5A1392F2-9813-4C0C-9524-55F25A946D72}" destId="{2BA6003D-FD41-41E9-BCA1-01EBE4EE20D3}" srcOrd="0" destOrd="0" presId="urn:microsoft.com/office/officeart/2005/8/layout/hierarchy6"/>
    <dgm:cxn modelId="{242DF2D3-F3A7-4348-A721-6000EAFAE055}" srcId="{984E7E1A-DD08-4E2E-A546-5DAB66C40362}" destId="{46EFE5C5-7E26-4632-AB0D-CFDE009726AC}" srcOrd="2" destOrd="0" parTransId="{8EBD0BB1-A983-499A-AFE0-A135C6D6EAF4}" sibTransId="{5914253C-0C02-433E-BBB4-A56090EFD1EA}"/>
    <dgm:cxn modelId="{FF2520D5-DC6D-4AA8-A9F8-CF8972E73887}" type="presOf" srcId="{984E7E1A-DD08-4E2E-A546-5DAB66C40362}" destId="{AA34BBA1-AEFC-405E-88F0-054659A90B63}" srcOrd="0" destOrd="0" presId="urn:microsoft.com/office/officeart/2005/8/layout/hierarchy6"/>
    <dgm:cxn modelId="{B822AFDD-53D7-4668-990A-0FC76370D21F}" srcId="{210E38F1-6443-4897-BC67-3DC469B10B3A}" destId="{E195E9F6-7564-48BE-A20F-8E15DF27D81A}" srcOrd="0" destOrd="0" parTransId="{D0F8BDB2-13EF-4738-B074-310F7068418D}" sibTransId="{4A84E83F-0A4E-451D-B074-37C705FAC49A}"/>
    <dgm:cxn modelId="{9CD9DEDE-0ABC-4BC8-8EED-926624F8029E}" type="presOf" srcId="{F9806694-F79F-4F0F-B80B-D8AEC14A4AE4}" destId="{9F6C2837-18E1-42E8-B36E-26D798F13CAA}" srcOrd="0" destOrd="0" presId="urn:microsoft.com/office/officeart/2005/8/layout/hierarchy6"/>
    <dgm:cxn modelId="{CA998EDF-D1EC-4F21-BC02-F8E5D809124E}" srcId="{90E52BB7-1EB0-47DC-82EE-28BBD13D64E9}" destId="{65164E71-4DD3-40F1-A30B-EC613D040542}" srcOrd="0" destOrd="0" parTransId="{602223CB-CFD7-40C2-91FA-E4E1E82D12F8}" sibTransId="{21CD02D9-E652-489A-8BF4-F425E3CF6D26}"/>
    <dgm:cxn modelId="{318806E0-51BA-4146-A58B-683225FF1FD9}" type="presOf" srcId="{65164E71-4DD3-40F1-A30B-EC613D040542}" destId="{D96C27F6-8F1F-4C78-BC8B-2BA73823F3B2}" srcOrd="0" destOrd="0" presId="urn:microsoft.com/office/officeart/2005/8/layout/hierarchy6"/>
    <dgm:cxn modelId="{95A684E0-D949-4D3E-B0E7-62A76A87E434}" type="presOf" srcId="{22D68CCB-4BEE-4732-BA18-145918E71689}" destId="{66711AFB-4282-4BD5-A024-70EEE22E8ED8}" srcOrd="0" destOrd="0" presId="urn:microsoft.com/office/officeart/2005/8/layout/hierarchy6"/>
    <dgm:cxn modelId="{8237BEE0-D1B1-440F-9385-3C24B42C9D37}" srcId="{D692D1F3-8B04-4096-AA22-E14E93E2AD30}" destId="{1CCEED45-57D7-4641-81C9-5908579CE245}" srcOrd="0" destOrd="0" parTransId="{0B8E2C65-A4D7-4B41-A006-CAAA09EDACC5}" sibTransId="{3565B9CB-B1EE-400D-B2B9-2B551D737D10}"/>
    <dgm:cxn modelId="{315020E2-D7B1-470A-A75B-A8A3010E177D}" type="presOf" srcId="{46EFE5C5-7E26-4632-AB0D-CFDE009726AC}" destId="{5B4C9849-DEB8-40B2-959E-E2FFC9C320FA}" srcOrd="0" destOrd="0" presId="urn:microsoft.com/office/officeart/2005/8/layout/hierarchy6"/>
    <dgm:cxn modelId="{44BC1EE3-FF57-452E-9F1C-1297E9ECAE80}" srcId="{984E7E1A-DD08-4E2E-A546-5DAB66C40362}" destId="{6169ABB3-9EA3-4A97-9BDB-7BF1A5E8319C}" srcOrd="4" destOrd="0" parTransId="{28EC855E-094C-4BED-9FB2-2C030C8FFA45}" sibTransId="{5DD54D20-2A68-4F1C-81FF-4637F3180AB6}"/>
    <dgm:cxn modelId="{18B771E9-B40D-4B8A-AEDA-9DA0FAD87DAE}" type="presOf" srcId="{6169ABB3-9EA3-4A97-9BDB-7BF1A5E8319C}" destId="{A41A0699-52FD-4C1F-BA71-1940B09DFCB3}" srcOrd="0" destOrd="0" presId="urn:microsoft.com/office/officeart/2005/8/layout/hierarchy6"/>
    <dgm:cxn modelId="{856BF3EA-08CB-4C8D-9091-C873E64B660B}" type="presOf" srcId="{C6E69E37-3961-44EE-94E9-D23872BEE4C9}" destId="{A53AEAF4-DE63-41BC-865B-CDA9095339F1}" srcOrd="0" destOrd="0" presId="urn:microsoft.com/office/officeart/2005/8/layout/hierarchy6"/>
    <dgm:cxn modelId="{2FC541EE-72D6-4594-BA4D-2E2FAF5A220F}" type="presOf" srcId="{DFFEDB4F-CB16-440A-AC1A-1DC7D4CDB94A}" destId="{CD65A56E-BEB9-4A66-90D9-A9B1CD0B97DF}" srcOrd="0" destOrd="0" presId="urn:microsoft.com/office/officeart/2005/8/layout/hierarchy6"/>
    <dgm:cxn modelId="{8BBAB2EF-486F-4C2D-8E6B-30F22B08CEDE}" srcId="{6343E979-4FE4-4A70-B59E-3E22D3659816}" destId="{90E52BB7-1EB0-47DC-82EE-28BBD13D64E9}" srcOrd="0" destOrd="0" parTransId="{7B0BD396-2B46-40BD-AC76-2EF21EDDDC81}" sibTransId="{6C2204E5-3FD4-4E2D-A0D8-AA639C5B78BB}"/>
    <dgm:cxn modelId="{D9C5D9F2-5AD0-46AC-B53A-0532970DAECF}" type="presOf" srcId="{7A8423F9-E18F-49C7-AF47-88948CD8E18D}" destId="{D7F2430B-BCB5-408D-B434-E52E0A1944C0}" srcOrd="0" destOrd="0" presId="urn:microsoft.com/office/officeart/2005/8/layout/hierarchy6"/>
    <dgm:cxn modelId="{965517F4-C9E3-4AEB-9595-DB78F8BE46AA}" type="presOf" srcId="{1CCEED45-57D7-4641-81C9-5908579CE245}" destId="{51E35AD2-0735-436F-A82F-19F611F0258D}" srcOrd="0" destOrd="0" presId="urn:microsoft.com/office/officeart/2005/8/layout/hierarchy6"/>
    <dgm:cxn modelId="{6308E6F4-05B7-49BF-9773-6262DF0A5586}" type="presOf" srcId="{2B9145D1-EB7E-4900-B323-62729B920F30}" destId="{7AC4104E-E4B8-401B-8EEB-D04E808E6EE5}" srcOrd="0" destOrd="0" presId="urn:microsoft.com/office/officeart/2005/8/layout/hierarchy6"/>
    <dgm:cxn modelId="{4236A6F7-FF9C-4705-BCEE-4E9B1754C1A2}" type="presOf" srcId="{6331599E-52B8-4A6C-B3A0-6191E729069E}" destId="{FBEC95B0-C69A-4159-A230-69B97543DC08}" srcOrd="0" destOrd="0" presId="urn:microsoft.com/office/officeart/2005/8/layout/hierarchy6"/>
    <dgm:cxn modelId="{E66A6DFA-838B-4265-BAE3-732A6B928409}" srcId="{142E7667-7801-477A-80B1-678DFCEE8B9B}" destId="{6343E979-4FE4-4A70-B59E-3E22D3659816}" srcOrd="0" destOrd="0" parTransId="{7A8423F9-E18F-49C7-AF47-88948CD8E18D}" sibTransId="{A2AAA9C3-C9BC-414E-AD60-200EF2F1EFA3}"/>
    <dgm:cxn modelId="{62BB2EFC-BB8A-4B92-8454-390B74124D28}" type="presOf" srcId="{D692D1F3-8B04-4096-AA22-E14E93E2AD30}" destId="{DBC340A0-3818-4944-BAC4-6FC41200E407}" srcOrd="0" destOrd="0" presId="urn:microsoft.com/office/officeart/2005/8/layout/hierarchy6"/>
    <dgm:cxn modelId="{FE7B2495-E11B-4F2A-A472-9C4679DD959E}" type="presParOf" srcId="{327FBF58-624F-4F1F-9921-6E06642364B9}" destId="{F042D168-04ED-406A-BCDD-96683E332C13}" srcOrd="0" destOrd="0" presId="urn:microsoft.com/office/officeart/2005/8/layout/hierarchy6"/>
    <dgm:cxn modelId="{F78C82B2-410C-4859-BFB9-C14C59C714CE}" type="presParOf" srcId="{F042D168-04ED-406A-BCDD-96683E332C13}" destId="{7FFCBE30-6850-4976-A6ED-5C6F49188539}" srcOrd="0" destOrd="0" presId="urn:microsoft.com/office/officeart/2005/8/layout/hierarchy6"/>
    <dgm:cxn modelId="{9D50259A-7E3A-4076-BFD8-E98B3AC83138}" type="presParOf" srcId="{7FFCBE30-6850-4976-A6ED-5C6F49188539}" destId="{E2405E1B-AD31-4EB2-A052-20046520C88A}" srcOrd="0" destOrd="0" presId="urn:microsoft.com/office/officeart/2005/8/layout/hierarchy6"/>
    <dgm:cxn modelId="{724CD78F-93B9-437E-93C4-AF9EDE7D28D4}" type="presParOf" srcId="{E2405E1B-AD31-4EB2-A052-20046520C88A}" destId="{AA34BBA1-AEFC-405E-88F0-054659A90B63}" srcOrd="0" destOrd="0" presId="urn:microsoft.com/office/officeart/2005/8/layout/hierarchy6"/>
    <dgm:cxn modelId="{7FBF47FB-2DF7-4C8B-B218-7522F669B31D}" type="presParOf" srcId="{E2405E1B-AD31-4EB2-A052-20046520C88A}" destId="{1310C93A-257F-43F9-9C19-53032BA77C1A}" srcOrd="1" destOrd="0" presId="urn:microsoft.com/office/officeart/2005/8/layout/hierarchy6"/>
    <dgm:cxn modelId="{DABD0B2D-07FF-438A-8D2E-D4E68973ECC6}" type="presParOf" srcId="{1310C93A-257F-43F9-9C19-53032BA77C1A}" destId="{ECE94489-582E-4D24-A60B-70DA935857A8}" srcOrd="0" destOrd="0" presId="urn:microsoft.com/office/officeart/2005/8/layout/hierarchy6"/>
    <dgm:cxn modelId="{449A0D86-23CA-4B2D-89D7-652EE05A6C69}" type="presParOf" srcId="{1310C93A-257F-43F9-9C19-53032BA77C1A}" destId="{5F312DF0-B144-46EF-80A8-6149129CD48F}" srcOrd="1" destOrd="0" presId="urn:microsoft.com/office/officeart/2005/8/layout/hierarchy6"/>
    <dgm:cxn modelId="{8117AE7F-840D-4553-963B-96464F32ACFD}" type="presParOf" srcId="{5F312DF0-B144-46EF-80A8-6149129CD48F}" destId="{B6589975-B071-491E-8570-70970CA1F480}" srcOrd="0" destOrd="0" presId="urn:microsoft.com/office/officeart/2005/8/layout/hierarchy6"/>
    <dgm:cxn modelId="{CBD35FDC-73FE-4FD9-A411-C5B7B8BCBD04}" type="presParOf" srcId="{5F312DF0-B144-46EF-80A8-6149129CD48F}" destId="{6ED74DED-473C-4A59-A8E8-4B4D6ADF5E5C}" srcOrd="1" destOrd="0" presId="urn:microsoft.com/office/officeart/2005/8/layout/hierarchy6"/>
    <dgm:cxn modelId="{3371D517-0FC0-4346-A472-5A80E21F630C}" type="presParOf" srcId="{6ED74DED-473C-4A59-A8E8-4B4D6ADF5E5C}" destId="{CD65A56E-BEB9-4A66-90D9-A9B1CD0B97DF}" srcOrd="0" destOrd="0" presId="urn:microsoft.com/office/officeart/2005/8/layout/hierarchy6"/>
    <dgm:cxn modelId="{0EDB99E5-A1CD-48DC-B5F8-52335A73DDD4}" type="presParOf" srcId="{6ED74DED-473C-4A59-A8E8-4B4D6ADF5E5C}" destId="{3EE2DEFF-E970-4131-B36A-2F6424042DF4}" srcOrd="1" destOrd="0" presId="urn:microsoft.com/office/officeart/2005/8/layout/hierarchy6"/>
    <dgm:cxn modelId="{40BB2C38-2CA9-4B35-9C8C-270A032FC4DD}" type="presParOf" srcId="{3EE2DEFF-E970-4131-B36A-2F6424042DF4}" destId="{BCE69E19-3950-4634-98DB-22EACA842756}" srcOrd="0" destOrd="0" presId="urn:microsoft.com/office/officeart/2005/8/layout/hierarchy6"/>
    <dgm:cxn modelId="{0B4EFEE5-C633-43E2-9841-225620969F90}" type="presParOf" srcId="{3EE2DEFF-E970-4131-B36A-2F6424042DF4}" destId="{CC92A5DE-A111-4E5F-9584-E116B07E6C9A}" srcOrd="1" destOrd="0" presId="urn:microsoft.com/office/officeart/2005/8/layout/hierarchy6"/>
    <dgm:cxn modelId="{B7AF1EC0-8995-4725-873C-FA3444C13CEC}" type="presParOf" srcId="{CC92A5DE-A111-4E5F-9584-E116B07E6C9A}" destId="{A181B12C-7C20-4BE9-8886-24DDE0080781}" srcOrd="0" destOrd="0" presId="urn:microsoft.com/office/officeart/2005/8/layout/hierarchy6"/>
    <dgm:cxn modelId="{3AE16C7B-0CC8-4804-823D-0409C6C040DC}" type="presParOf" srcId="{CC92A5DE-A111-4E5F-9584-E116B07E6C9A}" destId="{0105F6F2-5817-4FF1-AB62-D7013DF19AC5}" srcOrd="1" destOrd="0" presId="urn:microsoft.com/office/officeart/2005/8/layout/hierarchy6"/>
    <dgm:cxn modelId="{E8C1A0A9-6558-43AC-B3C9-92DDD709498A}" type="presParOf" srcId="{0105F6F2-5817-4FF1-AB62-D7013DF19AC5}" destId="{6A78302F-C42E-4BD7-B84C-CB25A3C0F412}" srcOrd="0" destOrd="0" presId="urn:microsoft.com/office/officeart/2005/8/layout/hierarchy6"/>
    <dgm:cxn modelId="{6FFE2D80-D985-462A-B445-66F9991B6A6A}" type="presParOf" srcId="{0105F6F2-5817-4FF1-AB62-D7013DF19AC5}" destId="{DB340480-A83C-4660-BD91-76653F6A6971}" srcOrd="1" destOrd="0" presId="urn:microsoft.com/office/officeart/2005/8/layout/hierarchy6"/>
    <dgm:cxn modelId="{52176FEC-C836-4167-A58F-A9D5435397AD}" type="presParOf" srcId="{DB340480-A83C-4660-BD91-76653F6A6971}" destId="{9B8E5F4D-3D7A-47D4-BEB1-7A4D761EC373}" srcOrd="0" destOrd="0" presId="urn:microsoft.com/office/officeart/2005/8/layout/hierarchy6"/>
    <dgm:cxn modelId="{9B01BBBC-7679-44B5-A35F-3ED39210D446}" type="presParOf" srcId="{DB340480-A83C-4660-BD91-76653F6A6971}" destId="{7A1FB452-FB2C-4721-A9BA-FE2A490FD508}" srcOrd="1" destOrd="0" presId="urn:microsoft.com/office/officeart/2005/8/layout/hierarchy6"/>
    <dgm:cxn modelId="{399FC100-F8DC-4933-8259-185377EDC203}" type="presParOf" srcId="{7A1FB452-FB2C-4721-A9BA-FE2A490FD508}" destId="{EA693939-0FD8-4332-A064-9C5C4989F6C3}" srcOrd="0" destOrd="0" presId="urn:microsoft.com/office/officeart/2005/8/layout/hierarchy6"/>
    <dgm:cxn modelId="{D36BFF0C-10D1-4C58-8BA6-0BA36385B5AF}" type="presParOf" srcId="{7A1FB452-FB2C-4721-A9BA-FE2A490FD508}" destId="{CDB800C3-DCBF-42B3-8E7A-8A9E5EC43744}" srcOrd="1" destOrd="0" presId="urn:microsoft.com/office/officeart/2005/8/layout/hierarchy6"/>
    <dgm:cxn modelId="{7244E611-05C6-40E9-BAB1-64FACBE6D22D}" type="presParOf" srcId="{CDB800C3-DCBF-42B3-8E7A-8A9E5EC43744}" destId="{439A7915-4019-4A23-8AAB-5EA84524E00E}" srcOrd="0" destOrd="0" presId="urn:microsoft.com/office/officeart/2005/8/layout/hierarchy6"/>
    <dgm:cxn modelId="{134CB8DE-BC0F-498A-8C75-CC2826834A60}" type="presParOf" srcId="{CDB800C3-DCBF-42B3-8E7A-8A9E5EC43744}" destId="{D0B0546A-D532-4ACD-9D86-90216A7665A1}" srcOrd="1" destOrd="0" presId="urn:microsoft.com/office/officeart/2005/8/layout/hierarchy6"/>
    <dgm:cxn modelId="{F0548F7E-6994-4603-BA1D-CEA336E48598}" type="presParOf" srcId="{D0B0546A-D532-4ACD-9D86-90216A7665A1}" destId="{2D6C4C6A-CE06-40A6-A211-64F15A14B0FC}" srcOrd="0" destOrd="0" presId="urn:microsoft.com/office/officeart/2005/8/layout/hierarchy6"/>
    <dgm:cxn modelId="{00F2F7C9-B4B4-4A28-AE40-9E6789BBA650}" type="presParOf" srcId="{D0B0546A-D532-4ACD-9D86-90216A7665A1}" destId="{760313C0-717F-4AE7-A5F2-574534105C44}" srcOrd="1" destOrd="0" presId="urn:microsoft.com/office/officeart/2005/8/layout/hierarchy6"/>
    <dgm:cxn modelId="{94DEC067-5FDE-42E5-9053-E53EBA767DD2}" type="presParOf" srcId="{760313C0-717F-4AE7-A5F2-574534105C44}" destId="{CF7FDC77-853E-4DFC-9828-0DC60053379E}" srcOrd="0" destOrd="0" presId="urn:microsoft.com/office/officeart/2005/8/layout/hierarchy6"/>
    <dgm:cxn modelId="{DCEAE172-C913-4C08-A985-5456A7F1CFE3}" type="presParOf" srcId="{760313C0-717F-4AE7-A5F2-574534105C44}" destId="{5BD994D5-C433-4FE2-AB61-4264BFEF7809}" srcOrd="1" destOrd="0" presId="urn:microsoft.com/office/officeart/2005/8/layout/hierarchy6"/>
    <dgm:cxn modelId="{AB577680-3D68-47DF-8664-C6AE5417AF2E}" type="presParOf" srcId="{5BD994D5-C433-4FE2-AB61-4264BFEF7809}" destId="{7B17D095-05F0-4567-ACF5-DAE1C7F71050}" srcOrd="0" destOrd="0" presId="urn:microsoft.com/office/officeart/2005/8/layout/hierarchy6"/>
    <dgm:cxn modelId="{9E1F569E-0462-4CFD-A2BF-CEC72E7E7A77}" type="presParOf" srcId="{5BD994D5-C433-4FE2-AB61-4264BFEF7809}" destId="{90EFF611-D625-4166-8403-F0F91E00F887}" srcOrd="1" destOrd="0" presId="urn:microsoft.com/office/officeart/2005/8/layout/hierarchy6"/>
    <dgm:cxn modelId="{172D4185-08D3-4FB0-A9EB-79BE772234AE}" type="presParOf" srcId="{1310C93A-257F-43F9-9C19-53032BA77C1A}" destId="{61106BEE-8394-41F9-A438-4FF037DCC549}" srcOrd="2" destOrd="0" presId="urn:microsoft.com/office/officeart/2005/8/layout/hierarchy6"/>
    <dgm:cxn modelId="{548F8743-7D1D-4246-AB1E-AF02896AE7F9}" type="presParOf" srcId="{1310C93A-257F-43F9-9C19-53032BA77C1A}" destId="{A905BD00-D3F3-4827-A249-E4CC3BEC9E1E}" srcOrd="3" destOrd="0" presId="urn:microsoft.com/office/officeart/2005/8/layout/hierarchy6"/>
    <dgm:cxn modelId="{913D643B-D419-4CB9-8B97-6A31D3060918}" type="presParOf" srcId="{A905BD00-D3F3-4827-A249-E4CC3BEC9E1E}" destId="{98829285-C359-4558-A8AB-ED49C5195838}" srcOrd="0" destOrd="0" presId="urn:microsoft.com/office/officeart/2005/8/layout/hierarchy6"/>
    <dgm:cxn modelId="{8758D0B3-DEF6-474E-88C9-4BDD612647EA}" type="presParOf" srcId="{A905BD00-D3F3-4827-A249-E4CC3BEC9E1E}" destId="{C79E3FC8-6FFA-4104-9274-2CE789AF8770}" srcOrd="1" destOrd="0" presId="urn:microsoft.com/office/officeart/2005/8/layout/hierarchy6"/>
    <dgm:cxn modelId="{4F198978-0CF5-4A2D-8F5D-2BEC759F67EA}" type="presParOf" srcId="{C79E3FC8-6FFA-4104-9274-2CE789AF8770}" destId="{9B20D733-63A4-4B62-A174-9E852702C56C}" srcOrd="0" destOrd="0" presId="urn:microsoft.com/office/officeart/2005/8/layout/hierarchy6"/>
    <dgm:cxn modelId="{1C5FFE62-9195-4C74-BD71-28C788C4B3D3}" type="presParOf" srcId="{C79E3FC8-6FFA-4104-9274-2CE789AF8770}" destId="{0A780892-20FA-4CAE-B5A0-9EB90BE4DDCC}" srcOrd="1" destOrd="0" presId="urn:microsoft.com/office/officeart/2005/8/layout/hierarchy6"/>
    <dgm:cxn modelId="{9327D7D3-8BA4-40C8-B00E-BED192B828F5}" type="presParOf" srcId="{0A780892-20FA-4CAE-B5A0-9EB90BE4DDCC}" destId="{66711AFB-4282-4BD5-A024-70EEE22E8ED8}" srcOrd="0" destOrd="0" presId="urn:microsoft.com/office/officeart/2005/8/layout/hierarchy6"/>
    <dgm:cxn modelId="{B3D4BDA4-4745-4A30-8005-D436261386EA}" type="presParOf" srcId="{0A780892-20FA-4CAE-B5A0-9EB90BE4DDCC}" destId="{2C2F2558-EE81-4BDE-8A7A-443008F126E3}" srcOrd="1" destOrd="0" presId="urn:microsoft.com/office/officeart/2005/8/layout/hierarchy6"/>
    <dgm:cxn modelId="{067E1A96-6F83-4F36-8BE4-3A51363C5729}" type="presParOf" srcId="{2C2F2558-EE81-4BDE-8A7A-443008F126E3}" destId="{FBEC95B0-C69A-4159-A230-69B97543DC08}" srcOrd="0" destOrd="0" presId="urn:microsoft.com/office/officeart/2005/8/layout/hierarchy6"/>
    <dgm:cxn modelId="{3DF0AFC3-5487-429C-AC7C-F4703E7B800E}" type="presParOf" srcId="{2C2F2558-EE81-4BDE-8A7A-443008F126E3}" destId="{583EE7A7-AB15-4E84-9056-1298A137DA59}" srcOrd="1" destOrd="0" presId="urn:microsoft.com/office/officeart/2005/8/layout/hierarchy6"/>
    <dgm:cxn modelId="{EC88C775-2FF2-46A6-A27F-E1A70342D008}" type="presParOf" srcId="{583EE7A7-AB15-4E84-9056-1298A137DA59}" destId="{F1CD7CC0-9E0D-4303-82AE-D7A2B5AF17DB}" srcOrd="0" destOrd="0" presId="urn:microsoft.com/office/officeart/2005/8/layout/hierarchy6"/>
    <dgm:cxn modelId="{915D7C40-0631-4301-9AC3-01B2D59A5043}" type="presParOf" srcId="{583EE7A7-AB15-4E84-9056-1298A137DA59}" destId="{9D18E0B5-D1B0-4C2C-9208-AE34251A3D41}" srcOrd="1" destOrd="0" presId="urn:microsoft.com/office/officeart/2005/8/layout/hierarchy6"/>
    <dgm:cxn modelId="{6B04511E-7B5D-4EAC-8C19-80CED4EC3825}" type="presParOf" srcId="{9D18E0B5-D1B0-4C2C-9208-AE34251A3D41}" destId="{E16ADE93-99AF-45AE-A7EE-51F95CB0B46A}" srcOrd="0" destOrd="0" presId="urn:microsoft.com/office/officeart/2005/8/layout/hierarchy6"/>
    <dgm:cxn modelId="{4CDC8EEA-3E93-4CE9-9EBC-8522F27C876B}" type="presParOf" srcId="{9D18E0B5-D1B0-4C2C-9208-AE34251A3D41}" destId="{F9DCA430-5528-44F3-AD22-5D1130D7C8CE}" srcOrd="1" destOrd="0" presId="urn:microsoft.com/office/officeart/2005/8/layout/hierarchy6"/>
    <dgm:cxn modelId="{91FE1554-B391-44C3-B0AF-71AD543A7364}" type="presParOf" srcId="{F9DCA430-5528-44F3-AD22-5D1130D7C8CE}" destId="{DBC340A0-3818-4944-BAC4-6FC41200E407}" srcOrd="0" destOrd="0" presId="urn:microsoft.com/office/officeart/2005/8/layout/hierarchy6"/>
    <dgm:cxn modelId="{98EB08C7-5967-4F94-BBEA-410EB01E4B4B}" type="presParOf" srcId="{F9DCA430-5528-44F3-AD22-5D1130D7C8CE}" destId="{869B50F0-9FD0-4765-844E-562E1EB55596}" srcOrd="1" destOrd="0" presId="urn:microsoft.com/office/officeart/2005/8/layout/hierarchy6"/>
    <dgm:cxn modelId="{D0CEB76F-DBB5-4FCA-90F0-B48F10249A69}" type="presParOf" srcId="{869B50F0-9FD0-4765-844E-562E1EB55596}" destId="{3E27615C-4EFE-4C20-92E5-F66765CC04DB}" srcOrd="0" destOrd="0" presId="urn:microsoft.com/office/officeart/2005/8/layout/hierarchy6"/>
    <dgm:cxn modelId="{DF37E0FA-CF25-4750-8433-5A2208B46F5E}" type="presParOf" srcId="{869B50F0-9FD0-4765-844E-562E1EB55596}" destId="{947C2A81-96B4-4538-A048-A7C54725EA18}" srcOrd="1" destOrd="0" presId="urn:microsoft.com/office/officeart/2005/8/layout/hierarchy6"/>
    <dgm:cxn modelId="{A1D50FA8-6341-4C8C-9E39-E9DD43063AC8}" type="presParOf" srcId="{947C2A81-96B4-4538-A048-A7C54725EA18}" destId="{51E35AD2-0735-436F-A82F-19F611F0258D}" srcOrd="0" destOrd="0" presId="urn:microsoft.com/office/officeart/2005/8/layout/hierarchy6"/>
    <dgm:cxn modelId="{D3839C87-684D-467B-AAB8-BC7752692F55}" type="presParOf" srcId="{947C2A81-96B4-4538-A048-A7C54725EA18}" destId="{F7C8D71A-AB03-4A25-9FDF-E79865D25CE8}" srcOrd="1" destOrd="0" presId="urn:microsoft.com/office/officeart/2005/8/layout/hierarchy6"/>
    <dgm:cxn modelId="{3C007122-0DE5-4312-80F5-E621384BBC9F}" type="presParOf" srcId="{1310C93A-257F-43F9-9C19-53032BA77C1A}" destId="{02AF57A5-5631-4829-8B1F-9F87C7E5BF9A}" srcOrd="4" destOrd="0" presId="urn:microsoft.com/office/officeart/2005/8/layout/hierarchy6"/>
    <dgm:cxn modelId="{3BF78CC8-E71C-47FB-83AA-4A9F78FEFCA8}" type="presParOf" srcId="{1310C93A-257F-43F9-9C19-53032BA77C1A}" destId="{9E80533F-1EE1-40B2-9B7E-67577DC38AE8}" srcOrd="5" destOrd="0" presId="urn:microsoft.com/office/officeart/2005/8/layout/hierarchy6"/>
    <dgm:cxn modelId="{6EBBADAB-FE30-437A-8AD2-C2AF67C035F0}" type="presParOf" srcId="{9E80533F-1EE1-40B2-9B7E-67577DC38AE8}" destId="{5B4C9849-DEB8-40B2-959E-E2FFC9C320FA}" srcOrd="0" destOrd="0" presId="urn:microsoft.com/office/officeart/2005/8/layout/hierarchy6"/>
    <dgm:cxn modelId="{4B90117A-286C-497B-AB1E-768B15597DE4}" type="presParOf" srcId="{9E80533F-1EE1-40B2-9B7E-67577DC38AE8}" destId="{5D0B2B23-C64F-440F-84A3-01FF45CFA593}" srcOrd="1" destOrd="0" presId="urn:microsoft.com/office/officeart/2005/8/layout/hierarchy6"/>
    <dgm:cxn modelId="{6B91A4EE-254B-4193-8EAF-85C1E33A8D9C}" type="presParOf" srcId="{5D0B2B23-C64F-440F-84A3-01FF45CFA593}" destId="{F75CBFB9-BF0A-44D1-A33C-B79AA986F053}" srcOrd="0" destOrd="0" presId="urn:microsoft.com/office/officeart/2005/8/layout/hierarchy6"/>
    <dgm:cxn modelId="{00E74D37-42F7-40AE-9A2A-54F7B06F04D5}" type="presParOf" srcId="{5D0B2B23-C64F-440F-84A3-01FF45CFA593}" destId="{67DE66BD-20EA-42E4-BA13-B22F5E9296A9}" srcOrd="1" destOrd="0" presId="urn:microsoft.com/office/officeart/2005/8/layout/hierarchy6"/>
    <dgm:cxn modelId="{F9091F81-3CEC-4DC0-B9B0-450BCDB7E392}" type="presParOf" srcId="{67DE66BD-20EA-42E4-BA13-B22F5E9296A9}" destId="{A53AEAF4-DE63-41BC-865B-CDA9095339F1}" srcOrd="0" destOrd="0" presId="urn:microsoft.com/office/officeart/2005/8/layout/hierarchy6"/>
    <dgm:cxn modelId="{FE94711F-713F-457E-89B2-D26A9C16BAD6}" type="presParOf" srcId="{67DE66BD-20EA-42E4-BA13-B22F5E9296A9}" destId="{F44AAF35-394F-47E3-8E27-174E41BB2B6D}" srcOrd="1" destOrd="0" presId="urn:microsoft.com/office/officeart/2005/8/layout/hierarchy6"/>
    <dgm:cxn modelId="{B5F464F9-BFE1-4689-BD34-110A1B9ADDA3}" type="presParOf" srcId="{F44AAF35-394F-47E3-8E27-174E41BB2B6D}" destId="{CA90F6F9-60A6-482D-9CEF-AA80F0D193AE}" srcOrd="0" destOrd="0" presId="urn:microsoft.com/office/officeart/2005/8/layout/hierarchy6"/>
    <dgm:cxn modelId="{EF0B6B57-20E1-4F5D-880F-C215F8D3E6D3}" type="presParOf" srcId="{F44AAF35-394F-47E3-8E27-174E41BB2B6D}" destId="{5E62636B-7A4A-4996-905D-FE6B0DAA9875}" srcOrd="1" destOrd="0" presId="urn:microsoft.com/office/officeart/2005/8/layout/hierarchy6"/>
    <dgm:cxn modelId="{F1530C6D-8312-4EAC-9B82-C74848CDE6BE}" type="presParOf" srcId="{5E62636B-7A4A-4996-905D-FE6B0DAA9875}" destId="{FAE55E79-8B96-4C0A-BE86-86E1DECB95C8}" srcOrd="0" destOrd="0" presId="urn:microsoft.com/office/officeart/2005/8/layout/hierarchy6"/>
    <dgm:cxn modelId="{E96C8A31-D3DB-4F71-819B-C540D60A60DB}" type="presParOf" srcId="{5E62636B-7A4A-4996-905D-FE6B0DAA9875}" destId="{AD793D23-3C02-4A8E-A566-B2B63E9511E3}" srcOrd="1" destOrd="0" presId="urn:microsoft.com/office/officeart/2005/8/layout/hierarchy6"/>
    <dgm:cxn modelId="{6851259F-7722-4D2D-86D5-967BB1794579}" type="presParOf" srcId="{1310C93A-257F-43F9-9C19-53032BA77C1A}" destId="{2DFB326B-B609-43F8-A763-08BEA677E07F}" srcOrd="6" destOrd="0" presId="urn:microsoft.com/office/officeart/2005/8/layout/hierarchy6"/>
    <dgm:cxn modelId="{B1CA310C-6649-46BF-874E-D25F1162C9AC}" type="presParOf" srcId="{1310C93A-257F-43F9-9C19-53032BA77C1A}" destId="{0E91A336-26C0-4988-8AFD-FD0ADA59622E}" srcOrd="7" destOrd="0" presId="urn:microsoft.com/office/officeart/2005/8/layout/hierarchy6"/>
    <dgm:cxn modelId="{0B5BEA52-506E-4DAC-9D4F-13A6C0D44DB7}" type="presParOf" srcId="{0E91A336-26C0-4988-8AFD-FD0ADA59622E}" destId="{ED51B719-283F-4EED-B2CC-182439F80BA8}" srcOrd="0" destOrd="0" presId="urn:microsoft.com/office/officeart/2005/8/layout/hierarchy6"/>
    <dgm:cxn modelId="{AEC2DD75-2A2E-424E-AF2F-494A4C963023}" type="presParOf" srcId="{0E91A336-26C0-4988-8AFD-FD0ADA59622E}" destId="{E18409C6-6472-4325-82AD-0CFC42357F07}" srcOrd="1" destOrd="0" presId="urn:microsoft.com/office/officeart/2005/8/layout/hierarchy6"/>
    <dgm:cxn modelId="{6259C65A-D31E-4639-897A-9521284BB1B8}" type="presParOf" srcId="{E18409C6-6472-4325-82AD-0CFC42357F07}" destId="{291C996E-0EB8-4C7C-A09D-BCD184B0D448}" srcOrd="0" destOrd="0" presId="urn:microsoft.com/office/officeart/2005/8/layout/hierarchy6"/>
    <dgm:cxn modelId="{1FEE88B2-B214-4B77-BE2B-18CE0CC0748C}" type="presParOf" srcId="{E18409C6-6472-4325-82AD-0CFC42357F07}" destId="{C21A9BE0-E976-4A83-95BD-260F6B2B8B28}" srcOrd="1" destOrd="0" presId="urn:microsoft.com/office/officeart/2005/8/layout/hierarchy6"/>
    <dgm:cxn modelId="{A37B529C-EB5B-43D8-962D-5DFABEB167CB}" type="presParOf" srcId="{C21A9BE0-E976-4A83-95BD-260F6B2B8B28}" destId="{FC12F369-519B-4055-B6C8-695637AC848E}" srcOrd="0" destOrd="0" presId="urn:microsoft.com/office/officeart/2005/8/layout/hierarchy6"/>
    <dgm:cxn modelId="{81D47214-B55A-427C-8357-9E26B9A3B4C0}" type="presParOf" srcId="{C21A9BE0-E976-4A83-95BD-260F6B2B8B28}" destId="{B0462487-E286-448F-90A0-64B688911226}" srcOrd="1" destOrd="0" presId="urn:microsoft.com/office/officeart/2005/8/layout/hierarchy6"/>
    <dgm:cxn modelId="{21270EFD-C3A4-481F-8DA5-D60DF88EFAFA}" type="presParOf" srcId="{B0462487-E286-448F-90A0-64B688911226}" destId="{D7F2430B-BCB5-408D-B434-E52E0A1944C0}" srcOrd="0" destOrd="0" presId="urn:microsoft.com/office/officeart/2005/8/layout/hierarchy6"/>
    <dgm:cxn modelId="{12F0611E-06CE-45C4-8E9B-1E90C48A204B}" type="presParOf" srcId="{B0462487-E286-448F-90A0-64B688911226}" destId="{5C8173AF-9672-4BF6-9AF5-834E599B74D0}" srcOrd="1" destOrd="0" presId="urn:microsoft.com/office/officeart/2005/8/layout/hierarchy6"/>
    <dgm:cxn modelId="{5F714113-8152-46D9-92AF-8302537AC647}" type="presParOf" srcId="{5C8173AF-9672-4BF6-9AF5-834E599B74D0}" destId="{95C57D1B-15F4-4DDD-96A4-BFBFEA71B3BB}" srcOrd="0" destOrd="0" presId="urn:microsoft.com/office/officeart/2005/8/layout/hierarchy6"/>
    <dgm:cxn modelId="{BE2E6794-6A72-42E4-B0C4-A1D80255DDD4}" type="presParOf" srcId="{5C8173AF-9672-4BF6-9AF5-834E599B74D0}" destId="{75A1DEC4-64BE-4286-9069-8CDFE3D2B551}" srcOrd="1" destOrd="0" presId="urn:microsoft.com/office/officeart/2005/8/layout/hierarchy6"/>
    <dgm:cxn modelId="{B50C9BB6-2A82-4D76-A30C-6D7287CC9DB4}" type="presParOf" srcId="{75A1DEC4-64BE-4286-9069-8CDFE3D2B551}" destId="{F3B7109E-FC5E-4032-9E48-7AE989930E7F}" srcOrd="0" destOrd="0" presId="urn:microsoft.com/office/officeart/2005/8/layout/hierarchy6"/>
    <dgm:cxn modelId="{4EE61DA7-0B21-41D1-B0C7-E41A6452C70B}" type="presParOf" srcId="{75A1DEC4-64BE-4286-9069-8CDFE3D2B551}" destId="{2B8B9E40-5DE3-4297-87BA-B7CEF8A0A728}" srcOrd="1" destOrd="0" presId="urn:microsoft.com/office/officeart/2005/8/layout/hierarchy6"/>
    <dgm:cxn modelId="{0233EB14-B698-46BA-8362-272B9702147A}" type="presParOf" srcId="{2B8B9E40-5DE3-4297-87BA-B7CEF8A0A728}" destId="{EF24AA40-32E7-44EE-B69D-486DD25DA9EB}" srcOrd="0" destOrd="0" presId="urn:microsoft.com/office/officeart/2005/8/layout/hierarchy6"/>
    <dgm:cxn modelId="{C443FA1D-7214-4B5E-AA25-83A60D126DE4}" type="presParOf" srcId="{2B8B9E40-5DE3-4297-87BA-B7CEF8A0A728}" destId="{2269E0C1-CD48-4A37-99AA-4353054B5DE3}" srcOrd="1" destOrd="0" presId="urn:microsoft.com/office/officeart/2005/8/layout/hierarchy6"/>
    <dgm:cxn modelId="{D25689E9-92CA-4D47-9E87-F23420A559BF}" type="presParOf" srcId="{2269E0C1-CD48-4A37-99AA-4353054B5DE3}" destId="{1B1B1F7A-7EF2-4ACB-B5C6-900D03138544}" srcOrd="0" destOrd="0" presId="urn:microsoft.com/office/officeart/2005/8/layout/hierarchy6"/>
    <dgm:cxn modelId="{31E3051E-7476-4CD2-AA59-9E849EBCA4A0}" type="presParOf" srcId="{2269E0C1-CD48-4A37-99AA-4353054B5DE3}" destId="{0282E576-4781-48E5-98C4-B2C8833E05C7}" srcOrd="1" destOrd="0" presId="urn:microsoft.com/office/officeart/2005/8/layout/hierarchy6"/>
    <dgm:cxn modelId="{037DCC62-4CEE-42E3-806A-0C0AC3AE7D5B}" type="presParOf" srcId="{0282E576-4781-48E5-98C4-B2C8833E05C7}" destId="{D96C27F6-8F1F-4C78-BC8B-2BA73823F3B2}" srcOrd="0" destOrd="0" presId="urn:microsoft.com/office/officeart/2005/8/layout/hierarchy6"/>
    <dgm:cxn modelId="{66C19A65-C58A-4439-B284-08A702A2449C}" type="presParOf" srcId="{0282E576-4781-48E5-98C4-B2C8833E05C7}" destId="{FA67AF65-67DB-40B9-AC54-180B9D0EE6EC}" srcOrd="1" destOrd="0" presId="urn:microsoft.com/office/officeart/2005/8/layout/hierarchy6"/>
    <dgm:cxn modelId="{E8ECFAB2-D96B-4BCC-957B-157CB4EB5740}" type="presParOf" srcId="{1310C93A-257F-43F9-9C19-53032BA77C1A}" destId="{F466743B-97CF-4FAA-9E07-3737C57455A5}" srcOrd="8" destOrd="0" presId="urn:microsoft.com/office/officeart/2005/8/layout/hierarchy6"/>
    <dgm:cxn modelId="{2EE612BD-406F-4722-812C-60F4C6F19CD1}" type="presParOf" srcId="{1310C93A-257F-43F9-9C19-53032BA77C1A}" destId="{910B1F4A-7546-445F-AEF0-7D9E58A38AE0}" srcOrd="9" destOrd="0" presId="urn:microsoft.com/office/officeart/2005/8/layout/hierarchy6"/>
    <dgm:cxn modelId="{2BF1E945-ED62-41CE-A537-61FAD3FC9CC6}" type="presParOf" srcId="{910B1F4A-7546-445F-AEF0-7D9E58A38AE0}" destId="{A41A0699-52FD-4C1F-BA71-1940B09DFCB3}" srcOrd="0" destOrd="0" presId="urn:microsoft.com/office/officeart/2005/8/layout/hierarchy6"/>
    <dgm:cxn modelId="{EDCB45C2-9B37-47C4-9AA2-8D122CDAE0C8}" type="presParOf" srcId="{910B1F4A-7546-445F-AEF0-7D9E58A38AE0}" destId="{F2672B5B-774F-4E17-9064-11B64443A4B2}" srcOrd="1" destOrd="0" presId="urn:microsoft.com/office/officeart/2005/8/layout/hierarchy6"/>
    <dgm:cxn modelId="{996A04D8-C970-4CCB-BFF7-711323D57CAB}" type="presParOf" srcId="{F2672B5B-774F-4E17-9064-11B64443A4B2}" destId="{7F4F1B5F-FC30-4418-B6B9-340A889AAB9A}" srcOrd="0" destOrd="0" presId="urn:microsoft.com/office/officeart/2005/8/layout/hierarchy6"/>
    <dgm:cxn modelId="{30B4A9B1-E1DC-4BD6-8702-681AF68F0D53}" type="presParOf" srcId="{F2672B5B-774F-4E17-9064-11B64443A4B2}" destId="{B8E27EE2-3F57-4053-9C7E-C862359B5E62}" srcOrd="1" destOrd="0" presId="urn:microsoft.com/office/officeart/2005/8/layout/hierarchy6"/>
    <dgm:cxn modelId="{56EBDEA2-7E2E-4730-A981-116BC9A3E704}" type="presParOf" srcId="{B8E27EE2-3F57-4053-9C7E-C862359B5E62}" destId="{9E0003AA-36A8-4BDA-A4D5-AE9FD5909BC7}" srcOrd="0" destOrd="0" presId="urn:microsoft.com/office/officeart/2005/8/layout/hierarchy6"/>
    <dgm:cxn modelId="{1CE21569-0674-4C28-A17A-488FB9D91220}" type="presParOf" srcId="{B8E27EE2-3F57-4053-9C7E-C862359B5E62}" destId="{EE3406C2-0F9C-4D1C-ACA4-2C3C20DB7B05}" srcOrd="1" destOrd="0" presId="urn:microsoft.com/office/officeart/2005/8/layout/hierarchy6"/>
    <dgm:cxn modelId="{211A7AE8-474C-4C55-9249-54564E16E930}" type="presParOf" srcId="{EE3406C2-0F9C-4D1C-ACA4-2C3C20DB7B05}" destId="{C7ECFBED-B4C0-49F9-8060-B5CF65818561}" srcOrd="0" destOrd="0" presId="urn:microsoft.com/office/officeart/2005/8/layout/hierarchy6"/>
    <dgm:cxn modelId="{CA8BB861-4C8F-4B44-A922-4F9FE754D680}" type="presParOf" srcId="{EE3406C2-0F9C-4D1C-ACA4-2C3C20DB7B05}" destId="{E084BBFE-2722-4C42-92DF-4A57675786AF}" srcOrd="1" destOrd="0" presId="urn:microsoft.com/office/officeart/2005/8/layout/hierarchy6"/>
    <dgm:cxn modelId="{6A406722-9D80-4EBC-AEA3-FDDDEC38DF85}" type="presParOf" srcId="{E084BBFE-2722-4C42-92DF-4A57675786AF}" destId="{88BF71CB-FA56-4717-8190-D58921A87BD4}" srcOrd="0" destOrd="0" presId="urn:microsoft.com/office/officeart/2005/8/layout/hierarchy6"/>
    <dgm:cxn modelId="{3A904474-1240-498A-8277-C6802F14C5BD}" type="presParOf" srcId="{E084BBFE-2722-4C42-92DF-4A57675786AF}" destId="{4FBD2F03-0729-4C7D-80BB-89C15520BE60}" srcOrd="1" destOrd="0" presId="urn:microsoft.com/office/officeart/2005/8/layout/hierarchy6"/>
    <dgm:cxn modelId="{E10B3098-C494-4CBD-A087-138D620EE0C6}" type="presParOf" srcId="{4FBD2F03-0729-4C7D-80BB-89C15520BE60}" destId="{508D3B25-CBDB-434C-AECC-728B5C07BAD5}" srcOrd="0" destOrd="0" presId="urn:microsoft.com/office/officeart/2005/8/layout/hierarchy6"/>
    <dgm:cxn modelId="{B1135CF4-DA52-43FC-B2D7-8FE340D1B398}" type="presParOf" srcId="{4FBD2F03-0729-4C7D-80BB-89C15520BE60}" destId="{3E540AA3-5704-4090-A67D-865DF8D30698}" srcOrd="1" destOrd="0" presId="urn:microsoft.com/office/officeart/2005/8/layout/hierarchy6"/>
    <dgm:cxn modelId="{224ABD48-3787-4CD3-B21B-81DC0E3388D1}" type="presParOf" srcId="{3E540AA3-5704-4090-A67D-865DF8D30698}" destId="{8F73F0A0-EB89-411D-B484-5DDA096E7375}" srcOrd="0" destOrd="0" presId="urn:microsoft.com/office/officeart/2005/8/layout/hierarchy6"/>
    <dgm:cxn modelId="{703988D2-D937-4EEE-BB46-AFD38A2B9B34}" type="presParOf" srcId="{3E540AA3-5704-4090-A67D-865DF8D30698}" destId="{B5A80A12-AD68-4B8E-AA02-DAB23B0EC808}" srcOrd="1" destOrd="0" presId="urn:microsoft.com/office/officeart/2005/8/layout/hierarchy6"/>
    <dgm:cxn modelId="{C2EF249A-8E0C-441A-9213-6E7A0DC58791}" type="presParOf" srcId="{1310C93A-257F-43F9-9C19-53032BA77C1A}" destId="{674FAE3C-400A-42DF-AF51-5FE9A33D05FF}" srcOrd="10" destOrd="0" presId="urn:microsoft.com/office/officeart/2005/8/layout/hierarchy6"/>
    <dgm:cxn modelId="{3A184E70-C165-4847-A977-611E854868F1}" type="presParOf" srcId="{1310C93A-257F-43F9-9C19-53032BA77C1A}" destId="{8470595E-4388-4A58-9637-586E180AD740}" srcOrd="11" destOrd="0" presId="urn:microsoft.com/office/officeart/2005/8/layout/hierarchy6"/>
    <dgm:cxn modelId="{207801FF-F7FD-487C-92B6-09FC57BEAC0E}" type="presParOf" srcId="{8470595E-4388-4A58-9637-586E180AD740}" destId="{06FE7757-0221-4CB4-905F-C6A4BCBA3C71}" srcOrd="0" destOrd="0" presId="urn:microsoft.com/office/officeart/2005/8/layout/hierarchy6"/>
    <dgm:cxn modelId="{232CE646-98AA-4759-96BC-EEE32EF03DD2}" type="presParOf" srcId="{8470595E-4388-4A58-9637-586E180AD740}" destId="{5BD4478D-B641-48B8-8A2A-420109793208}" srcOrd="1" destOrd="0" presId="urn:microsoft.com/office/officeart/2005/8/layout/hierarchy6"/>
    <dgm:cxn modelId="{A08547DA-853D-4983-888C-28CC69238792}" type="presParOf" srcId="{5BD4478D-B641-48B8-8A2A-420109793208}" destId="{9F6C2837-18E1-42E8-B36E-26D798F13CAA}" srcOrd="0" destOrd="0" presId="urn:microsoft.com/office/officeart/2005/8/layout/hierarchy6"/>
    <dgm:cxn modelId="{DCBB9900-71AB-4898-ABBA-FF6F4E7E1F67}" type="presParOf" srcId="{5BD4478D-B641-48B8-8A2A-420109793208}" destId="{4E141796-AC40-4B30-9C5B-C2F45C40886F}" srcOrd="1" destOrd="0" presId="urn:microsoft.com/office/officeart/2005/8/layout/hierarchy6"/>
    <dgm:cxn modelId="{C9BD5F2E-D05E-4A68-B79F-8829F9938913}" type="presParOf" srcId="{4E141796-AC40-4B30-9C5B-C2F45C40886F}" destId="{7A395ACB-AFE5-47F8-A645-E93A88EBEA6B}" srcOrd="0" destOrd="0" presId="urn:microsoft.com/office/officeart/2005/8/layout/hierarchy6"/>
    <dgm:cxn modelId="{B2C92969-EC18-470E-B609-17787123E10C}" type="presParOf" srcId="{4E141796-AC40-4B30-9C5B-C2F45C40886F}" destId="{8F51FB6D-419B-4757-8A2B-6084DECD1589}" srcOrd="1" destOrd="0" presId="urn:microsoft.com/office/officeart/2005/8/layout/hierarchy6"/>
    <dgm:cxn modelId="{BF0C3BD5-A2AB-4650-AE7D-5B2E96ABC36F}" type="presParOf" srcId="{8F51FB6D-419B-4757-8A2B-6084DECD1589}" destId="{2BA6003D-FD41-41E9-BCA1-01EBE4EE20D3}" srcOrd="0" destOrd="0" presId="urn:microsoft.com/office/officeart/2005/8/layout/hierarchy6"/>
    <dgm:cxn modelId="{80E53C49-0958-42E7-9777-8CB8A200D6D4}" type="presParOf" srcId="{8F51FB6D-419B-4757-8A2B-6084DECD1589}" destId="{4985FEBC-40F4-4116-8833-83E61FD2B786}" srcOrd="1" destOrd="0" presId="urn:microsoft.com/office/officeart/2005/8/layout/hierarchy6"/>
    <dgm:cxn modelId="{7F569548-A306-44FA-BF0C-50EB23315DB5}" type="presParOf" srcId="{4985FEBC-40F4-4116-8833-83E61FD2B786}" destId="{7AC4104E-E4B8-401B-8EEB-D04E808E6EE5}" srcOrd="0" destOrd="0" presId="urn:microsoft.com/office/officeart/2005/8/layout/hierarchy6"/>
    <dgm:cxn modelId="{6A705080-7C15-4E40-AF53-1C5D18C1BA97}" type="presParOf" srcId="{4985FEBC-40F4-4116-8833-83E61FD2B786}" destId="{E2C8F209-971D-404B-9F44-DC7BD439D3B3}" srcOrd="1" destOrd="0" presId="urn:microsoft.com/office/officeart/2005/8/layout/hierarchy6"/>
    <dgm:cxn modelId="{66135ACE-AFD5-4188-8623-5FEA1ECD0534}" type="presParOf" srcId="{327FBF58-624F-4F1F-9921-6E06642364B9}" destId="{9E32E7D7-3694-4D3D-93A8-B6E3BCA66E7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4BBA1-AEFC-405E-88F0-054659A90B63}">
      <dsp:nvSpPr>
        <dsp:cNvPr id="0" name=""/>
        <dsp:cNvSpPr/>
      </dsp:nvSpPr>
      <dsp:spPr>
        <a:xfrm>
          <a:off x="4954034" y="2070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6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Proyecto </a:t>
          </a:r>
          <a:r>
            <a:rPr lang="es-ES_tradnl" sz="1000" kern="1200" dirty="0" err="1"/>
            <a:t>MeCuidas</a:t>
          </a:r>
          <a:endParaRPr lang="es-ES" sz="1000" kern="1200" dirty="0"/>
        </a:p>
      </dsp:txBody>
      <dsp:txXfrm>
        <a:off x="4974048" y="22084"/>
        <a:ext cx="984944" cy="643287"/>
      </dsp:txXfrm>
    </dsp:sp>
    <dsp:sp modelId="{ECE94489-582E-4D24-A60B-70DA935857A8}">
      <dsp:nvSpPr>
        <dsp:cNvPr id="0" name=""/>
        <dsp:cNvSpPr/>
      </dsp:nvSpPr>
      <dsp:spPr>
        <a:xfrm>
          <a:off x="2135359" y="685386"/>
          <a:ext cx="3331161" cy="273326"/>
        </a:xfrm>
        <a:custGeom>
          <a:avLst/>
          <a:gdLst/>
          <a:ahLst/>
          <a:cxnLst/>
          <a:rect l="0" t="0" r="0" b="0"/>
          <a:pathLst>
            <a:path>
              <a:moveTo>
                <a:pt x="3331161" y="0"/>
              </a:moveTo>
              <a:lnTo>
                <a:pt x="3331161" y="136663"/>
              </a:lnTo>
              <a:lnTo>
                <a:pt x="0" y="136663"/>
              </a:lnTo>
              <a:lnTo>
                <a:pt x="0" y="27332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589975-B071-491E-8570-70970CA1F480}">
      <dsp:nvSpPr>
        <dsp:cNvPr id="0" name=""/>
        <dsp:cNvSpPr/>
      </dsp:nvSpPr>
      <dsp:spPr>
        <a:xfrm>
          <a:off x="1622873" y="958712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Análisis</a:t>
          </a:r>
          <a:endParaRPr lang="es-ES" sz="1000" kern="1200" dirty="0"/>
        </a:p>
      </dsp:txBody>
      <dsp:txXfrm>
        <a:off x="1642887" y="978726"/>
        <a:ext cx="984944" cy="643287"/>
      </dsp:txXfrm>
    </dsp:sp>
    <dsp:sp modelId="{CD65A56E-BEB9-4A66-90D9-A9B1CD0B97DF}">
      <dsp:nvSpPr>
        <dsp:cNvPr id="0" name=""/>
        <dsp:cNvSpPr/>
      </dsp:nvSpPr>
      <dsp:spPr>
        <a:xfrm>
          <a:off x="2089639" y="1642027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E69E19-3950-4634-98DB-22EACA842756}">
      <dsp:nvSpPr>
        <dsp:cNvPr id="0" name=""/>
        <dsp:cNvSpPr/>
      </dsp:nvSpPr>
      <dsp:spPr>
        <a:xfrm>
          <a:off x="1622873" y="1915353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Requerimientos</a:t>
          </a:r>
          <a:endParaRPr lang="es-ES" sz="1000" kern="1200" dirty="0"/>
        </a:p>
      </dsp:txBody>
      <dsp:txXfrm>
        <a:off x="1642887" y="1935367"/>
        <a:ext cx="984944" cy="643287"/>
      </dsp:txXfrm>
    </dsp:sp>
    <dsp:sp modelId="{A181B12C-7C20-4BE9-8886-24DDE0080781}">
      <dsp:nvSpPr>
        <dsp:cNvPr id="0" name=""/>
        <dsp:cNvSpPr/>
      </dsp:nvSpPr>
      <dsp:spPr>
        <a:xfrm>
          <a:off x="2089639" y="2598668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78302F-C42E-4BD7-B84C-CB25A3C0F412}">
      <dsp:nvSpPr>
        <dsp:cNvPr id="0" name=""/>
        <dsp:cNvSpPr/>
      </dsp:nvSpPr>
      <dsp:spPr>
        <a:xfrm>
          <a:off x="1622873" y="2871994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Riesgos</a:t>
          </a:r>
          <a:endParaRPr lang="es-ES" sz="1000" kern="1200" dirty="0"/>
        </a:p>
      </dsp:txBody>
      <dsp:txXfrm>
        <a:off x="1642887" y="2892008"/>
        <a:ext cx="984944" cy="643287"/>
      </dsp:txXfrm>
    </dsp:sp>
    <dsp:sp modelId="{9B8E5F4D-3D7A-47D4-BEB1-7A4D761EC373}">
      <dsp:nvSpPr>
        <dsp:cNvPr id="0" name=""/>
        <dsp:cNvSpPr/>
      </dsp:nvSpPr>
      <dsp:spPr>
        <a:xfrm>
          <a:off x="2089639" y="3555309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693939-0FD8-4332-A064-9C5C4989F6C3}">
      <dsp:nvSpPr>
        <dsp:cNvPr id="0" name=""/>
        <dsp:cNvSpPr/>
      </dsp:nvSpPr>
      <dsp:spPr>
        <a:xfrm>
          <a:off x="1622873" y="3828635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Contexto</a:t>
          </a:r>
          <a:endParaRPr lang="es-ES" sz="1000" kern="1200" dirty="0"/>
        </a:p>
      </dsp:txBody>
      <dsp:txXfrm>
        <a:off x="1642887" y="3848649"/>
        <a:ext cx="984944" cy="643287"/>
      </dsp:txXfrm>
    </dsp:sp>
    <dsp:sp modelId="{439A7915-4019-4A23-8AAB-5EA84524E00E}">
      <dsp:nvSpPr>
        <dsp:cNvPr id="0" name=""/>
        <dsp:cNvSpPr/>
      </dsp:nvSpPr>
      <dsp:spPr>
        <a:xfrm>
          <a:off x="2089639" y="4511950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6C4C6A-CE06-40A6-A211-64F15A14B0FC}">
      <dsp:nvSpPr>
        <dsp:cNvPr id="0" name=""/>
        <dsp:cNvSpPr/>
      </dsp:nvSpPr>
      <dsp:spPr>
        <a:xfrm>
          <a:off x="1622873" y="4785276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Documentación Inicial</a:t>
          </a:r>
          <a:endParaRPr lang="es-ES" sz="1000" kern="1200" dirty="0"/>
        </a:p>
      </dsp:txBody>
      <dsp:txXfrm>
        <a:off x="1642887" y="4805290"/>
        <a:ext cx="984944" cy="643287"/>
      </dsp:txXfrm>
    </dsp:sp>
    <dsp:sp modelId="{CF7FDC77-853E-4DFC-9828-0DC60053379E}">
      <dsp:nvSpPr>
        <dsp:cNvPr id="0" name=""/>
        <dsp:cNvSpPr/>
      </dsp:nvSpPr>
      <dsp:spPr>
        <a:xfrm>
          <a:off x="2089639" y="5468591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7D095-05F0-4567-ACF5-DAE1C7F71050}">
      <dsp:nvSpPr>
        <dsp:cNvPr id="0" name=""/>
        <dsp:cNvSpPr/>
      </dsp:nvSpPr>
      <dsp:spPr>
        <a:xfrm>
          <a:off x="1622873" y="5741917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Identificación de interesados</a:t>
          </a:r>
          <a:endParaRPr lang="es-ES" sz="1000" kern="1200" dirty="0"/>
        </a:p>
      </dsp:txBody>
      <dsp:txXfrm>
        <a:off x="1642887" y="5761931"/>
        <a:ext cx="984944" cy="643287"/>
      </dsp:txXfrm>
    </dsp:sp>
    <dsp:sp modelId="{61106BEE-8394-41F9-A438-4FF037DCC549}">
      <dsp:nvSpPr>
        <dsp:cNvPr id="0" name=""/>
        <dsp:cNvSpPr/>
      </dsp:nvSpPr>
      <dsp:spPr>
        <a:xfrm>
          <a:off x="3467824" y="685386"/>
          <a:ext cx="1998696" cy="273326"/>
        </a:xfrm>
        <a:custGeom>
          <a:avLst/>
          <a:gdLst/>
          <a:ahLst/>
          <a:cxnLst/>
          <a:rect l="0" t="0" r="0" b="0"/>
          <a:pathLst>
            <a:path>
              <a:moveTo>
                <a:pt x="1998696" y="0"/>
              </a:moveTo>
              <a:lnTo>
                <a:pt x="1998696" y="136663"/>
              </a:lnTo>
              <a:lnTo>
                <a:pt x="0" y="136663"/>
              </a:lnTo>
              <a:lnTo>
                <a:pt x="0" y="27332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829285-C359-4558-A8AB-ED49C5195838}">
      <dsp:nvSpPr>
        <dsp:cNvPr id="0" name=""/>
        <dsp:cNvSpPr/>
      </dsp:nvSpPr>
      <dsp:spPr>
        <a:xfrm>
          <a:off x="2955337" y="958712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Planificación</a:t>
          </a:r>
          <a:endParaRPr lang="es-ES" sz="1000" kern="1200" dirty="0"/>
        </a:p>
      </dsp:txBody>
      <dsp:txXfrm>
        <a:off x="2975351" y="978726"/>
        <a:ext cx="984944" cy="643287"/>
      </dsp:txXfrm>
    </dsp:sp>
    <dsp:sp modelId="{9B20D733-63A4-4B62-A174-9E852702C56C}">
      <dsp:nvSpPr>
        <dsp:cNvPr id="0" name=""/>
        <dsp:cNvSpPr/>
      </dsp:nvSpPr>
      <dsp:spPr>
        <a:xfrm>
          <a:off x="3422104" y="1642027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11AFB-4282-4BD5-A024-70EEE22E8ED8}">
      <dsp:nvSpPr>
        <dsp:cNvPr id="0" name=""/>
        <dsp:cNvSpPr/>
      </dsp:nvSpPr>
      <dsp:spPr>
        <a:xfrm>
          <a:off x="2955337" y="1915353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Acuerdos</a:t>
          </a:r>
          <a:endParaRPr lang="es-ES" sz="1000" kern="1200" dirty="0"/>
        </a:p>
      </dsp:txBody>
      <dsp:txXfrm>
        <a:off x="2975351" y="1935367"/>
        <a:ext cx="984944" cy="643287"/>
      </dsp:txXfrm>
    </dsp:sp>
    <dsp:sp modelId="{FBEC95B0-C69A-4159-A230-69B97543DC08}">
      <dsp:nvSpPr>
        <dsp:cNvPr id="0" name=""/>
        <dsp:cNvSpPr/>
      </dsp:nvSpPr>
      <dsp:spPr>
        <a:xfrm>
          <a:off x="3422104" y="2598668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CD7CC0-9E0D-4303-82AE-D7A2B5AF17DB}">
      <dsp:nvSpPr>
        <dsp:cNvPr id="0" name=""/>
        <dsp:cNvSpPr/>
      </dsp:nvSpPr>
      <dsp:spPr>
        <a:xfrm>
          <a:off x="2955337" y="2871994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Reuniones</a:t>
          </a:r>
          <a:endParaRPr lang="es-ES" sz="1000" kern="1200" dirty="0"/>
        </a:p>
      </dsp:txBody>
      <dsp:txXfrm>
        <a:off x="2975351" y="2892008"/>
        <a:ext cx="984944" cy="643287"/>
      </dsp:txXfrm>
    </dsp:sp>
    <dsp:sp modelId="{E16ADE93-99AF-45AE-A7EE-51F95CB0B46A}">
      <dsp:nvSpPr>
        <dsp:cNvPr id="0" name=""/>
        <dsp:cNvSpPr/>
      </dsp:nvSpPr>
      <dsp:spPr>
        <a:xfrm>
          <a:off x="3422104" y="3555309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C340A0-3818-4944-BAC4-6FC41200E407}">
      <dsp:nvSpPr>
        <dsp:cNvPr id="0" name=""/>
        <dsp:cNvSpPr/>
      </dsp:nvSpPr>
      <dsp:spPr>
        <a:xfrm>
          <a:off x="2955337" y="3828635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Calidad y Validación</a:t>
          </a:r>
          <a:endParaRPr lang="es-ES" sz="1000" kern="1200" dirty="0"/>
        </a:p>
      </dsp:txBody>
      <dsp:txXfrm>
        <a:off x="2975351" y="3848649"/>
        <a:ext cx="984944" cy="643287"/>
      </dsp:txXfrm>
    </dsp:sp>
    <dsp:sp modelId="{3E27615C-4EFE-4C20-92E5-F66765CC04DB}">
      <dsp:nvSpPr>
        <dsp:cNvPr id="0" name=""/>
        <dsp:cNvSpPr/>
      </dsp:nvSpPr>
      <dsp:spPr>
        <a:xfrm>
          <a:off x="3422104" y="4511950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35AD2-0735-436F-A82F-19F611F0258D}">
      <dsp:nvSpPr>
        <dsp:cNvPr id="0" name=""/>
        <dsp:cNvSpPr/>
      </dsp:nvSpPr>
      <dsp:spPr>
        <a:xfrm>
          <a:off x="2955337" y="4785276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Cronograma</a:t>
          </a:r>
          <a:endParaRPr lang="es-ES" sz="1000" kern="1200" dirty="0"/>
        </a:p>
      </dsp:txBody>
      <dsp:txXfrm>
        <a:off x="2975351" y="4805290"/>
        <a:ext cx="984944" cy="643287"/>
      </dsp:txXfrm>
    </dsp:sp>
    <dsp:sp modelId="{02AF57A5-5631-4829-8B1F-9F87C7E5BF9A}">
      <dsp:nvSpPr>
        <dsp:cNvPr id="0" name=""/>
        <dsp:cNvSpPr/>
      </dsp:nvSpPr>
      <dsp:spPr>
        <a:xfrm>
          <a:off x="4800288" y="685386"/>
          <a:ext cx="666232" cy="273326"/>
        </a:xfrm>
        <a:custGeom>
          <a:avLst/>
          <a:gdLst/>
          <a:ahLst/>
          <a:cxnLst/>
          <a:rect l="0" t="0" r="0" b="0"/>
          <a:pathLst>
            <a:path>
              <a:moveTo>
                <a:pt x="666232" y="0"/>
              </a:moveTo>
              <a:lnTo>
                <a:pt x="666232" y="136663"/>
              </a:lnTo>
              <a:lnTo>
                <a:pt x="0" y="136663"/>
              </a:lnTo>
              <a:lnTo>
                <a:pt x="0" y="27332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4C9849-DEB8-40B2-959E-E2FFC9C320FA}">
      <dsp:nvSpPr>
        <dsp:cNvPr id="0" name=""/>
        <dsp:cNvSpPr/>
      </dsp:nvSpPr>
      <dsp:spPr>
        <a:xfrm>
          <a:off x="4287802" y="958712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Desarrollo</a:t>
          </a:r>
          <a:endParaRPr lang="es-ES" sz="1000" kern="1200" dirty="0"/>
        </a:p>
      </dsp:txBody>
      <dsp:txXfrm>
        <a:off x="4307816" y="978726"/>
        <a:ext cx="984944" cy="643287"/>
      </dsp:txXfrm>
    </dsp:sp>
    <dsp:sp modelId="{F75CBFB9-BF0A-44D1-A33C-B79AA986F053}">
      <dsp:nvSpPr>
        <dsp:cNvPr id="0" name=""/>
        <dsp:cNvSpPr/>
      </dsp:nvSpPr>
      <dsp:spPr>
        <a:xfrm>
          <a:off x="4754568" y="1642027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3AEAF4-DE63-41BC-865B-CDA9095339F1}">
      <dsp:nvSpPr>
        <dsp:cNvPr id="0" name=""/>
        <dsp:cNvSpPr/>
      </dsp:nvSpPr>
      <dsp:spPr>
        <a:xfrm>
          <a:off x="4287802" y="1915353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Control de procesos</a:t>
          </a:r>
          <a:endParaRPr lang="es-ES" sz="1000" kern="1200" dirty="0"/>
        </a:p>
      </dsp:txBody>
      <dsp:txXfrm>
        <a:off x="4307816" y="1935367"/>
        <a:ext cx="984944" cy="643287"/>
      </dsp:txXfrm>
    </dsp:sp>
    <dsp:sp modelId="{CA90F6F9-60A6-482D-9CEF-AA80F0D193AE}">
      <dsp:nvSpPr>
        <dsp:cNvPr id="0" name=""/>
        <dsp:cNvSpPr/>
      </dsp:nvSpPr>
      <dsp:spPr>
        <a:xfrm>
          <a:off x="4754568" y="2598668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55E79-8B96-4C0A-BE86-86E1DECB95C8}">
      <dsp:nvSpPr>
        <dsp:cNvPr id="0" name=""/>
        <dsp:cNvSpPr/>
      </dsp:nvSpPr>
      <dsp:spPr>
        <a:xfrm>
          <a:off x="4287802" y="2871994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Gestión de compras</a:t>
          </a:r>
          <a:endParaRPr lang="es-ES" sz="1000" kern="1200" dirty="0"/>
        </a:p>
      </dsp:txBody>
      <dsp:txXfrm>
        <a:off x="4307816" y="2892008"/>
        <a:ext cx="984944" cy="643287"/>
      </dsp:txXfrm>
    </dsp:sp>
    <dsp:sp modelId="{2DFB326B-B609-43F8-A763-08BEA677E07F}">
      <dsp:nvSpPr>
        <dsp:cNvPr id="0" name=""/>
        <dsp:cNvSpPr/>
      </dsp:nvSpPr>
      <dsp:spPr>
        <a:xfrm>
          <a:off x="5466521" y="685386"/>
          <a:ext cx="666232" cy="273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663"/>
              </a:lnTo>
              <a:lnTo>
                <a:pt x="666232" y="136663"/>
              </a:lnTo>
              <a:lnTo>
                <a:pt x="666232" y="27332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51B719-283F-4EED-B2CC-182439F80BA8}">
      <dsp:nvSpPr>
        <dsp:cNvPr id="0" name=""/>
        <dsp:cNvSpPr/>
      </dsp:nvSpPr>
      <dsp:spPr>
        <a:xfrm>
          <a:off x="5620266" y="958712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Formación</a:t>
          </a:r>
          <a:endParaRPr lang="es-ES" sz="1000" kern="1200" dirty="0"/>
        </a:p>
      </dsp:txBody>
      <dsp:txXfrm>
        <a:off x="5640280" y="978726"/>
        <a:ext cx="984944" cy="643287"/>
      </dsp:txXfrm>
    </dsp:sp>
    <dsp:sp modelId="{291C996E-0EB8-4C7C-A09D-BCD184B0D448}">
      <dsp:nvSpPr>
        <dsp:cNvPr id="0" name=""/>
        <dsp:cNvSpPr/>
      </dsp:nvSpPr>
      <dsp:spPr>
        <a:xfrm>
          <a:off x="6087033" y="1642027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2F369-519B-4055-B6C8-695637AC848E}">
      <dsp:nvSpPr>
        <dsp:cNvPr id="0" name=""/>
        <dsp:cNvSpPr/>
      </dsp:nvSpPr>
      <dsp:spPr>
        <a:xfrm>
          <a:off x="5620266" y="1915353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Cursos</a:t>
          </a:r>
          <a:endParaRPr lang="es-ES" sz="1000" kern="1200" dirty="0"/>
        </a:p>
      </dsp:txBody>
      <dsp:txXfrm>
        <a:off x="5640280" y="1935367"/>
        <a:ext cx="984944" cy="643287"/>
      </dsp:txXfrm>
    </dsp:sp>
    <dsp:sp modelId="{D7F2430B-BCB5-408D-B434-E52E0A1944C0}">
      <dsp:nvSpPr>
        <dsp:cNvPr id="0" name=""/>
        <dsp:cNvSpPr/>
      </dsp:nvSpPr>
      <dsp:spPr>
        <a:xfrm>
          <a:off x="6087033" y="2598668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C57D1B-15F4-4DDD-96A4-BFBFEA71B3BB}">
      <dsp:nvSpPr>
        <dsp:cNvPr id="0" name=""/>
        <dsp:cNvSpPr/>
      </dsp:nvSpPr>
      <dsp:spPr>
        <a:xfrm>
          <a:off x="5620266" y="2871994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Personal</a:t>
          </a:r>
          <a:endParaRPr lang="es-ES" sz="1000" kern="1200" dirty="0"/>
        </a:p>
      </dsp:txBody>
      <dsp:txXfrm>
        <a:off x="5640280" y="2892008"/>
        <a:ext cx="984944" cy="643287"/>
      </dsp:txXfrm>
    </dsp:sp>
    <dsp:sp modelId="{F3B7109E-FC5E-4032-9E48-7AE989930E7F}">
      <dsp:nvSpPr>
        <dsp:cNvPr id="0" name=""/>
        <dsp:cNvSpPr/>
      </dsp:nvSpPr>
      <dsp:spPr>
        <a:xfrm>
          <a:off x="6087033" y="3555309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4AA40-32E7-44EE-B69D-486DD25DA9EB}">
      <dsp:nvSpPr>
        <dsp:cNvPr id="0" name=""/>
        <dsp:cNvSpPr/>
      </dsp:nvSpPr>
      <dsp:spPr>
        <a:xfrm>
          <a:off x="5620266" y="3828635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Certificación</a:t>
          </a:r>
          <a:endParaRPr lang="es-ES" sz="1000" kern="1200" dirty="0"/>
        </a:p>
      </dsp:txBody>
      <dsp:txXfrm>
        <a:off x="5640280" y="3848649"/>
        <a:ext cx="984944" cy="643287"/>
      </dsp:txXfrm>
    </dsp:sp>
    <dsp:sp modelId="{1B1B1F7A-7EF2-4ACB-B5C6-900D03138544}">
      <dsp:nvSpPr>
        <dsp:cNvPr id="0" name=""/>
        <dsp:cNvSpPr/>
      </dsp:nvSpPr>
      <dsp:spPr>
        <a:xfrm>
          <a:off x="6087033" y="4511950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C27F6-8F1F-4C78-BC8B-2BA73823F3B2}">
      <dsp:nvSpPr>
        <dsp:cNvPr id="0" name=""/>
        <dsp:cNvSpPr/>
      </dsp:nvSpPr>
      <dsp:spPr>
        <a:xfrm>
          <a:off x="5620266" y="4785276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Documentación de formación</a:t>
          </a:r>
          <a:endParaRPr lang="es-ES" sz="1000" kern="1200" dirty="0"/>
        </a:p>
      </dsp:txBody>
      <dsp:txXfrm>
        <a:off x="5640280" y="4805290"/>
        <a:ext cx="984944" cy="643287"/>
      </dsp:txXfrm>
    </dsp:sp>
    <dsp:sp modelId="{F466743B-97CF-4FAA-9E07-3737C57455A5}">
      <dsp:nvSpPr>
        <dsp:cNvPr id="0" name=""/>
        <dsp:cNvSpPr/>
      </dsp:nvSpPr>
      <dsp:spPr>
        <a:xfrm>
          <a:off x="5466521" y="685386"/>
          <a:ext cx="1998696" cy="273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663"/>
              </a:lnTo>
              <a:lnTo>
                <a:pt x="1998696" y="136663"/>
              </a:lnTo>
              <a:lnTo>
                <a:pt x="1998696" y="27332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1A0699-52FD-4C1F-BA71-1940B09DFCB3}">
      <dsp:nvSpPr>
        <dsp:cNvPr id="0" name=""/>
        <dsp:cNvSpPr/>
      </dsp:nvSpPr>
      <dsp:spPr>
        <a:xfrm>
          <a:off x="6952731" y="958712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Integración y pruebas</a:t>
          </a:r>
          <a:endParaRPr lang="es-ES" sz="1000" kern="1200" dirty="0"/>
        </a:p>
      </dsp:txBody>
      <dsp:txXfrm>
        <a:off x="6972745" y="978726"/>
        <a:ext cx="984944" cy="643287"/>
      </dsp:txXfrm>
    </dsp:sp>
    <dsp:sp modelId="{7F4F1B5F-FC30-4418-B6B9-340A889AAB9A}">
      <dsp:nvSpPr>
        <dsp:cNvPr id="0" name=""/>
        <dsp:cNvSpPr/>
      </dsp:nvSpPr>
      <dsp:spPr>
        <a:xfrm>
          <a:off x="7419497" y="1642027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0003AA-36A8-4BDA-A4D5-AE9FD5909BC7}">
      <dsp:nvSpPr>
        <dsp:cNvPr id="0" name=""/>
        <dsp:cNvSpPr/>
      </dsp:nvSpPr>
      <dsp:spPr>
        <a:xfrm>
          <a:off x="6952731" y="1915353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Integración en muestra</a:t>
          </a:r>
          <a:endParaRPr lang="es-ES" sz="1000" kern="1200" dirty="0"/>
        </a:p>
      </dsp:txBody>
      <dsp:txXfrm>
        <a:off x="6972745" y="1935367"/>
        <a:ext cx="984944" cy="643287"/>
      </dsp:txXfrm>
    </dsp:sp>
    <dsp:sp modelId="{C7ECFBED-B4C0-49F9-8060-B5CF65818561}">
      <dsp:nvSpPr>
        <dsp:cNvPr id="0" name=""/>
        <dsp:cNvSpPr/>
      </dsp:nvSpPr>
      <dsp:spPr>
        <a:xfrm>
          <a:off x="7419497" y="2598668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BF71CB-FA56-4717-8190-D58921A87BD4}">
      <dsp:nvSpPr>
        <dsp:cNvPr id="0" name=""/>
        <dsp:cNvSpPr/>
      </dsp:nvSpPr>
      <dsp:spPr>
        <a:xfrm>
          <a:off x="6952731" y="2871994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Obtención de resultados</a:t>
          </a:r>
          <a:endParaRPr lang="es-ES" sz="1000" kern="1200" dirty="0"/>
        </a:p>
      </dsp:txBody>
      <dsp:txXfrm>
        <a:off x="6972745" y="2892008"/>
        <a:ext cx="984944" cy="643287"/>
      </dsp:txXfrm>
    </dsp:sp>
    <dsp:sp modelId="{508D3B25-CBDB-434C-AECC-728B5C07BAD5}">
      <dsp:nvSpPr>
        <dsp:cNvPr id="0" name=""/>
        <dsp:cNvSpPr/>
      </dsp:nvSpPr>
      <dsp:spPr>
        <a:xfrm>
          <a:off x="7419497" y="3555309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3F0A0-EB89-411D-B484-5DDA096E7375}">
      <dsp:nvSpPr>
        <dsp:cNvPr id="0" name=""/>
        <dsp:cNvSpPr/>
      </dsp:nvSpPr>
      <dsp:spPr>
        <a:xfrm>
          <a:off x="6952731" y="3828635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Validación de resultados</a:t>
          </a:r>
          <a:endParaRPr lang="es-ES" sz="1000" kern="1200" dirty="0"/>
        </a:p>
      </dsp:txBody>
      <dsp:txXfrm>
        <a:off x="6972745" y="3848649"/>
        <a:ext cx="984944" cy="643287"/>
      </dsp:txXfrm>
    </dsp:sp>
    <dsp:sp modelId="{674FAE3C-400A-42DF-AF51-5FE9A33D05FF}">
      <dsp:nvSpPr>
        <dsp:cNvPr id="0" name=""/>
        <dsp:cNvSpPr/>
      </dsp:nvSpPr>
      <dsp:spPr>
        <a:xfrm>
          <a:off x="5466521" y="685386"/>
          <a:ext cx="3331161" cy="273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663"/>
              </a:lnTo>
              <a:lnTo>
                <a:pt x="3331161" y="136663"/>
              </a:lnTo>
              <a:lnTo>
                <a:pt x="3331161" y="27332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FE7757-0221-4CB4-905F-C6A4BCBA3C71}">
      <dsp:nvSpPr>
        <dsp:cNvPr id="0" name=""/>
        <dsp:cNvSpPr/>
      </dsp:nvSpPr>
      <dsp:spPr>
        <a:xfrm>
          <a:off x="8285195" y="958712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Cierre</a:t>
          </a:r>
          <a:endParaRPr lang="es-ES" sz="1000" kern="1200" dirty="0"/>
        </a:p>
      </dsp:txBody>
      <dsp:txXfrm>
        <a:off x="8305209" y="978726"/>
        <a:ext cx="984944" cy="643287"/>
      </dsp:txXfrm>
    </dsp:sp>
    <dsp:sp modelId="{9F6C2837-18E1-42E8-B36E-26D798F13CAA}">
      <dsp:nvSpPr>
        <dsp:cNvPr id="0" name=""/>
        <dsp:cNvSpPr/>
      </dsp:nvSpPr>
      <dsp:spPr>
        <a:xfrm>
          <a:off x="8751962" y="1642027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95ACB-AFE5-47F8-A645-E93A88EBEA6B}">
      <dsp:nvSpPr>
        <dsp:cNvPr id="0" name=""/>
        <dsp:cNvSpPr/>
      </dsp:nvSpPr>
      <dsp:spPr>
        <a:xfrm>
          <a:off x="8285195" y="1915353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Implementación final</a:t>
          </a:r>
          <a:endParaRPr lang="es-ES" sz="1000" kern="1200" dirty="0"/>
        </a:p>
      </dsp:txBody>
      <dsp:txXfrm>
        <a:off x="8305209" y="1935367"/>
        <a:ext cx="984944" cy="643287"/>
      </dsp:txXfrm>
    </dsp:sp>
    <dsp:sp modelId="{2BA6003D-FD41-41E9-BCA1-01EBE4EE20D3}">
      <dsp:nvSpPr>
        <dsp:cNvPr id="0" name=""/>
        <dsp:cNvSpPr/>
      </dsp:nvSpPr>
      <dsp:spPr>
        <a:xfrm>
          <a:off x="8751962" y="2598668"/>
          <a:ext cx="91440" cy="2733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3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4104E-E4B8-401B-8EEB-D04E808E6EE5}">
      <dsp:nvSpPr>
        <dsp:cNvPr id="0" name=""/>
        <dsp:cNvSpPr/>
      </dsp:nvSpPr>
      <dsp:spPr>
        <a:xfrm>
          <a:off x="8285195" y="2871994"/>
          <a:ext cx="1024972" cy="683315"/>
        </a:xfrm>
        <a:prstGeom prst="roundRect">
          <a:avLst>
            <a:gd name="adj" fmla="val 10000"/>
          </a:avLst>
        </a:prstGeom>
        <a:solidFill>
          <a:schemeClr val="accent1">
            <a:tint val="7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000" kern="1200" dirty="0"/>
            <a:t>Documentación</a:t>
          </a:r>
          <a:endParaRPr lang="es-ES" sz="1000" kern="1200" dirty="0"/>
        </a:p>
      </dsp:txBody>
      <dsp:txXfrm>
        <a:off x="8305209" y="2892008"/>
        <a:ext cx="984944" cy="643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03C0D-C389-4CAF-8D6C-740B4B690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6867FC-1C2E-4B2F-81AC-FB481A526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977B47-0DAF-43C4-9D11-5FF99BB5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220040-DBB0-4C2C-8C14-F9BA45D6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514D59-71F6-4875-A32F-67C3B08C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12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F8F0B-17A3-436F-A3DD-B6945F8F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A0BB83-3A1C-4D4D-9009-3860620D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256EA-479A-45E6-A89A-5FC7A53B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ABC90E-5774-4D1F-93BD-4B6D5363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BC6D73-E390-4BDD-9C3F-4930E2E6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28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4AE3D-0606-4D5D-B820-8BCC2A0E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9538C8-7634-4B88-AA87-3D1EDDCC5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E1EA7-3513-4776-9CB7-B7560A25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8C7D0-4FBC-4EB4-A61D-695A230E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B65F46-BE78-488D-8DBE-6138DD92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160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26921-87AE-4456-936D-C6FF4E3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DC5C4F-E599-4B53-91E6-D4ABDB60B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29836B-2455-4F77-B8FC-D19E17885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92F784-D080-47C7-A721-9C080B1B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A0360C-FABB-4C35-98EC-4456F267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69A50B-7D3C-488B-B3C1-EC3CA604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557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A082A-75B0-4D49-946E-03995A6F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50FEC8-E4B1-46CF-AF4F-7EB47747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6FD734-BCB5-4962-8329-FE935471B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520570-8F88-4256-9ECE-89ED8A4EB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82C2F7-68FB-4152-9A83-B51AC6B87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19EA14-2CEA-40AA-BB48-08A7C699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DB421-F4FC-465B-AB5C-AF9C6EFC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6C2C0E-75E0-42CD-B825-62128162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03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CE5C4-8B84-4BC9-A047-A2A20FD5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47C7FB-5D06-49FC-B7EC-98F2EC9F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C766A9-2F1E-42ED-BA9C-49A9F34B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0D952D-424A-490C-A10D-2D34A58F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11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DA2A59-670B-40C2-86F8-8CB1F309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109880-1334-4488-AF7F-5687C6F7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7DBF9F-77AA-4FF4-8177-8A6E61BA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7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B04E0-E288-43DE-A477-FF0A9A30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9C1D2C-50AC-45AC-B443-32220859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D43D6D-4826-4ADA-88E6-E8D93633C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6B1363-0C42-4B9F-B7BF-4365E807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A69DE5-DCB0-4267-80FF-397699E0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6C19D6-E6B5-435B-A0B1-EAFDCD39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97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08F4A-DA9B-4ECB-98AF-0EB10C58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708122-9D59-48B0-B7CD-59C96F9CC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F8C755-C6F1-44F4-AE84-EDE378786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218895-6A62-47B7-BD6E-51327CBE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06B334-6C9C-4565-9479-03CF947F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52EED0-9C4A-4067-92DF-25FD8E1B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35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90FDC-A903-4FE4-8815-A92CAC4F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2BDA30-090B-49B8-AFB1-8728F7A71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215F3-26DE-4583-9AE8-7914222C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94EA0F-E1ED-4BEF-8094-1DB1B705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9AA95-17BB-4206-AEEA-4462DF56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394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F0D357-4686-437C-A151-EFB9FCEAC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4456FB-D69B-4B03-806D-5920D225E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D53F48-255D-4D56-A07D-F2AE5EE7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5EFB3-BC81-4081-BEDA-35A6C289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B8C533-FD4A-4DF1-8647-4678AE0B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489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64F778-1D01-4D22-B70B-EA87685E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4EE774-0F39-4217-B76F-980963964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7D36A4-849A-4159-8549-A0A956F5D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84D29-9179-45AE-BA9A-C08EE7A5CD94}" type="datetimeFigureOut">
              <a:rPr lang="es-ES" smtClean="0"/>
              <a:t>30/10/2018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238FCD-B9DC-4E4D-9592-DA9301847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72F16E-B103-44C9-B1D9-EA355AE61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DEAC8-0F5D-4654-993D-4CF0837E151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65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046D823-26ED-4890-B680-726CEC7D2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356982"/>
              </p:ext>
            </p:extLst>
          </p:nvPr>
        </p:nvGraphicFramePr>
        <p:xfrm>
          <a:off x="437323" y="145774"/>
          <a:ext cx="10933042" cy="6427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36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48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Benito Ortiz María de Cortes</dc:creator>
  <cp:lastModifiedBy>Gallego Sánchez Adrián</cp:lastModifiedBy>
  <cp:revision>7</cp:revision>
  <dcterms:created xsi:type="dcterms:W3CDTF">2018-10-26T19:16:12Z</dcterms:created>
  <dcterms:modified xsi:type="dcterms:W3CDTF">2018-10-30T22:30:46Z</dcterms:modified>
</cp:coreProperties>
</file>