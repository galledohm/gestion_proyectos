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4"/>
  </p:notesMasterIdLst>
  <p:sldIdLst>
    <p:sldId id="256" r:id="rId2"/>
    <p:sldId id="273" r:id="rId3"/>
    <p:sldId id="257" r:id="rId4"/>
    <p:sldId id="272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Ramos Somolinos" initials="DRS" lastIdx="1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26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>
                <a:latin typeface="Beo" panose="02000000000000000000" pitchFamily="50" charset="0"/>
              </a:rPr>
              <a:t>Horas semanales por trabajador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Horas por semana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numRef>
              <c:f>Hoja1!$A$2:$A$19</c:f>
              <c:numCache>
                <c:formatCode>mmm\-yy</c:formatCode>
                <c:ptCount val="18"/>
                <c:pt idx="0">
                  <c:v>43009</c:v>
                </c:pt>
                <c:pt idx="1">
                  <c:v>43040</c:v>
                </c:pt>
                <c:pt idx="2">
                  <c:v>43070</c:v>
                </c:pt>
                <c:pt idx="3">
                  <c:v>43101</c:v>
                </c:pt>
                <c:pt idx="4">
                  <c:v>43132</c:v>
                </c:pt>
                <c:pt idx="5">
                  <c:v>43160</c:v>
                </c:pt>
                <c:pt idx="6">
                  <c:v>43191</c:v>
                </c:pt>
                <c:pt idx="7">
                  <c:v>43221</c:v>
                </c:pt>
                <c:pt idx="8">
                  <c:v>43252</c:v>
                </c:pt>
                <c:pt idx="9">
                  <c:v>43282</c:v>
                </c:pt>
                <c:pt idx="10">
                  <c:v>43313</c:v>
                </c:pt>
                <c:pt idx="11">
                  <c:v>43344</c:v>
                </c:pt>
                <c:pt idx="12">
                  <c:v>43374</c:v>
                </c:pt>
                <c:pt idx="13">
                  <c:v>43405</c:v>
                </c:pt>
                <c:pt idx="14">
                  <c:v>43435</c:v>
                </c:pt>
                <c:pt idx="15">
                  <c:v>43466</c:v>
                </c:pt>
                <c:pt idx="16">
                  <c:v>43497</c:v>
                </c:pt>
                <c:pt idx="17">
                  <c:v>43525</c:v>
                </c:pt>
              </c:numCache>
            </c:numRef>
          </c:cat>
          <c:val>
            <c:numRef>
              <c:f>Hoja1!$B$2:$B$19</c:f>
              <c:numCache>
                <c:formatCode>General</c:formatCode>
                <c:ptCount val="18"/>
                <c:pt idx="0">
                  <c:v>20</c:v>
                </c:pt>
                <c:pt idx="1">
                  <c:v>40</c:v>
                </c:pt>
                <c:pt idx="2">
                  <c:v>38</c:v>
                </c:pt>
                <c:pt idx="3">
                  <c:v>60</c:v>
                </c:pt>
                <c:pt idx="4">
                  <c:v>18</c:v>
                </c:pt>
                <c:pt idx="5">
                  <c:v>40</c:v>
                </c:pt>
                <c:pt idx="6">
                  <c:v>40</c:v>
                </c:pt>
                <c:pt idx="7">
                  <c:v>40</c:v>
                </c:pt>
                <c:pt idx="8">
                  <c:v>40</c:v>
                </c:pt>
                <c:pt idx="9">
                  <c:v>32.5</c:v>
                </c:pt>
                <c:pt idx="10">
                  <c:v>32.5</c:v>
                </c:pt>
                <c:pt idx="11">
                  <c:v>40</c:v>
                </c:pt>
                <c:pt idx="12">
                  <c:v>40</c:v>
                </c:pt>
                <c:pt idx="13">
                  <c:v>40</c:v>
                </c:pt>
                <c:pt idx="14">
                  <c:v>57</c:v>
                </c:pt>
                <c:pt idx="15">
                  <c:v>39</c:v>
                </c:pt>
                <c:pt idx="16">
                  <c:v>38</c:v>
                </c:pt>
                <c:pt idx="17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7C-4333-B5E9-E85843B86A1D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Columna1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numRef>
              <c:f>Hoja1!$A$2:$A$19</c:f>
              <c:numCache>
                <c:formatCode>mmm\-yy</c:formatCode>
                <c:ptCount val="18"/>
                <c:pt idx="0">
                  <c:v>43009</c:v>
                </c:pt>
                <c:pt idx="1">
                  <c:v>43040</c:v>
                </c:pt>
                <c:pt idx="2">
                  <c:v>43070</c:v>
                </c:pt>
                <c:pt idx="3">
                  <c:v>43101</c:v>
                </c:pt>
                <c:pt idx="4">
                  <c:v>43132</c:v>
                </c:pt>
                <c:pt idx="5">
                  <c:v>43160</c:v>
                </c:pt>
                <c:pt idx="6">
                  <c:v>43191</c:v>
                </c:pt>
                <c:pt idx="7">
                  <c:v>43221</c:v>
                </c:pt>
                <c:pt idx="8">
                  <c:v>43252</c:v>
                </c:pt>
                <c:pt idx="9">
                  <c:v>43282</c:v>
                </c:pt>
                <c:pt idx="10">
                  <c:v>43313</c:v>
                </c:pt>
                <c:pt idx="11">
                  <c:v>43344</c:v>
                </c:pt>
                <c:pt idx="12">
                  <c:v>43374</c:v>
                </c:pt>
                <c:pt idx="13">
                  <c:v>43405</c:v>
                </c:pt>
                <c:pt idx="14">
                  <c:v>43435</c:v>
                </c:pt>
                <c:pt idx="15">
                  <c:v>43466</c:v>
                </c:pt>
                <c:pt idx="16">
                  <c:v>43497</c:v>
                </c:pt>
                <c:pt idx="17">
                  <c:v>43525</c:v>
                </c:pt>
              </c:numCache>
            </c:numRef>
          </c:cat>
          <c:val>
            <c:numRef>
              <c:f>Hoja1!$C$2:$C$19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1-167C-4333-B5E9-E85843B86A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3478335"/>
        <c:axId val="2049358527"/>
      </c:barChart>
      <c:lineChart>
        <c:grouping val="standard"/>
        <c:varyColors val="0"/>
        <c:ser>
          <c:idx val="2"/>
          <c:order val="2"/>
          <c:tx>
            <c:strRef>
              <c:f>Hoja1!$D$1</c:f>
              <c:strCache>
                <c:ptCount val="1"/>
                <c:pt idx="0">
                  <c:v>Media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Hoja1!$A$2:$A$19</c:f>
              <c:numCache>
                <c:formatCode>mmm\-yy</c:formatCode>
                <c:ptCount val="18"/>
                <c:pt idx="0">
                  <c:v>43009</c:v>
                </c:pt>
                <c:pt idx="1">
                  <c:v>43040</c:v>
                </c:pt>
                <c:pt idx="2">
                  <c:v>43070</c:v>
                </c:pt>
                <c:pt idx="3">
                  <c:v>43101</c:v>
                </c:pt>
                <c:pt idx="4">
                  <c:v>43132</c:v>
                </c:pt>
                <c:pt idx="5">
                  <c:v>43160</c:v>
                </c:pt>
                <c:pt idx="6">
                  <c:v>43191</c:v>
                </c:pt>
                <c:pt idx="7">
                  <c:v>43221</c:v>
                </c:pt>
                <c:pt idx="8">
                  <c:v>43252</c:v>
                </c:pt>
                <c:pt idx="9">
                  <c:v>43282</c:v>
                </c:pt>
                <c:pt idx="10">
                  <c:v>43313</c:v>
                </c:pt>
                <c:pt idx="11">
                  <c:v>43344</c:v>
                </c:pt>
                <c:pt idx="12">
                  <c:v>43374</c:v>
                </c:pt>
                <c:pt idx="13">
                  <c:v>43405</c:v>
                </c:pt>
                <c:pt idx="14">
                  <c:v>43435</c:v>
                </c:pt>
                <c:pt idx="15">
                  <c:v>43466</c:v>
                </c:pt>
                <c:pt idx="16">
                  <c:v>43497</c:v>
                </c:pt>
                <c:pt idx="17">
                  <c:v>43525</c:v>
                </c:pt>
              </c:numCache>
            </c:numRef>
          </c:cat>
          <c:val>
            <c:numRef>
              <c:f>Hoja1!$D$2:$D$19</c:f>
              <c:numCache>
                <c:formatCode>General</c:formatCode>
                <c:ptCount val="18"/>
                <c:pt idx="0">
                  <c:v>39.166666666666664</c:v>
                </c:pt>
                <c:pt idx="1">
                  <c:v>39.166666666666664</c:v>
                </c:pt>
                <c:pt idx="2">
                  <c:v>39.166666666666664</c:v>
                </c:pt>
                <c:pt idx="3">
                  <c:v>39.166666666666664</c:v>
                </c:pt>
                <c:pt idx="4">
                  <c:v>39.166666666666664</c:v>
                </c:pt>
                <c:pt idx="5">
                  <c:v>39.166666666666664</c:v>
                </c:pt>
                <c:pt idx="6">
                  <c:v>39.166666666666664</c:v>
                </c:pt>
                <c:pt idx="7">
                  <c:v>39.166666666666664</c:v>
                </c:pt>
                <c:pt idx="8">
                  <c:v>39.166666666666664</c:v>
                </c:pt>
                <c:pt idx="9">
                  <c:v>39.166666666666664</c:v>
                </c:pt>
                <c:pt idx="10">
                  <c:v>39.166666666666664</c:v>
                </c:pt>
                <c:pt idx="11">
                  <c:v>39.166666666666664</c:v>
                </c:pt>
                <c:pt idx="12">
                  <c:v>39.166666666666664</c:v>
                </c:pt>
                <c:pt idx="13">
                  <c:v>39.166666666666664</c:v>
                </c:pt>
                <c:pt idx="14">
                  <c:v>39.166666666666664</c:v>
                </c:pt>
                <c:pt idx="15">
                  <c:v>39.166666666666664</c:v>
                </c:pt>
                <c:pt idx="16">
                  <c:v>39.166666666666664</c:v>
                </c:pt>
                <c:pt idx="17">
                  <c:v>39.166666666666664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67C-4333-B5E9-E85843B86A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3478335"/>
        <c:axId val="2049358527"/>
      </c:lineChart>
      <c:dateAx>
        <c:axId val="153478335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eo" panose="02000000000000000000" pitchFamily="50" charset="0"/>
                <a:ea typeface="+mn-ea"/>
                <a:cs typeface="+mn-cs"/>
              </a:defRPr>
            </a:pPr>
            <a:endParaRPr lang="es-ES"/>
          </a:p>
        </c:txPr>
        <c:crossAx val="2049358527"/>
        <c:crosses val="autoZero"/>
        <c:auto val="1"/>
        <c:lblOffset val="100"/>
        <c:baseTimeUnit val="months"/>
      </c:dateAx>
      <c:valAx>
        <c:axId val="2049358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34783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Beo" panose="02000000000000000000" pitchFamily="50" charset="0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B1278D-5AA0-4583-AFA3-46DF907E63F6}" type="doc">
      <dgm:prSet loTypeId="urn:microsoft.com/office/officeart/2008/layout/NameandTitleOrganizationalChart" loCatId="hierarchy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s-ES"/>
        </a:p>
      </dgm:t>
    </dgm:pt>
    <dgm:pt modelId="{8AAF9017-9683-48C2-BEA9-77E051AC8BD6}">
      <dgm:prSet phldrT="[Texto]"/>
      <dgm:spPr/>
      <dgm:t>
        <a:bodyPr/>
        <a:lstStyle/>
        <a:p>
          <a:r>
            <a:rPr lang="es-ES" dirty="0">
              <a:latin typeface="Beo" panose="02000000000000000000" pitchFamily="50" charset="0"/>
            </a:rPr>
            <a:t>Diego Martínez Villanueva </a:t>
          </a:r>
        </a:p>
      </dgm:t>
    </dgm:pt>
    <dgm:pt modelId="{E5C1CEA1-5064-4189-8FA0-07E9D0DC3860}" type="parTrans" cxnId="{76F9CEC7-4336-456B-A7D7-866AAD9728B0}">
      <dgm:prSet/>
      <dgm:spPr/>
      <dgm:t>
        <a:bodyPr/>
        <a:lstStyle/>
        <a:p>
          <a:endParaRPr lang="es-ES"/>
        </a:p>
      </dgm:t>
    </dgm:pt>
    <dgm:pt modelId="{22F462AF-D911-4FC2-82DD-51DACE679564}" type="sibTrans" cxnId="{76F9CEC7-4336-456B-A7D7-866AAD9728B0}">
      <dgm:prSet/>
      <dgm:spPr/>
      <dgm:t>
        <a:bodyPr/>
        <a:lstStyle/>
        <a:p>
          <a:pPr algn="ctr"/>
          <a:r>
            <a:rPr lang="es-ES" dirty="0">
              <a:latin typeface="Beo" panose="02000000000000000000" pitchFamily="50" charset="0"/>
            </a:rPr>
            <a:t>Project Manager</a:t>
          </a:r>
        </a:p>
      </dgm:t>
    </dgm:pt>
    <dgm:pt modelId="{2CCEB96B-128C-4322-904C-80F22DD2FF71}">
      <dgm:prSet phldrT="[Texto]"/>
      <dgm:spPr/>
      <dgm:t>
        <a:bodyPr/>
        <a:lstStyle/>
        <a:p>
          <a:r>
            <a:rPr lang="es-ES" dirty="0">
              <a:latin typeface="Beo" panose="02000000000000000000" pitchFamily="50" charset="0"/>
            </a:rPr>
            <a:t>Ana Ruipérez Gómez</a:t>
          </a:r>
        </a:p>
      </dgm:t>
    </dgm:pt>
    <dgm:pt modelId="{19C7426B-B8F6-4392-BFD9-9446EC5EF400}" type="parTrans" cxnId="{1AFA90C7-AC5A-44DC-A13A-05133B2E9FC1}">
      <dgm:prSet/>
      <dgm:spPr/>
      <dgm:t>
        <a:bodyPr/>
        <a:lstStyle/>
        <a:p>
          <a:endParaRPr lang="es-ES"/>
        </a:p>
      </dgm:t>
    </dgm:pt>
    <dgm:pt modelId="{F434D0DA-AEDD-4884-8508-F27773A86CF9}" type="sibTrans" cxnId="{1AFA90C7-AC5A-44DC-A13A-05133B2E9FC1}">
      <dgm:prSet/>
      <dgm:spPr/>
      <dgm:t>
        <a:bodyPr/>
        <a:lstStyle/>
        <a:p>
          <a:pPr algn="ctr"/>
          <a:r>
            <a:rPr lang="es-ES" dirty="0">
              <a:latin typeface="Beo" panose="02000000000000000000" pitchFamily="50" charset="0"/>
            </a:rPr>
            <a:t>Calidad y Finanzas</a:t>
          </a:r>
        </a:p>
      </dgm:t>
    </dgm:pt>
    <dgm:pt modelId="{EA019A1B-5EB5-43C0-82F5-2780E6022C23}">
      <dgm:prSet phldrT="[Texto]"/>
      <dgm:spPr/>
      <dgm:t>
        <a:bodyPr/>
        <a:lstStyle/>
        <a:p>
          <a:r>
            <a:rPr lang="es-ES" dirty="0">
              <a:latin typeface="Beo" panose="02000000000000000000" pitchFamily="50" charset="0"/>
            </a:rPr>
            <a:t>Rafael Hidalgo Cazallas</a:t>
          </a:r>
        </a:p>
      </dgm:t>
    </dgm:pt>
    <dgm:pt modelId="{C061234B-DE03-4D26-B47F-E4F4A9D0092F}" type="parTrans" cxnId="{A617275B-B78A-4A55-B825-ED27C062AFF2}">
      <dgm:prSet/>
      <dgm:spPr/>
      <dgm:t>
        <a:bodyPr/>
        <a:lstStyle/>
        <a:p>
          <a:endParaRPr lang="es-ES"/>
        </a:p>
      </dgm:t>
    </dgm:pt>
    <dgm:pt modelId="{3A7C72D9-39A1-4971-8680-968AE4CC1F73}" type="sibTrans" cxnId="{A617275B-B78A-4A55-B825-ED27C062AFF2}">
      <dgm:prSet/>
      <dgm:spPr/>
      <dgm:t>
        <a:bodyPr/>
        <a:lstStyle/>
        <a:p>
          <a:pPr algn="ctr"/>
          <a:r>
            <a:rPr lang="es-ES" dirty="0">
              <a:latin typeface="Beo" panose="02000000000000000000" pitchFamily="50" charset="0"/>
            </a:rPr>
            <a:t>RRHH y Legal</a:t>
          </a:r>
        </a:p>
      </dgm:t>
    </dgm:pt>
    <dgm:pt modelId="{B23ADABD-D944-4421-B12D-1DE82F483E82}">
      <dgm:prSet phldrT="[Texto]"/>
      <dgm:spPr/>
      <dgm:t>
        <a:bodyPr/>
        <a:lstStyle/>
        <a:p>
          <a:r>
            <a:rPr lang="es-ES" dirty="0">
              <a:latin typeface="Beo" panose="02000000000000000000" pitchFamily="50" charset="0"/>
            </a:rPr>
            <a:t>Miguel Briso-Montiano Marco</a:t>
          </a:r>
        </a:p>
      </dgm:t>
    </dgm:pt>
    <dgm:pt modelId="{E852F5BE-164E-4DC0-A25C-94AE1C94896F}" type="parTrans" cxnId="{9783EA71-7D81-472C-983C-2FAC79DC1010}">
      <dgm:prSet/>
      <dgm:spPr/>
      <dgm:t>
        <a:bodyPr/>
        <a:lstStyle/>
        <a:p>
          <a:endParaRPr lang="es-ES"/>
        </a:p>
      </dgm:t>
    </dgm:pt>
    <dgm:pt modelId="{91C52D83-38D2-4A40-B63E-DFF55F7D6BB7}" type="sibTrans" cxnId="{9783EA71-7D81-472C-983C-2FAC79DC1010}">
      <dgm:prSet/>
      <dgm:spPr/>
      <dgm:t>
        <a:bodyPr/>
        <a:lstStyle/>
        <a:p>
          <a:pPr algn="ctr"/>
          <a:r>
            <a:rPr lang="es-ES" dirty="0">
              <a:latin typeface="Beo" panose="02000000000000000000" pitchFamily="50" charset="0"/>
            </a:rPr>
            <a:t>Ingeniería</a:t>
          </a:r>
        </a:p>
      </dgm:t>
    </dgm:pt>
    <dgm:pt modelId="{CFB50453-8043-42C2-ABEB-25F998A6EE14}">
      <dgm:prSet phldrT="[Texto]"/>
      <dgm:spPr/>
      <dgm:t>
        <a:bodyPr/>
        <a:lstStyle/>
        <a:p>
          <a:r>
            <a:rPr lang="es-ES" dirty="0">
              <a:latin typeface="Beo" panose="02000000000000000000" pitchFamily="50" charset="0"/>
            </a:rPr>
            <a:t>David Ramos Somolinos</a:t>
          </a:r>
        </a:p>
      </dgm:t>
    </dgm:pt>
    <dgm:pt modelId="{C8A6D40D-19D9-44A9-8A3F-066EAB3AB483}" type="parTrans" cxnId="{66E60CD8-6AF1-4CF7-8AC3-27CD9825069B}">
      <dgm:prSet/>
      <dgm:spPr/>
      <dgm:t>
        <a:bodyPr/>
        <a:lstStyle/>
        <a:p>
          <a:endParaRPr lang="es-ES"/>
        </a:p>
      </dgm:t>
    </dgm:pt>
    <dgm:pt modelId="{136EA08F-6093-4C00-A751-1EE9CA17CC05}" type="sibTrans" cxnId="{66E60CD8-6AF1-4CF7-8AC3-27CD9825069B}">
      <dgm:prSet/>
      <dgm:spPr/>
      <dgm:t>
        <a:bodyPr/>
        <a:lstStyle/>
        <a:p>
          <a:pPr algn="ctr"/>
          <a:r>
            <a:rPr lang="es-ES" dirty="0">
              <a:latin typeface="Beo" panose="02000000000000000000" pitchFamily="50" charset="0"/>
            </a:rPr>
            <a:t>Marketing</a:t>
          </a:r>
        </a:p>
      </dgm:t>
    </dgm:pt>
    <dgm:pt modelId="{45DBC043-06C9-4E9D-B25C-578075D85B00}" type="pres">
      <dgm:prSet presAssocID="{FFB1278D-5AA0-4583-AFA3-46DF907E63F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C1A3472-E03A-4025-A696-52F935CD1326}" type="pres">
      <dgm:prSet presAssocID="{8AAF9017-9683-48C2-BEA9-77E051AC8BD6}" presName="hierRoot1" presStyleCnt="0">
        <dgm:presLayoutVars>
          <dgm:hierBranch val="init"/>
        </dgm:presLayoutVars>
      </dgm:prSet>
      <dgm:spPr/>
    </dgm:pt>
    <dgm:pt modelId="{E80BB46C-D5F4-4CD3-9F4A-F0CD52BE7C3E}" type="pres">
      <dgm:prSet presAssocID="{8AAF9017-9683-48C2-BEA9-77E051AC8BD6}" presName="rootComposite1" presStyleCnt="0"/>
      <dgm:spPr/>
    </dgm:pt>
    <dgm:pt modelId="{018A2E6F-D244-4013-A0E8-4A18F6B92893}" type="pres">
      <dgm:prSet presAssocID="{8AAF9017-9683-48C2-BEA9-77E051AC8BD6}" presName="rootText1" presStyleLbl="node0" presStyleIdx="0" presStyleCnt="1">
        <dgm:presLayoutVars>
          <dgm:chMax/>
          <dgm:chPref val="3"/>
        </dgm:presLayoutVars>
      </dgm:prSet>
      <dgm:spPr/>
    </dgm:pt>
    <dgm:pt modelId="{03CFCF00-E239-485B-A59A-A13ACE06DF97}" type="pres">
      <dgm:prSet presAssocID="{8AAF9017-9683-48C2-BEA9-77E051AC8BD6}" presName="titleText1" presStyleLbl="fgAcc0" presStyleIdx="0" presStyleCnt="1">
        <dgm:presLayoutVars>
          <dgm:chMax val="0"/>
          <dgm:chPref val="0"/>
        </dgm:presLayoutVars>
      </dgm:prSet>
      <dgm:spPr/>
    </dgm:pt>
    <dgm:pt modelId="{1C32D948-7772-4656-BCBB-BD0518FE821E}" type="pres">
      <dgm:prSet presAssocID="{8AAF9017-9683-48C2-BEA9-77E051AC8BD6}" presName="rootConnector1" presStyleLbl="node1" presStyleIdx="0" presStyleCnt="4"/>
      <dgm:spPr/>
    </dgm:pt>
    <dgm:pt modelId="{E66068B0-2449-4175-8BB8-57B9E04B28B6}" type="pres">
      <dgm:prSet presAssocID="{8AAF9017-9683-48C2-BEA9-77E051AC8BD6}" presName="hierChild2" presStyleCnt="0"/>
      <dgm:spPr/>
    </dgm:pt>
    <dgm:pt modelId="{2E29CF7B-430D-4896-8EC5-422DBAAB0250}" type="pres">
      <dgm:prSet presAssocID="{19C7426B-B8F6-4392-BFD9-9446EC5EF400}" presName="Name37" presStyleLbl="parChTrans1D2" presStyleIdx="0" presStyleCnt="4"/>
      <dgm:spPr/>
    </dgm:pt>
    <dgm:pt modelId="{52A1565B-AAF8-425B-B87C-81DB271CEEDB}" type="pres">
      <dgm:prSet presAssocID="{2CCEB96B-128C-4322-904C-80F22DD2FF71}" presName="hierRoot2" presStyleCnt="0">
        <dgm:presLayoutVars>
          <dgm:hierBranch val="init"/>
        </dgm:presLayoutVars>
      </dgm:prSet>
      <dgm:spPr/>
    </dgm:pt>
    <dgm:pt modelId="{D59F1F59-EBE9-4291-BE00-1382558422A8}" type="pres">
      <dgm:prSet presAssocID="{2CCEB96B-128C-4322-904C-80F22DD2FF71}" presName="rootComposite" presStyleCnt="0"/>
      <dgm:spPr/>
    </dgm:pt>
    <dgm:pt modelId="{B02D519E-1B93-47E3-AA27-546053CB2073}" type="pres">
      <dgm:prSet presAssocID="{2CCEB96B-128C-4322-904C-80F22DD2FF71}" presName="rootText" presStyleLbl="node1" presStyleIdx="0" presStyleCnt="4">
        <dgm:presLayoutVars>
          <dgm:chMax/>
          <dgm:chPref val="3"/>
        </dgm:presLayoutVars>
      </dgm:prSet>
      <dgm:spPr/>
    </dgm:pt>
    <dgm:pt modelId="{7173C486-F1CB-4229-A686-5DA74591F4AF}" type="pres">
      <dgm:prSet presAssocID="{2CCEB96B-128C-4322-904C-80F22DD2FF71}" presName="titleText2" presStyleLbl="fgAcc1" presStyleIdx="0" presStyleCnt="4">
        <dgm:presLayoutVars>
          <dgm:chMax val="0"/>
          <dgm:chPref val="0"/>
        </dgm:presLayoutVars>
      </dgm:prSet>
      <dgm:spPr/>
    </dgm:pt>
    <dgm:pt modelId="{28209DD6-9008-4AA4-A293-2E768D101976}" type="pres">
      <dgm:prSet presAssocID="{2CCEB96B-128C-4322-904C-80F22DD2FF71}" presName="rootConnector" presStyleLbl="node2" presStyleIdx="0" presStyleCnt="0"/>
      <dgm:spPr/>
    </dgm:pt>
    <dgm:pt modelId="{D80A8FE2-99F1-4134-8176-8556BBA07F55}" type="pres">
      <dgm:prSet presAssocID="{2CCEB96B-128C-4322-904C-80F22DD2FF71}" presName="hierChild4" presStyleCnt="0"/>
      <dgm:spPr/>
    </dgm:pt>
    <dgm:pt modelId="{0791F581-4071-47AB-B214-E5AA5116C68D}" type="pres">
      <dgm:prSet presAssocID="{2CCEB96B-128C-4322-904C-80F22DD2FF71}" presName="hierChild5" presStyleCnt="0"/>
      <dgm:spPr/>
    </dgm:pt>
    <dgm:pt modelId="{5C47F5F0-B83D-4979-A9BE-79583181A84E}" type="pres">
      <dgm:prSet presAssocID="{E852F5BE-164E-4DC0-A25C-94AE1C94896F}" presName="Name37" presStyleLbl="parChTrans1D2" presStyleIdx="1" presStyleCnt="4"/>
      <dgm:spPr/>
    </dgm:pt>
    <dgm:pt modelId="{7FC0AAEE-672D-44E1-B854-B08BB4E90A64}" type="pres">
      <dgm:prSet presAssocID="{B23ADABD-D944-4421-B12D-1DE82F483E82}" presName="hierRoot2" presStyleCnt="0">
        <dgm:presLayoutVars>
          <dgm:hierBranch val="init"/>
        </dgm:presLayoutVars>
      </dgm:prSet>
      <dgm:spPr/>
    </dgm:pt>
    <dgm:pt modelId="{DE29CF57-8D40-4E6A-9C12-10F9917E092A}" type="pres">
      <dgm:prSet presAssocID="{B23ADABD-D944-4421-B12D-1DE82F483E82}" presName="rootComposite" presStyleCnt="0"/>
      <dgm:spPr/>
    </dgm:pt>
    <dgm:pt modelId="{D39E5458-9714-45B3-A958-80D9D49A9774}" type="pres">
      <dgm:prSet presAssocID="{B23ADABD-D944-4421-B12D-1DE82F483E82}" presName="rootText" presStyleLbl="node1" presStyleIdx="1" presStyleCnt="4">
        <dgm:presLayoutVars>
          <dgm:chMax/>
          <dgm:chPref val="3"/>
        </dgm:presLayoutVars>
      </dgm:prSet>
      <dgm:spPr/>
    </dgm:pt>
    <dgm:pt modelId="{1A192A3A-320F-4CE0-84CD-E51B482CDCE0}" type="pres">
      <dgm:prSet presAssocID="{B23ADABD-D944-4421-B12D-1DE82F483E82}" presName="titleText2" presStyleLbl="fgAcc1" presStyleIdx="1" presStyleCnt="4">
        <dgm:presLayoutVars>
          <dgm:chMax val="0"/>
          <dgm:chPref val="0"/>
        </dgm:presLayoutVars>
      </dgm:prSet>
      <dgm:spPr/>
    </dgm:pt>
    <dgm:pt modelId="{A283211B-04C8-4AA2-9C08-BC7EA83D1E7D}" type="pres">
      <dgm:prSet presAssocID="{B23ADABD-D944-4421-B12D-1DE82F483E82}" presName="rootConnector" presStyleLbl="node2" presStyleIdx="0" presStyleCnt="0"/>
      <dgm:spPr/>
    </dgm:pt>
    <dgm:pt modelId="{8C7807E9-9C9E-4F95-88F8-D9686772D988}" type="pres">
      <dgm:prSet presAssocID="{B23ADABD-D944-4421-B12D-1DE82F483E82}" presName="hierChild4" presStyleCnt="0"/>
      <dgm:spPr/>
    </dgm:pt>
    <dgm:pt modelId="{6DE26847-D9A5-43D1-8412-3EAF3C82547C}" type="pres">
      <dgm:prSet presAssocID="{B23ADABD-D944-4421-B12D-1DE82F483E82}" presName="hierChild5" presStyleCnt="0"/>
      <dgm:spPr/>
    </dgm:pt>
    <dgm:pt modelId="{42CBCB73-48A7-4073-84AC-270FDBD6FC73}" type="pres">
      <dgm:prSet presAssocID="{C8A6D40D-19D9-44A9-8A3F-066EAB3AB483}" presName="Name37" presStyleLbl="parChTrans1D2" presStyleIdx="2" presStyleCnt="4"/>
      <dgm:spPr/>
    </dgm:pt>
    <dgm:pt modelId="{3C234222-FD89-4565-8A27-851C012F1785}" type="pres">
      <dgm:prSet presAssocID="{CFB50453-8043-42C2-ABEB-25F998A6EE14}" presName="hierRoot2" presStyleCnt="0">
        <dgm:presLayoutVars>
          <dgm:hierBranch val="init"/>
        </dgm:presLayoutVars>
      </dgm:prSet>
      <dgm:spPr/>
    </dgm:pt>
    <dgm:pt modelId="{E2598BA1-8924-43B2-83DF-95EF5D7D9E16}" type="pres">
      <dgm:prSet presAssocID="{CFB50453-8043-42C2-ABEB-25F998A6EE14}" presName="rootComposite" presStyleCnt="0"/>
      <dgm:spPr/>
    </dgm:pt>
    <dgm:pt modelId="{BE3777FF-5115-4F04-A268-371EF7D00AED}" type="pres">
      <dgm:prSet presAssocID="{CFB50453-8043-42C2-ABEB-25F998A6EE14}" presName="rootText" presStyleLbl="node1" presStyleIdx="2" presStyleCnt="4">
        <dgm:presLayoutVars>
          <dgm:chMax/>
          <dgm:chPref val="3"/>
        </dgm:presLayoutVars>
      </dgm:prSet>
      <dgm:spPr/>
    </dgm:pt>
    <dgm:pt modelId="{63E1A4FF-7411-4306-8993-989A1355013A}" type="pres">
      <dgm:prSet presAssocID="{CFB50453-8043-42C2-ABEB-25F998A6EE14}" presName="titleText2" presStyleLbl="fgAcc1" presStyleIdx="2" presStyleCnt="4">
        <dgm:presLayoutVars>
          <dgm:chMax val="0"/>
          <dgm:chPref val="0"/>
        </dgm:presLayoutVars>
      </dgm:prSet>
      <dgm:spPr/>
    </dgm:pt>
    <dgm:pt modelId="{6D53E03E-2CE6-4D7A-BDE2-716CDFFE8CDA}" type="pres">
      <dgm:prSet presAssocID="{CFB50453-8043-42C2-ABEB-25F998A6EE14}" presName="rootConnector" presStyleLbl="node2" presStyleIdx="0" presStyleCnt="0"/>
      <dgm:spPr/>
    </dgm:pt>
    <dgm:pt modelId="{520F7861-2587-45A6-B5A4-42826030722C}" type="pres">
      <dgm:prSet presAssocID="{CFB50453-8043-42C2-ABEB-25F998A6EE14}" presName="hierChild4" presStyleCnt="0"/>
      <dgm:spPr/>
    </dgm:pt>
    <dgm:pt modelId="{D8DDC01A-B736-4D93-81DC-9751BCEAD6E1}" type="pres">
      <dgm:prSet presAssocID="{CFB50453-8043-42C2-ABEB-25F998A6EE14}" presName="hierChild5" presStyleCnt="0"/>
      <dgm:spPr/>
    </dgm:pt>
    <dgm:pt modelId="{F298634E-6213-4AC5-B6D6-3783B22BBE44}" type="pres">
      <dgm:prSet presAssocID="{C061234B-DE03-4D26-B47F-E4F4A9D0092F}" presName="Name37" presStyleLbl="parChTrans1D2" presStyleIdx="3" presStyleCnt="4"/>
      <dgm:spPr/>
    </dgm:pt>
    <dgm:pt modelId="{AD30ABB7-74FC-42C1-B34F-462390F2D4B8}" type="pres">
      <dgm:prSet presAssocID="{EA019A1B-5EB5-43C0-82F5-2780E6022C23}" presName="hierRoot2" presStyleCnt="0">
        <dgm:presLayoutVars>
          <dgm:hierBranch val="init"/>
        </dgm:presLayoutVars>
      </dgm:prSet>
      <dgm:spPr/>
    </dgm:pt>
    <dgm:pt modelId="{D15A97D9-ACF8-4F16-945D-E818C8D843BE}" type="pres">
      <dgm:prSet presAssocID="{EA019A1B-5EB5-43C0-82F5-2780E6022C23}" presName="rootComposite" presStyleCnt="0"/>
      <dgm:spPr/>
    </dgm:pt>
    <dgm:pt modelId="{8BE61BDA-39EB-4E62-A3F3-036522EDE285}" type="pres">
      <dgm:prSet presAssocID="{EA019A1B-5EB5-43C0-82F5-2780E6022C23}" presName="rootText" presStyleLbl="node1" presStyleIdx="3" presStyleCnt="4">
        <dgm:presLayoutVars>
          <dgm:chMax/>
          <dgm:chPref val="3"/>
        </dgm:presLayoutVars>
      </dgm:prSet>
      <dgm:spPr/>
    </dgm:pt>
    <dgm:pt modelId="{4EB7DBB2-1264-4594-8180-A4D2E51253C8}" type="pres">
      <dgm:prSet presAssocID="{EA019A1B-5EB5-43C0-82F5-2780E6022C23}" presName="titleText2" presStyleLbl="fgAcc1" presStyleIdx="3" presStyleCnt="4">
        <dgm:presLayoutVars>
          <dgm:chMax val="0"/>
          <dgm:chPref val="0"/>
        </dgm:presLayoutVars>
      </dgm:prSet>
      <dgm:spPr/>
    </dgm:pt>
    <dgm:pt modelId="{4390410C-8B6B-4F70-9E9A-1F1AD8D93E5D}" type="pres">
      <dgm:prSet presAssocID="{EA019A1B-5EB5-43C0-82F5-2780E6022C23}" presName="rootConnector" presStyleLbl="node2" presStyleIdx="0" presStyleCnt="0"/>
      <dgm:spPr/>
    </dgm:pt>
    <dgm:pt modelId="{9A2DE39E-9C17-418C-AFD3-35E9EA6C502A}" type="pres">
      <dgm:prSet presAssocID="{EA019A1B-5EB5-43C0-82F5-2780E6022C23}" presName="hierChild4" presStyleCnt="0"/>
      <dgm:spPr/>
    </dgm:pt>
    <dgm:pt modelId="{89C0EDC2-FA1E-4B93-A09E-0DBF85A7B24B}" type="pres">
      <dgm:prSet presAssocID="{EA019A1B-5EB5-43C0-82F5-2780E6022C23}" presName="hierChild5" presStyleCnt="0"/>
      <dgm:spPr/>
    </dgm:pt>
    <dgm:pt modelId="{E2887B3D-75AC-4504-B736-40646DB1538F}" type="pres">
      <dgm:prSet presAssocID="{8AAF9017-9683-48C2-BEA9-77E051AC8BD6}" presName="hierChild3" presStyleCnt="0"/>
      <dgm:spPr/>
    </dgm:pt>
  </dgm:ptLst>
  <dgm:cxnLst>
    <dgm:cxn modelId="{43E9D410-09DC-465F-972F-0B97178BEE3C}" type="presOf" srcId="{EA019A1B-5EB5-43C0-82F5-2780E6022C23}" destId="{4390410C-8B6B-4F70-9E9A-1F1AD8D93E5D}" srcOrd="1" destOrd="0" presId="urn:microsoft.com/office/officeart/2008/layout/NameandTitleOrganizationalChart"/>
    <dgm:cxn modelId="{D0F47F13-6CB6-478F-A096-F1C9D00056D8}" type="presOf" srcId="{CFB50453-8043-42C2-ABEB-25F998A6EE14}" destId="{BE3777FF-5115-4F04-A268-371EF7D00AED}" srcOrd="0" destOrd="0" presId="urn:microsoft.com/office/officeart/2008/layout/NameandTitleOrganizationalChart"/>
    <dgm:cxn modelId="{95196B19-1B3B-4485-A614-9CDE4C6EB36B}" type="presOf" srcId="{136EA08F-6093-4C00-A751-1EE9CA17CC05}" destId="{63E1A4FF-7411-4306-8993-989A1355013A}" srcOrd="0" destOrd="0" presId="urn:microsoft.com/office/officeart/2008/layout/NameandTitleOrganizationalChart"/>
    <dgm:cxn modelId="{01F34D1D-7E6D-44F3-906A-7CFB24A4679A}" type="presOf" srcId="{B23ADABD-D944-4421-B12D-1DE82F483E82}" destId="{A283211B-04C8-4AA2-9C08-BC7EA83D1E7D}" srcOrd="1" destOrd="0" presId="urn:microsoft.com/office/officeart/2008/layout/NameandTitleOrganizationalChart"/>
    <dgm:cxn modelId="{34A41222-213D-4646-81F3-661AF52105C1}" type="presOf" srcId="{FFB1278D-5AA0-4583-AFA3-46DF907E63F6}" destId="{45DBC043-06C9-4E9D-B25C-578075D85B00}" srcOrd="0" destOrd="0" presId="urn:microsoft.com/office/officeart/2008/layout/NameandTitleOrganizationalChart"/>
    <dgm:cxn modelId="{08752433-CC3F-4DF5-B41D-DC2F0388B5C9}" type="presOf" srcId="{C061234B-DE03-4D26-B47F-E4F4A9D0092F}" destId="{F298634E-6213-4AC5-B6D6-3783B22BBE44}" srcOrd="0" destOrd="0" presId="urn:microsoft.com/office/officeart/2008/layout/NameandTitleOrganizationalChart"/>
    <dgm:cxn modelId="{95EAAA3B-46A1-4EB1-B9BB-9DE737560379}" type="presOf" srcId="{EA019A1B-5EB5-43C0-82F5-2780E6022C23}" destId="{8BE61BDA-39EB-4E62-A3F3-036522EDE285}" srcOrd="0" destOrd="0" presId="urn:microsoft.com/office/officeart/2008/layout/NameandTitleOrganizationalChart"/>
    <dgm:cxn modelId="{A617275B-B78A-4A55-B825-ED27C062AFF2}" srcId="{8AAF9017-9683-48C2-BEA9-77E051AC8BD6}" destId="{EA019A1B-5EB5-43C0-82F5-2780E6022C23}" srcOrd="3" destOrd="0" parTransId="{C061234B-DE03-4D26-B47F-E4F4A9D0092F}" sibTransId="{3A7C72D9-39A1-4971-8680-968AE4CC1F73}"/>
    <dgm:cxn modelId="{C0A62D5C-0308-47BC-8D5E-3FB83A0B1F3C}" type="presOf" srcId="{E852F5BE-164E-4DC0-A25C-94AE1C94896F}" destId="{5C47F5F0-B83D-4979-A9BE-79583181A84E}" srcOrd="0" destOrd="0" presId="urn:microsoft.com/office/officeart/2008/layout/NameandTitleOrganizationalChart"/>
    <dgm:cxn modelId="{9783EA71-7D81-472C-983C-2FAC79DC1010}" srcId="{8AAF9017-9683-48C2-BEA9-77E051AC8BD6}" destId="{B23ADABD-D944-4421-B12D-1DE82F483E82}" srcOrd="1" destOrd="0" parTransId="{E852F5BE-164E-4DC0-A25C-94AE1C94896F}" sibTransId="{91C52D83-38D2-4A40-B63E-DFF55F7D6BB7}"/>
    <dgm:cxn modelId="{6150597D-BBEB-436A-96FE-F03767ADBD30}" type="presOf" srcId="{CFB50453-8043-42C2-ABEB-25F998A6EE14}" destId="{6D53E03E-2CE6-4D7A-BDE2-716CDFFE8CDA}" srcOrd="1" destOrd="0" presId="urn:microsoft.com/office/officeart/2008/layout/NameandTitleOrganizationalChart"/>
    <dgm:cxn modelId="{1D41F783-725A-41FB-AC9C-9E5D787CE42D}" type="presOf" srcId="{8AAF9017-9683-48C2-BEA9-77E051AC8BD6}" destId="{1C32D948-7772-4656-BCBB-BD0518FE821E}" srcOrd="1" destOrd="0" presId="urn:microsoft.com/office/officeart/2008/layout/NameandTitleOrganizationalChart"/>
    <dgm:cxn modelId="{A61DA787-428C-4F6D-B603-9977558D70A9}" type="presOf" srcId="{F434D0DA-AEDD-4884-8508-F27773A86CF9}" destId="{7173C486-F1CB-4229-A686-5DA74591F4AF}" srcOrd="0" destOrd="0" presId="urn:microsoft.com/office/officeart/2008/layout/NameandTitleOrganizationalChart"/>
    <dgm:cxn modelId="{A061CC9C-19C7-49EE-B21B-F8A04198569B}" type="presOf" srcId="{C8A6D40D-19D9-44A9-8A3F-066EAB3AB483}" destId="{42CBCB73-48A7-4073-84AC-270FDBD6FC73}" srcOrd="0" destOrd="0" presId="urn:microsoft.com/office/officeart/2008/layout/NameandTitleOrganizationalChart"/>
    <dgm:cxn modelId="{558972B8-7BE3-4ED3-9E85-03B64235D6E8}" type="presOf" srcId="{91C52D83-38D2-4A40-B63E-DFF55F7D6BB7}" destId="{1A192A3A-320F-4CE0-84CD-E51B482CDCE0}" srcOrd="0" destOrd="0" presId="urn:microsoft.com/office/officeart/2008/layout/NameandTitleOrganizationalChart"/>
    <dgm:cxn modelId="{1AFA90C7-AC5A-44DC-A13A-05133B2E9FC1}" srcId="{8AAF9017-9683-48C2-BEA9-77E051AC8BD6}" destId="{2CCEB96B-128C-4322-904C-80F22DD2FF71}" srcOrd="0" destOrd="0" parTransId="{19C7426B-B8F6-4392-BFD9-9446EC5EF400}" sibTransId="{F434D0DA-AEDD-4884-8508-F27773A86CF9}"/>
    <dgm:cxn modelId="{76F9CEC7-4336-456B-A7D7-866AAD9728B0}" srcId="{FFB1278D-5AA0-4583-AFA3-46DF907E63F6}" destId="{8AAF9017-9683-48C2-BEA9-77E051AC8BD6}" srcOrd="0" destOrd="0" parTransId="{E5C1CEA1-5064-4189-8FA0-07E9D0DC3860}" sibTransId="{22F462AF-D911-4FC2-82DD-51DACE679564}"/>
    <dgm:cxn modelId="{513EAACE-4762-4A42-BAF7-1D3797D969DC}" type="presOf" srcId="{2CCEB96B-128C-4322-904C-80F22DD2FF71}" destId="{28209DD6-9008-4AA4-A293-2E768D101976}" srcOrd="1" destOrd="0" presId="urn:microsoft.com/office/officeart/2008/layout/NameandTitleOrganizationalChart"/>
    <dgm:cxn modelId="{F2A782CF-06A7-4EEA-80F7-752FC5D7AEDC}" type="presOf" srcId="{2CCEB96B-128C-4322-904C-80F22DD2FF71}" destId="{B02D519E-1B93-47E3-AA27-546053CB2073}" srcOrd="0" destOrd="0" presId="urn:microsoft.com/office/officeart/2008/layout/NameandTitleOrganizationalChart"/>
    <dgm:cxn modelId="{019C88D4-210D-4D09-B47D-DF34CC8E493F}" type="presOf" srcId="{19C7426B-B8F6-4392-BFD9-9446EC5EF400}" destId="{2E29CF7B-430D-4896-8EC5-422DBAAB0250}" srcOrd="0" destOrd="0" presId="urn:microsoft.com/office/officeart/2008/layout/NameandTitleOrganizationalChart"/>
    <dgm:cxn modelId="{66E60CD8-6AF1-4CF7-8AC3-27CD9825069B}" srcId="{8AAF9017-9683-48C2-BEA9-77E051AC8BD6}" destId="{CFB50453-8043-42C2-ABEB-25F998A6EE14}" srcOrd="2" destOrd="0" parTransId="{C8A6D40D-19D9-44A9-8A3F-066EAB3AB483}" sibTransId="{136EA08F-6093-4C00-A751-1EE9CA17CC05}"/>
    <dgm:cxn modelId="{034238E0-D81E-409E-8F37-52E89E1F726C}" type="presOf" srcId="{3A7C72D9-39A1-4971-8680-968AE4CC1F73}" destId="{4EB7DBB2-1264-4594-8180-A4D2E51253C8}" srcOrd="0" destOrd="0" presId="urn:microsoft.com/office/officeart/2008/layout/NameandTitleOrganizationalChart"/>
    <dgm:cxn modelId="{93615FEB-4358-4E47-A25C-2F419975D2F4}" type="presOf" srcId="{B23ADABD-D944-4421-B12D-1DE82F483E82}" destId="{D39E5458-9714-45B3-A958-80D9D49A9774}" srcOrd="0" destOrd="0" presId="urn:microsoft.com/office/officeart/2008/layout/NameandTitleOrganizationalChart"/>
    <dgm:cxn modelId="{D9AA13F1-846F-486C-9610-D6E98901F5CD}" type="presOf" srcId="{8AAF9017-9683-48C2-BEA9-77E051AC8BD6}" destId="{018A2E6F-D244-4013-A0E8-4A18F6B92893}" srcOrd="0" destOrd="0" presId="urn:microsoft.com/office/officeart/2008/layout/NameandTitleOrganizationalChart"/>
    <dgm:cxn modelId="{ECAAFEF8-8C4C-44E3-9687-4185B8368D3B}" type="presOf" srcId="{22F462AF-D911-4FC2-82DD-51DACE679564}" destId="{03CFCF00-E239-485B-A59A-A13ACE06DF97}" srcOrd="0" destOrd="0" presId="urn:microsoft.com/office/officeart/2008/layout/NameandTitleOrganizationalChart"/>
    <dgm:cxn modelId="{F15D0840-7927-4172-875C-C082B3DA83FC}" type="presParOf" srcId="{45DBC043-06C9-4E9D-B25C-578075D85B00}" destId="{FC1A3472-E03A-4025-A696-52F935CD1326}" srcOrd="0" destOrd="0" presId="urn:microsoft.com/office/officeart/2008/layout/NameandTitleOrganizationalChart"/>
    <dgm:cxn modelId="{0EAD5FA2-D7CB-4CDC-87D4-81B0601B8EA9}" type="presParOf" srcId="{FC1A3472-E03A-4025-A696-52F935CD1326}" destId="{E80BB46C-D5F4-4CD3-9F4A-F0CD52BE7C3E}" srcOrd="0" destOrd="0" presId="urn:microsoft.com/office/officeart/2008/layout/NameandTitleOrganizationalChart"/>
    <dgm:cxn modelId="{D8721192-0194-4422-9254-0B302A5C061F}" type="presParOf" srcId="{E80BB46C-D5F4-4CD3-9F4A-F0CD52BE7C3E}" destId="{018A2E6F-D244-4013-A0E8-4A18F6B92893}" srcOrd="0" destOrd="0" presId="urn:microsoft.com/office/officeart/2008/layout/NameandTitleOrganizationalChart"/>
    <dgm:cxn modelId="{42085169-2AED-4907-AE58-9FA240D3E29C}" type="presParOf" srcId="{E80BB46C-D5F4-4CD3-9F4A-F0CD52BE7C3E}" destId="{03CFCF00-E239-485B-A59A-A13ACE06DF97}" srcOrd="1" destOrd="0" presId="urn:microsoft.com/office/officeart/2008/layout/NameandTitleOrganizationalChart"/>
    <dgm:cxn modelId="{C543CB51-CE45-4CCA-BCF3-6EA274A5A54F}" type="presParOf" srcId="{E80BB46C-D5F4-4CD3-9F4A-F0CD52BE7C3E}" destId="{1C32D948-7772-4656-BCBB-BD0518FE821E}" srcOrd="2" destOrd="0" presId="urn:microsoft.com/office/officeart/2008/layout/NameandTitleOrganizationalChart"/>
    <dgm:cxn modelId="{9C32AEAB-9916-418B-9CF6-F59057D6E761}" type="presParOf" srcId="{FC1A3472-E03A-4025-A696-52F935CD1326}" destId="{E66068B0-2449-4175-8BB8-57B9E04B28B6}" srcOrd="1" destOrd="0" presId="urn:microsoft.com/office/officeart/2008/layout/NameandTitleOrganizationalChart"/>
    <dgm:cxn modelId="{CF4EE604-A8B2-4684-8ABE-EBED1A53C13E}" type="presParOf" srcId="{E66068B0-2449-4175-8BB8-57B9E04B28B6}" destId="{2E29CF7B-430D-4896-8EC5-422DBAAB0250}" srcOrd="0" destOrd="0" presId="urn:microsoft.com/office/officeart/2008/layout/NameandTitleOrganizationalChart"/>
    <dgm:cxn modelId="{2BFEB002-1AC7-4D18-9E38-29BEF180ED35}" type="presParOf" srcId="{E66068B0-2449-4175-8BB8-57B9E04B28B6}" destId="{52A1565B-AAF8-425B-B87C-81DB271CEEDB}" srcOrd="1" destOrd="0" presId="urn:microsoft.com/office/officeart/2008/layout/NameandTitleOrganizationalChart"/>
    <dgm:cxn modelId="{31148739-8386-4368-A8E0-7235B1D6AC19}" type="presParOf" srcId="{52A1565B-AAF8-425B-B87C-81DB271CEEDB}" destId="{D59F1F59-EBE9-4291-BE00-1382558422A8}" srcOrd="0" destOrd="0" presId="urn:microsoft.com/office/officeart/2008/layout/NameandTitleOrganizationalChart"/>
    <dgm:cxn modelId="{053DA4EC-8840-455C-8960-67D7DD0B5B08}" type="presParOf" srcId="{D59F1F59-EBE9-4291-BE00-1382558422A8}" destId="{B02D519E-1B93-47E3-AA27-546053CB2073}" srcOrd="0" destOrd="0" presId="urn:microsoft.com/office/officeart/2008/layout/NameandTitleOrganizationalChart"/>
    <dgm:cxn modelId="{DA8FA745-14D9-4465-AE6C-838B20C976F9}" type="presParOf" srcId="{D59F1F59-EBE9-4291-BE00-1382558422A8}" destId="{7173C486-F1CB-4229-A686-5DA74591F4AF}" srcOrd="1" destOrd="0" presId="urn:microsoft.com/office/officeart/2008/layout/NameandTitleOrganizationalChart"/>
    <dgm:cxn modelId="{D7C8C446-2EC0-4558-B27B-F0B9A4918599}" type="presParOf" srcId="{D59F1F59-EBE9-4291-BE00-1382558422A8}" destId="{28209DD6-9008-4AA4-A293-2E768D101976}" srcOrd="2" destOrd="0" presId="urn:microsoft.com/office/officeart/2008/layout/NameandTitleOrganizationalChart"/>
    <dgm:cxn modelId="{45849147-66D4-4B95-888C-709B28373024}" type="presParOf" srcId="{52A1565B-AAF8-425B-B87C-81DB271CEEDB}" destId="{D80A8FE2-99F1-4134-8176-8556BBA07F55}" srcOrd="1" destOrd="0" presId="urn:microsoft.com/office/officeart/2008/layout/NameandTitleOrganizationalChart"/>
    <dgm:cxn modelId="{DF8A97E1-0DE2-41F1-9B9F-87606C524092}" type="presParOf" srcId="{52A1565B-AAF8-425B-B87C-81DB271CEEDB}" destId="{0791F581-4071-47AB-B214-E5AA5116C68D}" srcOrd="2" destOrd="0" presId="urn:microsoft.com/office/officeart/2008/layout/NameandTitleOrganizationalChart"/>
    <dgm:cxn modelId="{A295801D-D8CA-43F2-B54C-FA15185F7255}" type="presParOf" srcId="{E66068B0-2449-4175-8BB8-57B9E04B28B6}" destId="{5C47F5F0-B83D-4979-A9BE-79583181A84E}" srcOrd="2" destOrd="0" presId="urn:microsoft.com/office/officeart/2008/layout/NameandTitleOrganizationalChart"/>
    <dgm:cxn modelId="{E85C52EF-19D4-4608-81AD-4C80C646C9A0}" type="presParOf" srcId="{E66068B0-2449-4175-8BB8-57B9E04B28B6}" destId="{7FC0AAEE-672D-44E1-B854-B08BB4E90A64}" srcOrd="3" destOrd="0" presId="urn:microsoft.com/office/officeart/2008/layout/NameandTitleOrganizationalChart"/>
    <dgm:cxn modelId="{8E8D165C-5FE7-4E1C-A32C-DAB021BBFC37}" type="presParOf" srcId="{7FC0AAEE-672D-44E1-B854-B08BB4E90A64}" destId="{DE29CF57-8D40-4E6A-9C12-10F9917E092A}" srcOrd="0" destOrd="0" presId="urn:microsoft.com/office/officeart/2008/layout/NameandTitleOrganizationalChart"/>
    <dgm:cxn modelId="{286ED5DD-9FE2-48F0-84DB-A1A47AC97CA5}" type="presParOf" srcId="{DE29CF57-8D40-4E6A-9C12-10F9917E092A}" destId="{D39E5458-9714-45B3-A958-80D9D49A9774}" srcOrd="0" destOrd="0" presId="urn:microsoft.com/office/officeart/2008/layout/NameandTitleOrganizationalChart"/>
    <dgm:cxn modelId="{07422177-CE69-44C3-8AF3-D0CC71AEBD3C}" type="presParOf" srcId="{DE29CF57-8D40-4E6A-9C12-10F9917E092A}" destId="{1A192A3A-320F-4CE0-84CD-E51B482CDCE0}" srcOrd="1" destOrd="0" presId="urn:microsoft.com/office/officeart/2008/layout/NameandTitleOrganizationalChart"/>
    <dgm:cxn modelId="{2E6036AF-8252-4EA2-ADB4-B38CD918AAC9}" type="presParOf" srcId="{DE29CF57-8D40-4E6A-9C12-10F9917E092A}" destId="{A283211B-04C8-4AA2-9C08-BC7EA83D1E7D}" srcOrd="2" destOrd="0" presId="urn:microsoft.com/office/officeart/2008/layout/NameandTitleOrganizationalChart"/>
    <dgm:cxn modelId="{5FFC7B1D-3325-46F4-BCA7-F3FA70EE9E21}" type="presParOf" srcId="{7FC0AAEE-672D-44E1-B854-B08BB4E90A64}" destId="{8C7807E9-9C9E-4F95-88F8-D9686772D988}" srcOrd="1" destOrd="0" presId="urn:microsoft.com/office/officeart/2008/layout/NameandTitleOrganizationalChart"/>
    <dgm:cxn modelId="{227BC400-56F7-4FBF-9B05-E6329172C342}" type="presParOf" srcId="{7FC0AAEE-672D-44E1-B854-B08BB4E90A64}" destId="{6DE26847-D9A5-43D1-8412-3EAF3C82547C}" srcOrd="2" destOrd="0" presId="urn:microsoft.com/office/officeart/2008/layout/NameandTitleOrganizationalChart"/>
    <dgm:cxn modelId="{20BF98CC-C9FB-4359-BDC0-AB4C20259030}" type="presParOf" srcId="{E66068B0-2449-4175-8BB8-57B9E04B28B6}" destId="{42CBCB73-48A7-4073-84AC-270FDBD6FC73}" srcOrd="4" destOrd="0" presId="urn:microsoft.com/office/officeart/2008/layout/NameandTitleOrganizationalChart"/>
    <dgm:cxn modelId="{CB31B0B9-31BA-4D3E-ABD6-B34B7AB50859}" type="presParOf" srcId="{E66068B0-2449-4175-8BB8-57B9E04B28B6}" destId="{3C234222-FD89-4565-8A27-851C012F1785}" srcOrd="5" destOrd="0" presId="urn:microsoft.com/office/officeart/2008/layout/NameandTitleOrganizationalChart"/>
    <dgm:cxn modelId="{52A19F79-D2A4-45D2-A648-A53386D92564}" type="presParOf" srcId="{3C234222-FD89-4565-8A27-851C012F1785}" destId="{E2598BA1-8924-43B2-83DF-95EF5D7D9E16}" srcOrd="0" destOrd="0" presId="urn:microsoft.com/office/officeart/2008/layout/NameandTitleOrganizationalChart"/>
    <dgm:cxn modelId="{D79F8A56-59BC-4BC4-96E4-C7435F27C2EE}" type="presParOf" srcId="{E2598BA1-8924-43B2-83DF-95EF5D7D9E16}" destId="{BE3777FF-5115-4F04-A268-371EF7D00AED}" srcOrd="0" destOrd="0" presId="urn:microsoft.com/office/officeart/2008/layout/NameandTitleOrganizationalChart"/>
    <dgm:cxn modelId="{348978F2-C960-436C-BBAB-99E13DCE5E7D}" type="presParOf" srcId="{E2598BA1-8924-43B2-83DF-95EF5D7D9E16}" destId="{63E1A4FF-7411-4306-8993-989A1355013A}" srcOrd="1" destOrd="0" presId="urn:microsoft.com/office/officeart/2008/layout/NameandTitleOrganizationalChart"/>
    <dgm:cxn modelId="{3E4397DC-75DC-4BCE-92BA-C6A02C2F51DE}" type="presParOf" srcId="{E2598BA1-8924-43B2-83DF-95EF5D7D9E16}" destId="{6D53E03E-2CE6-4D7A-BDE2-716CDFFE8CDA}" srcOrd="2" destOrd="0" presId="urn:microsoft.com/office/officeart/2008/layout/NameandTitleOrganizationalChart"/>
    <dgm:cxn modelId="{16670436-462F-4E96-9D76-4E3C11CBF242}" type="presParOf" srcId="{3C234222-FD89-4565-8A27-851C012F1785}" destId="{520F7861-2587-45A6-B5A4-42826030722C}" srcOrd="1" destOrd="0" presId="urn:microsoft.com/office/officeart/2008/layout/NameandTitleOrganizationalChart"/>
    <dgm:cxn modelId="{A90998FD-B555-44DB-9999-0A7AA365012A}" type="presParOf" srcId="{3C234222-FD89-4565-8A27-851C012F1785}" destId="{D8DDC01A-B736-4D93-81DC-9751BCEAD6E1}" srcOrd="2" destOrd="0" presId="urn:microsoft.com/office/officeart/2008/layout/NameandTitleOrganizationalChart"/>
    <dgm:cxn modelId="{C6A40EB1-6EBE-478B-B5A1-68D42125B9F9}" type="presParOf" srcId="{E66068B0-2449-4175-8BB8-57B9E04B28B6}" destId="{F298634E-6213-4AC5-B6D6-3783B22BBE44}" srcOrd="6" destOrd="0" presId="urn:microsoft.com/office/officeart/2008/layout/NameandTitleOrganizationalChart"/>
    <dgm:cxn modelId="{66C6ECCD-F15A-4834-8894-B207A51FD40F}" type="presParOf" srcId="{E66068B0-2449-4175-8BB8-57B9E04B28B6}" destId="{AD30ABB7-74FC-42C1-B34F-462390F2D4B8}" srcOrd="7" destOrd="0" presId="urn:microsoft.com/office/officeart/2008/layout/NameandTitleOrganizationalChart"/>
    <dgm:cxn modelId="{E0609F56-FA8B-47CC-B6E7-16651655C58C}" type="presParOf" srcId="{AD30ABB7-74FC-42C1-B34F-462390F2D4B8}" destId="{D15A97D9-ACF8-4F16-945D-E818C8D843BE}" srcOrd="0" destOrd="0" presId="urn:microsoft.com/office/officeart/2008/layout/NameandTitleOrganizationalChart"/>
    <dgm:cxn modelId="{F50D04DA-AD1F-4EC0-8F5D-CE55C826319F}" type="presParOf" srcId="{D15A97D9-ACF8-4F16-945D-E818C8D843BE}" destId="{8BE61BDA-39EB-4E62-A3F3-036522EDE285}" srcOrd="0" destOrd="0" presId="urn:microsoft.com/office/officeart/2008/layout/NameandTitleOrganizationalChart"/>
    <dgm:cxn modelId="{6DD33F08-3D1D-4DF2-9704-951D4BC7C0FE}" type="presParOf" srcId="{D15A97D9-ACF8-4F16-945D-E818C8D843BE}" destId="{4EB7DBB2-1264-4594-8180-A4D2E51253C8}" srcOrd="1" destOrd="0" presId="urn:microsoft.com/office/officeart/2008/layout/NameandTitleOrganizationalChart"/>
    <dgm:cxn modelId="{8DD7D112-126B-4388-8748-0C8A5B391D01}" type="presParOf" srcId="{D15A97D9-ACF8-4F16-945D-E818C8D843BE}" destId="{4390410C-8B6B-4F70-9E9A-1F1AD8D93E5D}" srcOrd="2" destOrd="0" presId="urn:microsoft.com/office/officeart/2008/layout/NameandTitleOrganizationalChart"/>
    <dgm:cxn modelId="{6EEFB8C8-35FC-48D0-A0FA-33C11B68C8D1}" type="presParOf" srcId="{AD30ABB7-74FC-42C1-B34F-462390F2D4B8}" destId="{9A2DE39E-9C17-418C-AFD3-35E9EA6C502A}" srcOrd="1" destOrd="0" presId="urn:microsoft.com/office/officeart/2008/layout/NameandTitleOrganizationalChart"/>
    <dgm:cxn modelId="{276BA7B0-F226-4514-A16D-95A6495BED0D}" type="presParOf" srcId="{AD30ABB7-74FC-42C1-B34F-462390F2D4B8}" destId="{89C0EDC2-FA1E-4B93-A09E-0DBF85A7B24B}" srcOrd="2" destOrd="0" presId="urn:microsoft.com/office/officeart/2008/layout/NameandTitleOrganizationalChart"/>
    <dgm:cxn modelId="{DD9C6577-2A9D-4C8C-A93A-7C051185F87D}" type="presParOf" srcId="{FC1A3472-E03A-4025-A696-52F935CD1326}" destId="{E2887B3D-75AC-4504-B736-40646DB1538F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98634E-6213-4AC5-B6D6-3783B22BBE44}">
      <dsp:nvSpPr>
        <dsp:cNvPr id="0" name=""/>
        <dsp:cNvSpPr/>
      </dsp:nvSpPr>
      <dsp:spPr>
        <a:xfrm>
          <a:off x="3193765" y="1324160"/>
          <a:ext cx="2506180" cy="3725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093"/>
              </a:lnTo>
              <a:lnTo>
                <a:pt x="2506180" y="222093"/>
              </a:lnTo>
              <a:lnTo>
                <a:pt x="2506180" y="372543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CBCB73-48A7-4073-84AC-270FDBD6FC73}">
      <dsp:nvSpPr>
        <dsp:cNvPr id="0" name=""/>
        <dsp:cNvSpPr/>
      </dsp:nvSpPr>
      <dsp:spPr>
        <a:xfrm>
          <a:off x="3193765" y="1324160"/>
          <a:ext cx="835393" cy="3725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093"/>
              </a:lnTo>
              <a:lnTo>
                <a:pt x="835393" y="222093"/>
              </a:lnTo>
              <a:lnTo>
                <a:pt x="835393" y="372543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47F5F0-B83D-4979-A9BE-79583181A84E}">
      <dsp:nvSpPr>
        <dsp:cNvPr id="0" name=""/>
        <dsp:cNvSpPr/>
      </dsp:nvSpPr>
      <dsp:spPr>
        <a:xfrm>
          <a:off x="2358371" y="1324160"/>
          <a:ext cx="835393" cy="372543"/>
        </a:xfrm>
        <a:custGeom>
          <a:avLst/>
          <a:gdLst/>
          <a:ahLst/>
          <a:cxnLst/>
          <a:rect l="0" t="0" r="0" b="0"/>
          <a:pathLst>
            <a:path>
              <a:moveTo>
                <a:pt x="835393" y="0"/>
              </a:moveTo>
              <a:lnTo>
                <a:pt x="835393" y="222093"/>
              </a:lnTo>
              <a:lnTo>
                <a:pt x="0" y="222093"/>
              </a:lnTo>
              <a:lnTo>
                <a:pt x="0" y="372543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29CF7B-430D-4896-8EC5-422DBAAB0250}">
      <dsp:nvSpPr>
        <dsp:cNvPr id="0" name=""/>
        <dsp:cNvSpPr/>
      </dsp:nvSpPr>
      <dsp:spPr>
        <a:xfrm>
          <a:off x="687585" y="1324160"/>
          <a:ext cx="2506180" cy="372543"/>
        </a:xfrm>
        <a:custGeom>
          <a:avLst/>
          <a:gdLst/>
          <a:ahLst/>
          <a:cxnLst/>
          <a:rect l="0" t="0" r="0" b="0"/>
          <a:pathLst>
            <a:path>
              <a:moveTo>
                <a:pt x="2506180" y="0"/>
              </a:moveTo>
              <a:lnTo>
                <a:pt x="2506180" y="222093"/>
              </a:lnTo>
              <a:lnTo>
                <a:pt x="0" y="222093"/>
              </a:lnTo>
              <a:lnTo>
                <a:pt x="0" y="372543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8A2E6F-D244-4013-A0E8-4A18F6B92893}">
      <dsp:nvSpPr>
        <dsp:cNvPr id="0" name=""/>
        <dsp:cNvSpPr/>
      </dsp:nvSpPr>
      <dsp:spPr>
        <a:xfrm>
          <a:off x="2571089" y="679372"/>
          <a:ext cx="1245350" cy="6447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9098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>
              <a:latin typeface="Beo" panose="02000000000000000000" pitchFamily="50" charset="0"/>
            </a:rPr>
            <a:t>Diego Martínez Villanueva </a:t>
          </a:r>
        </a:p>
      </dsp:txBody>
      <dsp:txXfrm>
        <a:off x="2571089" y="679372"/>
        <a:ext cx="1245350" cy="644787"/>
      </dsp:txXfrm>
    </dsp:sp>
    <dsp:sp modelId="{03CFCF00-E239-485B-A59A-A13ACE06DF97}">
      <dsp:nvSpPr>
        <dsp:cNvPr id="0" name=""/>
        <dsp:cNvSpPr/>
      </dsp:nvSpPr>
      <dsp:spPr>
        <a:xfrm>
          <a:off x="2820160" y="1180874"/>
          <a:ext cx="1120815" cy="214929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>
              <a:latin typeface="Beo" panose="02000000000000000000" pitchFamily="50" charset="0"/>
            </a:rPr>
            <a:t>Project Manager</a:t>
          </a:r>
        </a:p>
      </dsp:txBody>
      <dsp:txXfrm>
        <a:off x="2820160" y="1180874"/>
        <a:ext cx="1120815" cy="214929"/>
      </dsp:txXfrm>
    </dsp:sp>
    <dsp:sp modelId="{B02D519E-1B93-47E3-AA27-546053CB2073}">
      <dsp:nvSpPr>
        <dsp:cNvPr id="0" name=""/>
        <dsp:cNvSpPr/>
      </dsp:nvSpPr>
      <dsp:spPr>
        <a:xfrm>
          <a:off x="64909" y="1696704"/>
          <a:ext cx="1245350" cy="6447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9098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>
              <a:latin typeface="Beo" panose="02000000000000000000" pitchFamily="50" charset="0"/>
            </a:rPr>
            <a:t>Ana Ruipérez Gómez</a:t>
          </a:r>
        </a:p>
      </dsp:txBody>
      <dsp:txXfrm>
        <a:off x="64909" y="1696704"/>
        <a:ext cx="1245350" cy="644787"/>
      </dsp:txXfrm>
    </dsp:sp>
    <dsp:sp modelId="{7173C486-F1CB-4229-A686-5DA74591F4AF}">
      <dsp:nvSpPr>
        <dsp:cNvPr id="0" name=""/>
        <dsp:cNvSpPr/>
      </dsp:nvSpPr>
      <dsp:spPr>
        <a:xfrm>
          <a:off x="313979" y="2198205"/>
          <a:ext cx="1120815" cy="214929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2794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>
              <a:latin typeface="Beo" panose="02000000000000000000" pitchFamily="50" charset="0"/>
            </a:rPr>
            <a:t>Calidad y Finanzas</a:t>
          </a:r>
        </a:p>
      </dsp:txBody>
      <dsp:txXfrm>
        <a:off x="313979" y="2198205"/>
        <a:ext cx="1120815" cy="214929"/>
      </dsp:txXfrm>
    </dsp:sp>
    <dsp:sp modelId="{D39E5458-9714-45B3-A958-80D9D49A9774}">
      <dsp:nvSpPr>
        <dsp:cNvPr id="0" name=""/>
        <dsp:cNvSpPr/>
      </dsp:nvSpPr>
      <dsp:spPr>
        <a:xfrm>
          <a:off x="1735696" y="1696704"/>
          <a:ext cx="1245350" cy="6447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9098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>
              <a:latin typeface="Beo" panose="02000000000000000000" pitchFamily="50" charset="0"/>
            </a:rPr>
            <a:t>Miguel Briso-Montiano Marco</a:t>
          </a:r>
        </a:p>
      </dsp:txBody>
      <dsp:txXfrm>
        <a:off x="1735696" y="1696704"/>
        <a:ext cx="1245350" cy="644787"/>
      </dsp:txXfrm>
    </dsp:sp>
    <dsp:sp modelId="{1A192A3A-320F-4CE0-84CD-E51B482CDCE0}">
      <dsp:nvSpPr>
        <dsp:cNvPr id="0" name=""/>
        <dsp:cNvSpPr/>
      </dsp:nvSpPr>
      <dsp:spPr>
        <a:xfrm>
          <a:off x="1984766" y="2198205"/>
          <a:ext cx="1120815" cy="214929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>
              <a:latin typeface="Beo" panose="02000000000000000000" pitchFamily="50" charset="0"/>
            </a:rPr>
            <a:t>Ingeniería</a:t>
          </a:r>
        </a:p>
      </dsp:txBody>
      <dsp:txXfrm>
        <a:off x="1984766" y="2198205"/>
        <a:ext cx="1120815" cy="214929"/>
      </dsp:txXfrm>
    </dsp:sp>
    <dsp:sp modelId="{BE3777FF-5115-4F04-A268-371EF7D00AED}">
      <dsp:nvSpPr>
        <dsp:cNvPr id="0" name=""/>
        <dsp:cNvSpPr/>
      </dsp:nvSpPr>
      <dsp:spPr>
        <a:xfrm>
          <a:off x="3406483" y="1696704"/>
          <a:ext cx="1245350" cy="6447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9098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>
              <a:latin typeface="Beo" panose="02000000000000000000" pitchFamily="50" charset="0"/>
            </a:rPr>
            <a:t>David Ramos Somolinos</a:t>
          </a:r>
        </a:p>
      </dsp:txBody>
      <dsp:txXfrm>
        <a:off x="3406483" y="1696704"/>
        <a:ext cx="1245350" cy="644787"/>
      </dsp:txXfrm>
    </dsp:sp>
    <dsp:sp modelId="{63E1A4FF-7411-4306-8993-989A1355013A}">
      <dsp:nvSpPr>
        <dsp:cNvPr id="0" name=""/>
        <dsp:cNvSpPr/>
      </dsp:nvSpPr>
      <dsp:spPr>
        <a:xfrm>
          <a:off x="3655553" y="2198205"/>
          <a:ext cx="1120815" cy="214929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>
              <a:latin typeface="Beo" panose="02000000000000000000" pitchFamily="50" charset="0"/>
            </a:rPr>
            <a:t>Marketing</a:t>
          </a:r>
        </a:p>
      </dsp:txBody>
      <dsp:txXfrm>
        <a:off x="3655553" y="2198205"/>
        <a:ext cx="1120815" cy="214929"/>
      </dsp:txXfrm>
    </dsp:sp>
    <dsp:sp modelId="{8BE61BDA-39EB-4E62-A3F3-036522EDE285}">
      <dsp:nvSpPr>
        <dsp:cNvPr id="0" name=""/>
        <dsp:cNvSpPr/>
      </dsp:nvSpPr>
      <dsp:spPr>
        <a:xfrm>
          <a:off x="5077270" y="1696704"/>
          <a:ext cx="1245350" cy="6447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9098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>
              <a:latin typeface="Beo" panose="02000000000000000000" pitchFamily="50" charset="0"/>
            </a:rPr>
            <a:t>Rafael Hidalgo Cazallas</a:t>
          </a:r>
        </a:p>
      </dsp:txBody>
      <dsp:txXfrm>
        <a:off x="5077270" y="1696704"/>
        <a:ext cx="1245350" cy="644787"/>
      </dsp:txXfrm>
    </dsp:sp>
    <dsp:sp modelId="{4EB7DBB2-1264-4594-8180-A4D2E51253C8}">
      <dsp:nvSpPr>
        <dsp:cNvPr id="0" name=""/>
        <dsp:cNvSpPr/>
      </dsp:nvSpPr>
      <dsp:spPr>
        <a:xfrm>
          <a:off x="5326340" y="2198205"/>
          <a:ext cx="1120815" cy="214929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>
              <a:latin typeface="Beo" panose="02000000000000000000" pitchFamily="50" charset="0"/>
            </a:rPr>
            <a:t>RRHH y Legal</a:t>
          </a:r>
        </a:p>
      </dsp:txBody>
      <dsp:txXfrm>
        <a:off x="5326340" y="2198205"/>
        <a:ext cx="1120815" cy="2149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87664-9A81-4C30-B00E-086D7682555D}" type="datetimeFigureOut">
              <a:rPr lang="es-ES" smtClean="0"/>
              <a:t>15/11/2017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D0914-BE73-4526-BE50-7D2C8FE4176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17623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9814-11DC-4D84-8D7A-26552E308B82}" type="datetime1">
              <a:rPr lang="es-ES" smtClean="0"/>
              <a:t>15/11/2017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27281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76CAE-BC68-49C7-982F-9EB047EB0874}" type="datetime1">
              <a:rPr lang="es-ES" smtClean="0"/>
              <a:t>15/11/2017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16613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8C20-DF67-4178-866A-EBAC7813DB57}" type="datetime1">
              <a:rPr lang="es-ES" smtClean="0"/>
              <a:t>15/11/2017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47458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82A3A-473D-4739-807D-FEFBB9EAB0BD}" type="datetime1">
              <a:rPr lang="es-ES" smtClean="0"/>
              <a:t>15/11/2017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4863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EF0F1-FEF7-4F46-844B-A690114A2B14}" type="datetime1">
              <a:rPr lang="es-ES" smtClean="0"/>
              <a:t>15/11/2017</a:t>
            </a:fld>
            <a:endParaRPr lang="es-E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6843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FA3F-B7A8-4E94-A167-2393087AE568}" type="datetime1">
              <a:rPr lang="es-ES" smtClean="0"/>
              <a:t>15/11/2017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68800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C0028-49A9-4CD8-948A-E8E19E98A56C}" type="datetime1">
              <a:rPr lang="es-ES" smtClean="0"/>
              <a:t>15/11/2017</a:t>
            </a:fld>
            <a:endParaRPr lang="es-E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23173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792E-1FDE-4C2D-B298-0F6524884C84}" type="datetime1">
              <a:rPr lang="es-ES" smtClean="0"/>
              <a:t>15/11/2017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06118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8FA7C-B816-496A-8AB0-BCCEF13A7939}" type="datetime1">
              <a:rPr lang="es-ES" smtClean="0"/>
              <a:t>15/11/2017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57195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8482F-3950-4C59-BC2F-6C215FD7B789}" type="datetime1">
              <a:rPr lang="es-ES" smtClean="0"/>
              <a:t>15/11/2017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87532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20449-E27A-4DFF-91E3-D13BC226ADB8}" type="datetime1">
              <a:rPr lang="es-ES" smtClean="0"/>
              <a:t>15/11/2017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42889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4F18F-B892-49C5-9B73-1D1960AFF417}" type="datetime1">
              <a:rPr lang="es-ES" smtClean="0"/>
              <a:t>15/11/2017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194BE-237D-4B68-B51C-5579FD7BFB7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98939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riángulo rectángulo 24">
            <a:extLst>
              <a:ext uri="{FF2B5EF4-FFF2-40B4-BE49-F238E27FC236}">
                <a16:creationId xmlns:a16="http://schemas.microsoft.com/office/drawing/2014/main" id="{136B0760-5C66-47B2-9629-F2731F8193A4}"/>
              </a:ext>
            </a:extLst>
          </p:cNvPr>
          <p:cNvSpPr/>
          <p:nvPr/>
        </p:nvSpPr>
        <p:spPr>
          <a:xfrm flipH="1">
            <a:off x="-431782" y="-1573789"/>
            <a:ext cx="11679790" cy="8713131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2070CBA2-1318-41B0-A943-32C9BE8EA976}"/>
              </a:ext>
            </a:extLst>
          </p:cNvPr>
          <p:cNvSpPr/>
          <p:nvPr/>
        </p:nvSpPr>
        <p:spPr>
          <a:xfrm rot="515495">
            <a:off x="809215" y="1886344"/>
            <a:ext cx="3817511" cy="3766968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E8A6A603-BFCA-4708-B0F2-122323CAC691}"/>
              </a:ext>
            </a:extLst>
          </p:cNvPr>
          <p:cNvGrpSpPr/>
          <p:nvPr/>
        </p:nvGrpSpPr>
        <p:grpSpPr>
          <a:xfrm>
            <a:off x="863943" y="1003271"/>
            <a:ext cx="3708061" cy="5052120"/>
            <a:chOff x="3929773" y="304978"/>
            <a:chExt cx="4944081" cy="6736159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724F57C7-2499-4302-B086-F62B963DA6BE}"/>
                </a:ext>
              </a:extLst>
            </p:cNvPr>
            <p:cNvSpPr/>
            <p:nvPr/>
          </p:nvSpPr>
          <p:spPr>
            <a:xfrm rot="515495">
              <a:off x="3929773" y="1546647"/>
              <a:ext cx="4944081" cy="486126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350" dirty="0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C0CA6C00-10CC-4422-9907-373981DDA256}"/>
                </a:ext>
              </a:extLst>
            </p:cNvPr>
            <p:cNvSpPr txBox="1"/>
            <p:nvPr/>
          </p:nvSpPr>
          <p:spPr>
            <a:xfrm>
              <a:off x="5130273" y="304978"/>
              <a:ext cx="1271539" cy="3200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5000" dirty="0">
                  <a:solidFill>
                    <a:schemeClr val="bg1"/>
                  </a:solidFill>
                  <a:latin typeface="Beo" panose="02000000000000000000" pitchFamily="50" charset="0"/>
                </a:rPr>
                <a:t>o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7D4548D2-E7F5-4B14-987D-96920BAF2DCF}"/>
                </a:ext>
              </a:extLst>
            </p:cNvPr>
            <p:cNvSpPr txBox="1"/>
            <p:nvPr/>
          </p:nvSpPr>
          <p:spPr>
            <a:xfrm>
              <a:off x="6683343" y="4004817"/>
              <a:ext cx="1378423" cy="2893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500" dirty="0">
                  <a:solidFill>
                    <a:schemeClr val="bg1"/>
                  </a:solidFill>
                  <a:latin typeface="Beo" panose="02000000000000000000" pitchFamily="50" charset="0"/>
                </a:rPr>
                <a:t>e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E52689A4-ACA8-414D-8D92-F667AA553516}"/>
                </a:ext>
              </a:extLst>
            </p:cNvPr>
            <p:cNvSpPr txBox="1"/>
            <p:nvPr/>
          </p:nvSpPr>
          <p:spPr>
            <a:xfrm>
              <a:off x="5441469" y="1545019"/>
              <a:ext cx="2269972" cy="47395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499" dirty="0">
                  <a:solidFill>
                    <a:schemeClr val="bg1"/>
                  </a:solidFill>
                  <a:latin typeface="Beo" panose="02000000000000000000" pitchFamily="50" charset="0"/>
                </a:rPr>
                <a:t>N</a:t>
              </a:r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E4F93982-8B47-4915-A34E-ECBFBFA1C44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546496" y="4859395"/>
              <a:ext cx="4363485" cy="0"/>
            </a:xfrm>
            <a:prstGeom prst="line">
              <a:avLst/>
            </a:prstGeom>
            <a:ln w="1746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C39A7C36-F981-435B-BF82-C46BCDE21B0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78415" y="3063647"/>
              <a:ext cx="4043850" cy="0"/>
            </a:xfrm>
            <a:prstGeom prst="line">
              <a:avLst/>
            </a:prstGeom>
            <a:ln w="1714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DD056B2D-CCD5-4BBB-B930-B734668010F6}"/>
                </a:ext>
              </a:extLst>
            </p:cNvPr>
            <p:cNvSpPr/>
            <p:nvPr/>
          </p:nvSpPr>
          <p:spPr>
            <a:xfrm rot="17968448">
              <a:off x="4171042" y="1646709"/>
              <a:ext cx="4377912" cy="4458180"/>
            </a:xfrm>
            <a:prstGeom prst="rect">
              <a:avLst/>
            </a:prstGeom>
            <a:noFill/>
          </p:spPr>
          <p:txBody>
            <a:bodyPr spcFirstLastPara="1" wrap="none" lIns="68580" tIns="34290" rIns="68580" bIns="34290" numCol="1">
              <a:prstTxWarp prst="textButton">
                <a:avLst>
                  <a:gd name="adj" fmla="val 7785257"/>
                </a:avLst>
              </a:prstTxWarp>
              <a:spAutoFit/>
            </a:bodyPr>
            <a:lstStyle/>
            <a:p>
              <a:pPr algn="ctr"/>
              <a:r>
                <a:rPr lang="es-ES" sz="15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Beo" panose="02000000000000000000" pitchFamily="50" charset="0"/>
                </a:rPr>
                <a:t>Def-Con</a:t>
              </a:r>
            </a:p>
          </p:txBody>
        </p:sp>
      </p:grp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E0B6F7D-E000-4CBD-AC4B-110340607666}"/>
              </a:ext>
            </a:extLst>
          </p:cNvPr>
          <p:cNvSpPr txBox="1"/>
          <p:nvPr/>
        </p:nvSpPr>
        <p:spPr>
          <a:xfrm>
            <a:off x="3479296" y="2791815"/>
            <a:ext cx="6547541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500" dirty="0">
                <a:solidFill>
                  <a:schemeClr val="bg1"/>
                </a:solidFill>
                <a:latin typeface="Beo" panose="02000000000000000000" pitchFamily="50" charset="0"/>
              </a:rPr>
              <a:t>Calidad</a:t>
            </a:r>
          </a:p>
          <a:p>
            <a:pPr algn="ctr"/>
            <a:r>
              <a:rPr lang="es-ES" sz="4500" dirty="0">
                <a:solidFill>
                  <a:schemeClr val="bg1"/>
                </a:solidFill>
                <a:latin typeface="Beo" panose="02000000000000000000" pitchFamily="50" charset="0"/>
              </a:rPr>
              <a:t>y </a:t>
            </a:r>
          </a:p>
          <a:p>
            <a:pPr algn="ctr"/>
            <a:r>
              <a:rPr lang="es-ES" sz="4500" dirty="0">
                <a:solidFill>
                  <a:schemeClr val="bg1"/>
                </a:solidFill>
                <a:latin typeface="Beo" panose="02000000000000000000" pitchFamily="50" charset="0"/>
              </a:rPr>
              <a:t>Recursos Humanos</a:t>
            </a:r>
          </a:p>
        </p:txBody>
      </p:sp>
    </p:spTree>
    <p:extLst>
      <p:ext uri="{BB962C8B-B14F-4D97-AF65-F5344CB8AC3E}">
        <p14:creationId xmlns:p14="http://schemas.microsoft.com/office/powerpoint/2010/main" val="1329043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4F8210A0-4146-4C35-849D-A25EBE8DC9F4}"/>
              </a:ext>
            </a:extLst>
          </p:cNvPr>
          <p:cNvGrpSpPr/>
          <p:nvPr/>
        </p:nvGrpSpPr>
        <p:grpSpPr>
          <a:xfrm>
            <a:off x="5706904" y="5995511"/>
            <a:ext cx="3437096" cy="862489"/>
            <a:chOff x="0" y="0"/>
            <a:chExt cx="4583178" cy="1150303"/>
          </a:xfrm>
        </p:grpSpPr>
        <p:sp>
          <p:nvSpPr>
            <p:cNvPr id="9" name="Triángulo isósceles 8">
              <a:extLst>
                <a:ext uri="{FF2B5EF4-FFF2-40B4-BE49-F238E27FC236}">
                  <a16:creationId xmlns:a16="http://schemas.microsoft.com/office/drawing/2014/main" id="{659B73CF-92A4-4D97-BDAB-BED679F8DCD0}"/>
                </a:ext>
              </a:extLst>
            </p:cNvPr>
            <p:cNvSpPr/>
            <p:nvPr/>
          </p:nvSpPr>
          <p:spPr>
            <a:xfrm>
              <a:off x="2028412" y="250963"/>
              <a:ext cx="2548255" cy="895182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0" name="Triángulo isósceles 9">
              <a:extLst>
                <a:ext uri="{FF2B5EF4-FFF2-40B4-BE49-F238E27FC236}">
                  <a16:creationId xmlns:a16="http://schemas.microsoft.com/office/drawing/2014/main" id="{DA98A6E5-A1C0-485A-8012-0918079336BB}"/>
                </a:ext>
              </a:extLst>
            </p:cNvPr>
            <p:cNvSpPr/>
            <p:nvPr/>
          </p:nvSpPr>
          <p:spPr>
            <a:xfrm rot="16200000">
              <a:off x="1176959" y="-1176959"/>
              <a:ext cx="1148108" cy="3502025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1" name="Triángulo isósceles 10">
              <a:extLst>
                <a:ext uri="{FF2B5EF4-FFF2-40B4-BE49-F238E27FC236}">
                  <a16:creationId xmlns:a16="http://schemas.microsoft.com/office/drawing/2014/main" id="{3F5D1F68-4D3C-48CE-A213-97371A6865DB}"/>
                </a:ext>
              </a:extLst>
            </p:cNvPr>
            <p:cNvSpPr/>
            <p:nvPr/>
          </p:nvSpPr>
          <p:spPr>
            <a:xfrm>
              <a:off x="2339838" y="277467"/>
              <a:ext cx="2243340" cy="872836"/>
            </a:xfrm>
            <a:prstGeom prst="triangle">
              <a:avLst>
                <a:gd name="adj" fmla="val 3622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CA29C-48B3-46CA-BE9C-3244A602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>
                <a:solidFill>
                  <a:schemeClr val="bg1"/>
                </a:solidFill>
              </a:rPr>
              <a:t>2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3052E4EF-C307-4BF3-9FE5-B5F2DA1DE49B}"/>
              </a:ext>
            </a:extLst>
          </p:cNvPr>
          <p:cNvSpPr/>
          <p:nvPr/>
        </p:nvSpPr>
        <p:spPr>
          <a:xfrm>
            <a:off x="68580" y="969850"/>
            <a:ext cx="9075420" cy="582930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eo" panose="02000000000000000000" pitchFamily="50" charset="0"/>
              </a:rPr>
              <a:t>Plan de Gestión de la Calidad</a:t>
            </a:r>
          </a:p>
        </p:txBody>
      </p:sp>
      <p:sp>
        <p:nvSpPr>
          <p:cNvPr id="12" name="Paralelogramo 11">
            <a:extLst>
              <a:ext uri="{FF2B5EF4-FFF2-40B4-BE49-F238E27FC236}">
                <a16:creationId xmlns:a16="http://schemas.microsoft.com/office/drawing/2014/main" id="{DE7FD1A5-A6D6-4EDE-94C2-C0556710E0DE}"/>
              </a:ext>
            </a:extLst>
          </p:cNvPr>
          <p:cNvSpPr/>
          <p:nvPr/>
        </p:nvSpPr>
        <p:spPr>
          <a:xfrm>
            <a:off x="0" y="1740951"/>
            <a:ext cx="7553092" cy="582930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eo" panose="02000000000000000000" pitchFamily="50" charset="0"/>
              </a:rPr>
              <a:t>Roles/Participantes</a:t>
            </a:r>
          </a:p>
        </p:txBody>
      </p: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D813C045-1729-46D0-8484-0361F13A95A6}"/>
              </a:ext>
            </a:extLst>
          </p:cNvPr>
          <p:cNvSpPr/>
          <p:nvPr/>
        </p:nvSpPr>
        <p:spPr>
          <a:xfrm>
            <a:off x="3207886" y="5094779"/>
            <a:ext cx="2626301" cy="58293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latin typeface="Beo" panose="02000000000000000000" pitchFamily="50" charset="0"/>
              </a:rPr>
              <a:t>Responsable de Tarea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F974F410-7240-47F0-B704-6672E8E7B089}"/>
              </a:ext>
            </a:extLst>
          </p:cNvPr>
          <p:cNvCxnSpPr/>
          <p:nvPr/>
        </p:nvCxnSpPr>
        <p:spPr>
          <a:xfrm flipV="1">
            <a:off x="1818863" y="4869907"/>
            <a:ext cx="0" cy="2354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70213315-CBBA-49BD-BCDF-5CD464BA2EE0}"/>
              </a:ext>
            </a:extLst>
          </p:cNvPr>
          <p:cNvCxnSpPr>
            <a:cxnSpLocks/>
          </p:cNvCxnSpPr>
          <p:nvPr/>
        </p:nvCxnSpPr>
        <p:spPr>
          <a:xfrm flipV="1">
            <a:off x="1818864" y="4851234"/>
            <a:ext cx="5477206" cy="186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250A6C0-8455-443F-B1C2-DB88603B3736}"/>
              </a:ext>
            </a:extLst>
          </p:cNvPr>
          <p:cNvCxnSpPr>
            <a:cxnSpLocks/>
          </p:cNvCxnSpPr>
          <p:nvPr/>
        </p:nvCxnSpPr>
        <p:spPr>
          <a:xfrm>
            <a:off x="7296069" y="4855014"/>
            <a:ext cx="0" cy="2503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06D5A34B-A5E0-4E4A-A6FD-C24D5159E3FA}"/>
              </a:ext>
            </a:extLst>
          </p:cNvPr>
          <p:cNvCxnSpPr>
            <a:cxnSpLocks/>
          </p:cNvCxnSpPr>
          <p:nvPr/>
        </p:nvCxnSpPr>
        <p:spPr>
          <a:xfrm flipH="1">
            <a:off x="4593900" y="2448039"/>
            <a:ext cx="31798" cy="264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aralelogramo 19">
            <a:extLst>
              <a:ext uri="{FF2B5EF4-FFF2-40B4-BE49-F238E27FC236}">
                <a16:creationId xmlns:a16="http://schemas.microsoft.com/office/drawing/2014/main" id="{F9FB7655-A26E-4FFD-A6B0-2D437C749FB7}"/>
              </a:ext>
            </a:extLst>
          </p:cNvPr>
          <p:cNvSpPr/>
          <p:nvPr/>
        </p:nvSpPr>
        <p:spPr>
          <a:xfrm>
            <a:off x="3274475" y="2448036"/>
            <a:ext cx="2702446" cy="58293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latin typeface="Beo" panose="02000000000000000000" pitchFamily="50" charset="0"/>
              </a:rPr>
              <a:t>Patrocinador</a:t>
            </a:r>
          </a:p>
        </p:txBody>
      </p:sp>
      <p:sp>
        <p:nvSpPr>
          <p:cNvPr id="21" name="Paralelogramo 20">
            <a:extLst>
              <a:ext uri="{FF2B5EF4-FFF2-40B4-BE49-F238E27FC236}">
                <a16:creationId xmlns:a16="http://schemas.microsoft.com/office/drawing/2014/main" id="{276EEF86-1C1C-457F-832E-71926D1C624B}"/>
              </a:ext>
            </a:extLst>
          </p:cNvPr>
          <p:cNvSpPr/>
          <p:nvPr/>
        </p:nvSpPr>
        <p:spPr>
          <a:xfrm>
            <a:off x="3207886" y="3217404"/>
            <a:ext cx="2702447" cy="58293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latin typeface="Beo" panose="02000000000000000000" pitchFamily="50" charset="0"/>
              </a:rPr>
              <a:t>Gestor del Proyecto</a:t>
            </a:r>
          </a:p>
        </p:txBody>
      </p:sp>
      <p:sp>
        <p:nvSpPr>
          <p:cNvPr id="22" name="Paralelogramo 21">
            <a:extLst>
              <a:ext uri="{FF2B5EF4-FFF2-40B4-BE49-F238E27FC236}">
                <a16:creationId xmlns:a16="http://schemas.microsoft.com/office/drawing/2014/main" id="{3B54BC0A-0E10-4181-B86E-E90FFC2EE90B}"/>
              </a:ext>
            </a:extLst>
          </p:cNvPr>
          <p:cNvSpPr/>
          <p:nvPr/>
        </p:nvSpPr>
        <p:spPr>
          <a:xfrm>
            <a:off x="3237743" y="4003727"/>
            <a:ext cx="2775913" cy="58293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latin typeface="Beo" panose="02000000000000000000" pitchFamily="50" charset="0"/>
              </a:rPr>
              <a:t>Directora de Calidad</a:t>
            </a:r>
          </a:p>
        </p:txBody>
      </p:sp>
      <p:sp>
        <p:nvSpPr>
          <p:cNvPr id="23" name="Paralelogramo 22">
            <a:extLst>
              <a:ext uri="{FF2B5EF4-FFF2-40B4-BE49-F238E27FC236}">
                <a16:creationId xmlns:a16="http://schemas.microsoft.com/office/drawing/2014/main" id="{839CC120-8970-4DA2-83C4-2FA62A3E1AC0}"/>
              </a:ext>
            </a:extLst>
          </p:cNvPr>
          <p:cNvSpPr/>
          <p:nvPr/>
        </p:nvSpPr>
        <p:spPr>
          <a:xfrm>
            <a:off x="505716" y="5138261"/>
            <a:ext cx="2626301" cy="58293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latin typeface="Beo" panose="02000000000000000000" pitchFamily="50" charset="0"/>
              </a:rPr>
              <a:t>Responsable de Tarea</a:t>
            </a:r>
          </a:p>
        </p:txBody>
      </p:sp>
      <p:sp>
        <p:nvSpPr>
          <p:cNvPr id="24" name="Paralelogramo 23">
            <a:extLst>
              <a:ext uri="{FF2B5EF4-FFF2-40B4-BE49-F238E27FC236}">
                <a16:creationId xmlns:a16="http://schemas.microsoft.com/office/drawing/2014/main" id="{839CC120-8970-4DA2-83C4-2FA62A3E1AC0}"/>
              </a:ext>
            </a:extLst>
          </p:cNvPr>
          <p:cNvSpPr/>
          <p:nvPr/>
        </p:nvSpPr>
        <p:spPr>
          <a:xfrm>
            <a:off x="5961067" y="5134483"/>
            <a:ext cx="2626301" cy="58293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latin typeface="Beo" panose="02000000000000000000" pitchFamily="50" charset="0"/>
              </a:rPr>
              <a:t>Responsable de Tarea</a:t>
            </a:r>
          </a:p>
        </p:txBody>
      </p:sp>
    </p:spTree>
    <p:extLst>
      <p:ext uri="{BB962C8B-B14F-4D97-AF65-F5344CB8AC3E}">
        <p14:creationId xmlns:p14="http://schemas.microsoft.com/office/powerpoint/2010/main" val="328956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6E06D4AF-7528-416B-9FB7-E9FCB86E15C2}"/>
              </a:ext>
            </a:extLst>
          </p:cNvPr>
          <p:cNvGrpSpPr/>
          <p:nvPr/>
        </p:nvGrpSpPr>
        <p:grpSpPr>
          <a:xfrm>
            <a:off x="5706904" y="5995511"/>
            <a:ext cx="3437096" cy="862489"/>
            <a:chOff x="0" y="0"/>
            <a:chExt cx="4583178" cy="1150303"/>
          </a:xfrm>
        </p:grpSpPr>
        <p:sp>
          <p:nvSpPr>
            <p:cNvPr id="13" name="Triángulo isósceles 12">
              <a:extLst>
                <a:ext uri="{FF2B5EF4-FFF2-40B4-BE49-F238E27FC236}">
                  <a16:creationId xmlns:a16="http://schemas.microsoft.com/office/drawing/2014/main" id="{3AF26342-1D3C-4391-A98F-0514EDA74D6D}"/>
                </a:ext>
              </a:extLst>
            </p:cNvPr>
            <p:cNvSpPr/>
            <p:nvPr/>
          </p:nvSpPr>
          <p:spPr>
            <a:xfrm>
              <a:off x="2028412" y="250963"/>
              <a:ext cx="2548255" cy="895182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6" name="Triángulo isósceles 15">
              <a:extLst>
                <a:ext uri="{FF2B5EF4-FFF2-40B4-BE49-F238E27FC236}">
                  <a16:creationId xmlns:a16="http://schemas.microsoft.com/office/drawing/2014/main" id="{120BCCE1-1698-4BBB-814E-7A3A4955EDED}"/>
                </a:ext>
              </a:extLst>
            </p:cNvPr>
            <p:cNvSpPr/>
            <p:nvPr/>
          </p:nvSpPr>
          <p:spPr>
            <a:xfrm rot="16200000">
              <a:off x="1176959" y="-1176959"/>
              <a:ext cx="1148108" cy="3502025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7" name="Triángulo isósceles 16">
              <a:extLst>
                <a:ext uri="{FF2B5EF4-FFF2-40B4-BE49-F238E27FC236}">
                  <a16:creationId xmlns:a16="http://schemas.microsoft.com/office/drawing/2014/main" id="{8E1FC05C-22C9-4305-949A-5A3BA35C87D5}"/>
                </a:ext>
              </a:extLst>
            </p:cNvPr>
            <p:cNvSpPr/>
            <p:nvPr/>
          </p:nvSpPr>
          <p:spPr>
            <a:xfrm>
              <a:off x="2339838" y="277467"/>
              <a:ext cx="2243340" cy="872836"/>
            </a:xfrm>
            <a:prstGeom prst="triangle">
              <a:avLst>
                <a:gd name="adj" fmla="val 3622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CA29C-48B3-46CA-BE9C-3244A602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>
                <a:solidFill>
                  <a:schemeClr val="bg1"/>
                </a:solidFill>
              </a:rPr>
              <a:t>3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3052E4EF-C307-4BF3-9FE5-B5F2DA1DE49B}"/>
              </a:ext>
            </a:extLst>
          </p:cNvPr>
          <p:cNvSpPr/>
          <p:nvPr/>
        </p:nvSpPr>
        <p:spPr>
          <a:xfrm>
            <a:off x="68580" y="969850"/>
            <a:ext cx="9075420" cy="582930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eo" panose="02000000000000000000" pitchFamily="50" charset="0"/>
              </a:rPr>
              <a:t>Plan de Gestión de la Calidad</a:t>
            </a:r>
          </a:p>
        </p:txBody>
      </p:sp>
      <p:sp>
        <p:nvSpPr>
          <p:cNvPr id="28" name="Paralelogramo 27">
            <a:extLst>
              <a:ext uri="{FF2B5EF4-FFF2-40B4-BE49-F238E27FC236}">
                <a16:creationId xmlns:a16="http://schemas.microsoft.com/office/drawing/2014/main" id="{DE7FD1A5-A6D6-4EDE-94C2-C0556710E0DE}"/>
              </a:ext>
            </a:extLst>
          </p:cNvPr>
          <p:cNvSpPr/>
          <p:nvPr/>
        </p:nvSpPr>
        <p:spPr>
          <a:xfrm>
            <a:off x="0" y="1732533"/>
            <a:ext cx="6444864" cy="582930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eo" panose="02000000000000000000" pitchFamily="50" charset="0"/>
              </a:rPr>
              <a:t>Planificar la gestión de calidad</a:t>
            </a:r>
          </a:p>
        </p:txBody>
      </p:sp>
      <p:sp>
        <p:nvSpPr>
          <p:cNvPr id="14" name="Paralelogramo 13">
            <a:extLst>
              <a:ext uri="{FF2B5EF4-FFF2-40B4-BE49-F238E27FC236}">
                <a16:creationId xmlns:a16="http://schemas.microsoft.com/office/drawing/2014/main" id="{DE7FD1A5-A6D6-4EDE-94C2-C0556710E0DE}"/>
              </a:ext>
            </a:extLst>
          </p:cNvPr>
          <p:cNvSpPr/>
          <p:nvPr/>
        </p:nvSpPr>
        <p:spPr>
          <a:xfrm>
            <a:off x="0" y="2495216"/>
            <a:ext cx="6444864" cy="582930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eo" panose="02000000000000000000" pitchFamily="50" charset="0"/>
              </a:rPr>
              <a:t>Realizar el aseguramiento de la calidad</a:t>
            </a:r>
          </a:p>
        </p:txBody>
      </p:sp>
      <p:sp>
        <p:nvSpPr>
          <p:cNvPr id="15" name="Paralelogramo 14">
            <a:extLst>
              <a:ext uri="{FF2B5EF4-FFF2-40B4-BE49-F238E27FC236}">
                <a16:creationId xmlns:a16="http://schemas.microsoft.com/office/drawing/2014/main" id="{DE7FD1A5-A6D6-4EDE-94C2-C0556710E0DE}"/>
              </a:ext>
            </a:extLst>
          </p:cNvPr>
          <p:cNvSpPr/>
          <p:nvPr/>
        </p:nvSpPr>
        <p:spPr>
          <a:xfrm>
            <a:off x="0" y="3257900"/>
            <a:ext cx="6444864" cy="582930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eo" panose="02000000000000000000" pitchFamily="50" charset="0"/>
              </a:rPr>
              <a:t>Controlar la calidad</a:t>
            </a:r>
          </a:p>
        </p:txBody>
      </p:sp>
    </p:spTree>
    <p:extLst>
      <p:ext uri="{BB962C8B-B14F-4D97-AF65-F5344CB8AC3E}">
        <p14:creationId xmlns:p14="http://schemas.microsoft.com/office/powerpoint/2010/main" val="2648801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CD6E1DAE-5252-482D-A998-0FC6BDE77DAD}"/>
              </a:ext>
            </a:extLst>
          </p:cNvPr>
          <p:cNvGrpSpPr/>
          <p:nvPr/>
        </p:nvGrpSpPr>
        <p:grpSpPr>
          <a:xfrm>
            <a:off x="5706904" y="5995511"/>
            <a:ext cx="3437096" cy="862489"/>
            <a:chOff x="0" y="0"/>
            <a:chExt cx="4583178" cy="1150303"/>
          </a:xfrm>
        </p:grpSpPr>
        <p:sp>
          <p:nvSpPr>
            <p:cNvPr id="13" name="Triángulo isósceles 12">
              <a:extLst>
                <a:ext uri="{FF2B5EF4-FFF2-40B4-BE49-F238E27FC236}">
                  <a16:creationId xmlns:a16="http://schemas.microsoft.com/office/drawing/2014/main" id="{B04CFC5F-21F9-4179-8918-71E01B40C879}"/>
                </a:ext>
              </a:extLst>
            </p:cNvPr>
            <p:cNvSpPr/>
            <p:nvPr/>
          </p:nvSpPr>
          <p:spPr>
            <a:xfrm>
              <a:off x="2028412" y="250963"/>
              <a:ext cx="2548255" cy="895182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4" name="Triángulo isósceles 13">
              <a:extLst>
                <a:ext uri="{FF2B5EF4-FFF2-40B4-BE49-F238E27FC236}">
                  <a16:creationId xmlns:a16="http://schemas.microsoft.com/office/drawing/2014/main" id="{1375F3C9-0358-4FF5-9580-7F76F2597076}"/>
                </a:ext>
              </a:extLst>
            </p:cNvPr>
            <p:cNvSpPr/>
            <p:nvPr/>
          </p:nvSpPr>
          <p:spPr>
            <a:xfrm rot="16200000">
              <a:off x="1176959" y="-1176959"/>
              <a:ext cx="1148108" cy="3502025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5" name="Triángulo isósceles 14">
              <a:extLst>
                <a:ext uri="{FF2B5EF4-FFF2-40B4-BE49-F238E27FC236}">
                  <a16:creationId xmlns:a16="http://schemas.microsoft.com/office/drawing/2014/main" id="{6077D870-0750-45B3-91D5-CB2783C7ED69}"/>
                </a:ext>
              </a:extLst>
            </p:cNvPr>
            <p:cNvSpPr/>
            <p:nvPr/>
          </p:nvSpPr>
          <p:spPr>
            <a:xfrm>
              <a:off x="2339838" y="277467"/>
              <a:ext cx="2243340" cy="872836"/>
            </a:xfrm>
            <a:prstGeom prst="triangle">
              <a:avLst>
                <a:gd name="adj" fmla="val 3622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CA29C-48B3-46CA-BE9C-3244A602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>
                <a:solidFill>
                  <a:schemeClr val="bg1"/>
                </a:solidFill>
              </a:rPr>
              <a:t>4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3052E4EF-C307-4BF3-9FE5-B5F2DA1DE49B}"/>
              </a:ext>
            </a:extLst>
          </p:cNvPr>
          <p:cNvSpPr/>
          <p:nvPr/>
        </p:nvSpPr>
        <p:spPr>
          <a:xfrm>
            <a:off x="68580" y="969850"/>
            <a:ext cx="9075420" cy="582930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eo" panose="02000000000000000000" pitchFamily="50" charset="0"/>
              </a:rPr>
              <a:t>Planificar la Gestión de Calidad</a:t>
            </a:r>
          </a:p>
        </p:txBody>
      </p:sp>
      <p:sp>
        <p:nvSpPr>
          <p:cNvPr id="28" name="Paralelogramo 27">
            <a:extLst>
              <a:ext uri="{FF2B5EF4-FFF2-40B4-BE49-F238E27FC236}">
                <a16:creationId xmlns:a16="http://schemas.microsoft.com/office/drawing/2014/main" id="{DE7FD1A5-A6D6-4EDE-94C2-C0556710E0DE}"/>
              </a:ext>
            </a:extLst>
          </p:cNvPr>
          <p:cNvSpPr/>
          <p:nvPr/>
        </p:nvSpPr>
        <p:spPr>
          <a:xfrm>
            <a:off x="0" y="1732533"/>
            <a:ext cx="6444864" cy="582930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eo" panose="02000000000000000000" pitchFamily="50" charset="0"/>
              </a:rPr>
              <a:t>Métricas de Calidad</a:t>
            </a: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249576"/>
              </p:ext>
            </p:extLst>
          </p:nvPr>
        </p:nvGraphicFramePr>
        <p:xfrm>
          <a:off x="1073988" y="2630007"/>
          <a:ext cx="5827588" cy="2583484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25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3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2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6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noProof="0" dirty="0">
                          <a:effectLst/>
                          <a:latin typeface="Beo" panose="02000000000000000000" pitchFamily="50" charset="0"/>
                        </a:rPr>
                        <a:t>Evaluación</a:t>
                      </a:r>
                      <a:endParaRPr lang="es-ES" sz="1400" noProof="0" dirty="0">
                        <a:effectLst/>
                        <a:latin typeface="Beo" panose="02000000000000000000" pitchFamily="50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noProof="0" dirty="0">
                          <a:effectLst/>
                          <a:latin typeface="Beo" panose="02000000000000000000" pitchFamily="50" charset="0"/>
                        </a:rPr>
                        <a:t>Descripción</a:t>
                      </a:r>
                      <a:endParaRPr lang="es-ES" sz="1400" noProof="0" dirty="0">
                        <a:effectLst/>
                        <a:latin typeface="Beo" panose="02000000000000000000" pitchFamily="50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Beo" panose="02000000000000000000" pitchFamily="50" charset="0"/>
                        </a:rPr>
                        <a:t>Estado de la tarea</a:t>
                      </a:r>
                      <a:endParaRPr lang="es-ES_tradnl" sz="1400" dirty="0">
                        <a:effectLst/>
                        <a:latin typeface="Beo" panose="02000000000000000000" pitchFamily="50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6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Beo" panose="02000000000000000000" pitchFamily="50" charset="0"/>
                        </a:rPr>
                        <a:t>Calidad total</a:t>
                      </a:r>
                      <a:endParaRPr lang="es-ES_tradnl" sz="1400" dirty="0">
                        <a:effectLst/>
                        <a:latin typeface="Beo" panose="02000000000000000000" pitchFamily="50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Beo" panose="02000000000000000000" pitchFamily="50" charset="0"/>
                        </a:rPr>
                        <a:t>Cumple todos los requisitos de calidad.</a:t>
                      </a:r>
                      <a:endParaRPr lang="es-ES_tradnl" sz="1400" dirty="0">
                        <a:effectLst/>
                        <a:latin typeface="Beo" panose="02000000000000000000" pitchFamily="50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Beo" panose="02000000000000000000" pitchFamily="50" charset="0"/>
                        </a:rPr>
                        <a:t>Finalizado</a:t>
                      </a:r>
                      <a:endParaRPr lang="es-ES_tradnl" sz="1400" dirty="0">
                        <a:effectLst/>
                        <a:latin typeface="Beo" panose="02000000000000000000" pitchFamily="50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6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Beo" panose="02000000000000000000" pitchFamily="50" charset="0"/>
                        </a:rPr>
                        <a:t>Calidad media</a:t>
                      </a:r>
                      <a:endParaRPr lang="es-ES_tradnl" sz="1400" dirty="0">
                        <a:effectLst/>
                        <a:latin typeface="Beo" panose="02000000000000000000" pitchFamily="50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Beo" panose="02000000000000000000" pitchFamily="50" charset="0"/>
                        </a:rPr>
                        <a:t>Cumple algunos requisitos de calidad.</a:t>
                      </a:r>
                      <a:endParaRPr lang="es-ES_tradnl" sz="1400" dirty="0">
                        <a:effectLst/>
                        <a:latin typeface="Beo" panose="02000000000000000000" pitchFamily="50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Beo" panose="02000000000000000000" pitchFamily="50" charset="0"/>
                        </a:rPr>
                        <a:t>Revisión</a:t>
                      </a:r>
                      <a:endParaRPr lang="es-ES_tradnl" sz="1400" dirty="0">
                        <a:effectLst/>
                        <a:latin typeface="Beo" panose="02000000000000000000" pitchFamily="50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Beo" panose="02000000000000000000" pitchFamily="50" charset="0"/>
                        </a:rPr>
                        <a:t>Calidad baja</a:t>
                      </a:r>
                      <a:endParaRPr lang="es-ES_tradnl" sz="1400" dirty="0">
                        <a:effectLst/>
                        <a:latin typeface="Beo" panose="02000000000000000000" pitchFamily="50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Beo" panose="02000000000000000000" pitchFamily="50" charset="0"/>
                        </a:rPr>
                        <a:t>No cumple los requisitos de calidad.</a:t>
                      </a:r>
                      <a:endParaRPr lang="es-ES_tradnl" sz="1400" dirty="0">
                        <a:effectLst/>
                        <a:latin typeface="Beo" panose="02000000000000000000" pitchFamily="50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  <a:latin typeface="Beo" panose="02000000000000000000" pitchFamily="50" charset="0"/>
                        </a:rPr>
                        <a:t>Reinicio</a:t>
                      </a:r>
                      <a:endParaRPr lang="es-ES_tradnl" sz="1400" dirty="0">
                        <a:effectLst/>
                        <a:latin typeface="Beo" panose="02000000000000000000" pitchFamily="50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204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66311CF4-3D48-459E-BE2B-86B1DE21F4D1}"/>
              </a:ext>
            </a:extLst>
          </p:cNvPr>
          <p:cNvGrpSpPr/>
          <p:nvPr/>
        </p:nvGrpSpPr>
        <p:grpSpPr>
          <a:xfrm>
            <a:off x="5706904" y="5995511"/>
            <a:ext cx="3437096" cy="862489"/>
            <a:chOff x="0" y="0"/>
            <a:chExt cx="4583178" cy="1150303"/>
          </a:xfrm>
        </p:grpSpPr>
        <p:sp>
          <p:nvSpPr>
            <p:cNvPr id="15" name="Triángulo isósceles 14">
              <a:extLst>
                <a:ext uri="{FF2B5EF4-FFF2-40B4-BE49-F238E27FC236}">
                  <a16:creationId xmlns:a16="http://schemas.microsoft.com/office/drawing/2014/main" id="{3360E33A-5D3F-4301-8CA1-4252E02E885F}"/>
                </a:ext>
              </a:extLst>
            </p:cNvPr>
            <p:cNvSpPr/>
            <p:nvPr/>
          </p:nvSpPr>
          <p:spPr>
            <a:xfrm>
              <a:off x="2028412" y="250963"/>
              <a:ext cx="2548255" cy="895182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6" name="Triángulo isósceles 15">
              <a:extLst>
                <a:ext uri="{FF2B5EF4-FFF2-40B4-BE49-F238E27FC236}">
                  <a16:creationId xmlns:a16="http://schemas.microsoft.com/office/drawing/2014/main" id="{FADC5CAB-628E-4E33-AD68-2772FAED31F3}"/>
                </a:ext>
              </a:extLst>
            </p:cNvPr>
            <p:cNvSpPr/>
            <p:nvPr/>
          </p:nvSpPr>
          <p:spPr>
            <a:xfrm rot="16200000">
              <a:off x="1176959" y="-1176959"/>
              <a:ext cx="1148108" cy="3502025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7" name="Triángulo isósceles 16">
              <a:extLst>
                <a:ext uri="{FF2B5EF4-FFF2-40B4-BE49-F238E27FC236}">
                  <a16:creationId xmlns:a16="http://schemas.microsoft.com/office/drawing/2014/main" id="{9D51A34B-D224-4298-A829-36F186AEFE73}"/>
                </a:ext>
              </a:extLst>
            </p:cNvPr>
            <p:cNvSpPr/>
            <p:nvPr/>
          </p:nvSpPr>
          <p:spPr>
            <a:xfrm>
              <a:off x="2339838" y="277467"/>
              <a:ext cx="2243340" cy="872836"/>
            </a:xfrm>
            <a:prstGeom prst="triangle">
              <a:avLst>
                <a:gd name="adj" fmla="val 3622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CA29C-48B3-46CA-BE9C-3244A602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>
                <a:solidFill>
                  <a:schemeClr val="bg1"/>
                </a:solidFill>
              </a:rPr>
              <a:t>5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3052E4EF-C307-4BF3-9FE5-B5F2DA1DE49B}"/>
              </a:ext>
            </a:extLst>
          </p:cNvPr>
          <p:cNvSpPr/>
          <p:nvPr/>
        </p:nvSpPr>
        <p:spPr>
          <a:xfrm>
            <a:off x="68580" y="969850"/>
            <a:ext cx="9075420" cy="582930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eo" panose="02000000000000000000" pitchFamily="50" charset="0"/>
              </a:rPr>
              <a:t>Planificar la Gestión de Calidad</a:t>
            </a:r>
          </a:p>
        </p:txBody>
      </p:sp>
      <p:sp>
        <p:nvSpPr>
          <p:cNvPr id="28" name="Paralelogramo 27">
            <a:extLst>
              <a:ext uri="{FF2B5EF4-FFF2-40B4-BE49-F238E27FC236}">
                <a16:creationId xmlns:a16="http://schemas.microsoft.com/office/drawing/2014/main" id="{DE7FD1A5-A6D6-4EDE-94C2-C0556710E0DE}"/>
              </a:ext>
            </a:extLst>
          </p:cNvPr>
          <p:cNvSpPr/>
          <p:nvPr/>
        </p:nvSpPr>
        <p:spPr>
          <a:xfrm>
            <a:off x="0" y="1732533"/>
            <a:ext cx="6444864" cy="582930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eo" panose="02000000000000000000" pitchFamily="50" charset="0"/>
              </a:rPr>
              <a:t>Herramientas utilizadas</a:t>
            </a:r>
          </a:p>
        </p:txBody>
      </p:sp>
      <p:sp>
        <p:nvSpPr>
          <p:cNvPr id="12" name="Paralelogramo 11">
            <a:extLst>
              <a:ext uri="{FF2B5EF4-FFF2-40B4-BE49-F238E27FC236}">
                <a16:creationId xmlns:a16="http://schemas.microsoft.com/office/drawing/2014/main" id="{AFE4FEB3-2247-4965-86D1-54BFD5965198}"/>
              </a:ext>
            </a:extLst>
          </p:cNvPr>
          <p:cNvSpPr/>
          <p:nvPr/>
        </p:nvSpPr>
        <p:spPr>
          <a:xfrm>
            <a:off x="0" y="2495216"/>
            <a:ext cx="3228226" cy="58293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latin typeface="Beo" panose="02000000000000000000" pitchFamily="50" charset="0"/>
              </a:rPr>
              <a:t>Hojas de verificación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326871" y="3338062"/>
            <a:ext cx="3079631" cy="196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08" indent="-214308">
              <a:buFont typeface="Arial" charset="0"/>
              <a:buChar char="•"/>
            </a:pPr>
            <a:r>
              <a:rPr lang="es-ES_tradnl" sz="1350" dirty="0">
                <a:latin typeface="Beo" panose="02000000000000000000" pitchFamily="50" charset="0"/>
              </a:rPr>
              <a:t>Definir si un proyecto, proceso o actividad cumple los requisitos de calidad.</a:t>
            </a:r>
          </a:p>
          <a:p>
            <a:pPr marL="214308" indent="-214308">
              <a:buFont typeface="Arial" charset="0"/>
              <a:buChar char="•"/>
            </a:pPr>
            <a:r>
              <a:rPr lang="es-ES_tradnl" sz="1350" dirty="0">
                <a:latin typeface="Beo" panose="02000000000000000000" pitchFamily="50" charset="0"/>
              </a:rPr>
              <a:t>Definir comentarios.</a:t>
            </a:r>
          </a:p>
          <a:p>
            <a:pPr marL="214308" indent="-214308">
              <a:buFont typeface="Arial" charset="0"/>
              <a:buChar char="•"/>
            </a:pPr>
            <a:r>
              <a:rPr lang="es-ES_tradnl" sz="1350" dirty="0">
                <a:latin typeface="Beo" panose="02000000000000000000" pitchFamily="50" charset="0"/>
              </a:rPr>
              <a:t>Definir estado.</a:t>
            </a:r>
          </a:p>
          <a:p>
            <a:pPr marL="214308" indent="-214308">
              <a:buFont typeface="Arial" charset="0"/>
              <a:buChar char="•"/>
            </a:pPr>
            <a:endParaRPr lang="es-ES_tradnl" sz="1350" dirty="0"/>
          </a:p>
          <a:p>
            <a:pPr marL="214308" indent="-214308">
              <a:buFont typeface="Arial" charset="0"/>
              <a:buChar char="•"/>
            </a:pPr>
            <a:endParaRPr lang="es-ES_tradnl" sz="1350" dirty="0"/>
          </a:p>
          <a:p>
            <a:pPr marL="214308" indent="-214308">
              <a:buFont typeface="Arial" charset="0"/>
              <a:buChar char="•"/>
            </a:pPr>
            <a:endParaRPr lang="es-ES_tradnl" sz="1350" dirty="0"/>
          </a:p>
          <a:p>
            <a:pPr marL="214308" indent="-214308">
              <a:buFont typeface="Arial" charset="0"/>
              <a:buChar char="•"/>
            </a:pPr>
            <a:endParaRPr lang="es-ES_tradnl" sz="1350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165047"/>
              </p:ext>
            </p:extLst>
          </p:nvPr>
        </p:nvGraphicFramePr>
        <p:xfrm>
          <a:off x="3686011" y="2558293"/>
          <a:ext cx="5181377" cy="2382435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774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8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1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8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Beo" panose="02000000000000000000" pitchFamily="50" charset="0"/>
                        </a:rPr>
                        <a:t>Proyecto/Proceso/Actividad</a:t>
                      </a:r>
                      <a:endParaRPr lang="es-ES_tradnl" sz="1100" dirty="0">
                        <a:effectLst/>
                        <a:latin typeface="Beo" panose="02000000000000000000" pitchFamily="50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59790" algn="l"/>
                        </a:tabLst>
                      </a:pPr>
                      <a:r>
                        <a:rPr lang="en-US" sz="1100" dirty="0">
                          <a:effectLst/>
                          <a:latin typeface="Beo" panose="02000000000000000000" pitchFamily="50" charset="0"/>
                        </a:rPr>
                        <a:t>Responsable</a:t>
                      </a:r>
                      <a:endParaRPr lang="es-ES_tradnl" sz="1100" dirty="0">
                        <a:effectLst/>
                        <a:latin typeface="Beo" panose="02000000000000000000" pitchFamily="50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59790" algn="l"/>
                        </a:tabLst>
                      </a:pPr>
                      <a:r>
                        <a:rPr lang="en-US" sz="1100" dirty="0">
                          <a:effectLst/>
                          <a:latin typeface="Beo" panose="02000000000000000000" pitchFamily="50" charset="0"/>
                        </a:rPr>
                        <a:t>Requisitos</a:t>
                      </a:r>
                      <a:endParaRPr lang="es-ES_tradnl" sz="1100" dirty="0">
                        <a:effectLst/>
                        <a:latin typeface="Beo" panose="02000000000000000000" pitchFamily="50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59790" algn="l"/>
                        </a:tabLst>
                      </a:pPr>
                      <a:r>
                        <a:rPr lang="en-US" sz="1100" dirty="0">
                          <a:effectLst/>
                          <a:latin typeface="Beo" panose="02000000000000000000" pitchFamily="50" charset="0"/>
                        </a:rPr>
                        <a:t>Fecha</a:t>
                      </a:r>
                      <a:endParaRPr lang="es-ES_tradnl" sz="1100" dirty="0">
                        <a:effectLst/>
                        <a:latin typeface="Beo" panose="02000000000000000000" pitchFamily="50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59790" algn="l"/>
                        </a:tabLst>
                      </a:pPr>
                      <a:r>
                        <a:rPr lang="en-US" sz="1100" dirty="0">
                          <a:effectLst/>
                          <a:latin typeface="Beo" panose="02000000000000000000" pitchFamily="50" charset="0"/>
                        </a:rPr>
                        <a:t>Comentarios</a:t>
                      </a:r>
                      <a:endParaRPr lang="es-ES_tradnl" sz="1100" dirty="0">
                        <a:effectLst/>
                        <a:latin typeface="Beo" panose="02000000000000000000" pitchFamily="50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59790" algn="l"/>
                        </a:tabLst>
                      </a:pPr>
                      <a:r>
                        <a:rPr lang="en-US" sz="1100" dirty="0">
                          <a:effectLst/>
                          <a:latin typeface="Beo" panose="02000000000000000000" pitchFamily="50" charset="0"/>
                        </a:rPr>
                        <a:t>Estado</a:t>
                      </a:r>
                      <a:endParaRPr lang="es-ES_tradnl" sz="1100" dirty="0">
                        <a:effectLst/>
                        <a:latin typeface="Beo" panose="02000000000000000000" pitchFamily="50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0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9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s-ES_tradnl" sz="8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8864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89BCEE0E-D620-4DB4-AE3B-93D28D664AAC}"/>
              </a:ext>
            </a:extLst>
          </p:cNvPr>
          <p:cNvGrpSpPr/>
          <p:nvPr/>
        </p:nvGrpSpPr>
        <p:grpSpPr>
          <a:xfrm>
            <a:off x="5706904" y="5995511"/>
            <a:ext cx="3437096" cy="862489"/>
            <a:chOff x="0" y="0"/>
            <a:chExt cx="4583178" cy="1150303"/>
          </a:xfrm>
        </p:grpSpPr>
        <p:sp>
          <p:nvSpPr>
            <p:cNvPr id="13" name="Triángulo isósceles 12">
              <a:extLst>
                <a:ext uri="{FF2B5EF4-FFF2-40B4-BE49-F238E27FC236}">
                  <a16:creationId xmlns:a16="http://schemas.microsoft.com/office/drawing/2014/main" id="{709E13A4-4C9A-4893-AB28-31695CDBA3AA}"/>
                </a:ext>
              </a:extLst>
            </p:cNvPr>
            <p:cNvSpPr/>
            <p:nvPr/>
          </p:nvSpPr>
          <p:spPr>
            <a:xfrm>
              <a:off x="2028412" y="250963"/>
              <a:ext cx="2548255" cy="895182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5" name="Triángulo isósceles 14">
              <a:extLst>
                <a:ext uri="{FF2B5EF4-FFF2-40B4-BE49-F238E27FC236}">
                  <a16:creationId xmlns:a16="http://schemas.microsoft.com/office/drawing/2014/main" id="{C3D434E4-E4F0-458E-BD54-EAB21629025C}"/>
                </a:ext>
              </a:extLst>
            </p:cNvPr>
            <p:cNvSpPr/>
            <p:nvPr/>
          </p:nvSpPr>
          <p:spPr>
            <a:xfrm rot="16200000">
              <a:off x="1176959" y="-1176959"/>
              <a:ext cx="1148108" cy="3502025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6" name="Triángulo isósceles 15">
              <a:extLst>
                <a:ext uri="{FF2B5EF4-FFF2-40B4-BE49-F238E27FC236}">
                  <a16:creationId xmlns:a16="http://schemas.microsoft.com/office/drawing/2014/main" id="{109996B3-D2C4-4605-9844-0E4C22F58175}"/>
                </a:ext>
              </a:extLst>
            </p:cNvPr>
            <p:cNvSpPr/>
            <p:nvPr/>
          </p:nvSpPr>
          <p:spPr>
            <a:xfrm>
              <a:off x="2339838" y="277467"/>
              <a:ext cx="2243340" cy="872836"/>
            </a:xfrm>
            <a:prstGeom prst="triangle">
              <a:avLst>
                <a:gd name="adj" fmla="val 3622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CA29C-48B3-46CA-BE9C-3244A602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>
                <a:solidFill>
                  <a:schemeClr val="bg1"/>
                </a:solidFill>
              </a:rPr>
              <a:t>6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3052E4EF-C307-4BF3-9FE5-B5F2DA1DE49B}"/>
              </a:ext>
            </a:extLst>
          </p:cNvPr>
          <p:cNvSpPr/>
          <p:nvPr/>
        </p:nvSpPr>
        <p:spPr>
          <a:xfrm>
            <a:off x="68580" y="969850"/>
            <a:ext cx="9075420" cy="582930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eo" panose="02000000000000000000" pitchFamily="50" charset="0"/>
              </a:rPr>
              <a:t>Planificar la Gestión de Calidad</a:t>
            </a:r>
          </a:p>
        </p:txBody>
      </p:sp>
      <p:sp>
        <p:nvSpPr>
          <p:cNvPr id="28" name="Paralelogramo 27">
            <a:extLst>
              <a:ext uri="{FF2B5EF4-FFF2-40B4-BE49-F238E27FC236}">
                <a16:creationId xmlns:a16="http://schemas.microsoft.com/office/drawing/2014/main" id="{DE7FD1A5-A6D6-4EDE-94C2-C0556710E0DE}"/>
              </a:ext>
            </a:extLst>
          </p:cNvPr>
          <p:cNvSpPr/>
          <p:nvPr/>
        </p:nvSpPr>
        <p:spPr>
          <a:xfrm>
            <a:off x="0" y="1732533"/>
            <a:ext cx="6444864" cy="582930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eo" panose="02000000000000000000" pitchFamily="50" charset="0"/>
              </a:rPr>
              <a:t>Herramientas utilizadas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1203" y="2460697"/>
            <a:ext cx="3322457" cy="3437661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444609" y="3449489"/>
            <a:ext cx="30796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08" indent="-214308">
              <a:buFont typeface="Arial" charset="0"/>
              <a:buChar char="•"/>
            </a:pPr>
            <a:r>
              <a:rPr lang="es-ES_tradnl" dirty="0">
                <a:latin typeface="Beo" panose="02000000000000000000" pitchFamily="50" charset="0"/>
              </a:rPr>
              <a:t>Definir el estado de la tarea.</a:t>
            </a:r>
          </a:p>
          <a:p>
            <a:pPr marL="214308" indent="-214308">
              <a:buFont typeface="Arial" charset="0"/>
              <a:buChar char="•"/>
            </a:pPr>
            <a:r>
              <a:rPr lang="es-ES_tradnl" dirty="0">
                <a:latin typeface="Beo" panose="02000000000000000000" pitchFamily="50" charset="0"/>
              </a:rPr>
              <a:t>Escribir comentarios.</a:t>
            </a:r>
          </a:p>
          <a:p>
            <a:pPr marL="214308" indent="-214308">
              <a:buFont typeface="Arial" charset="0"/>
              <a:buChar char="•"/>
            </a:pPr>
            <a:r>
              <a:rPr lang="es-ES_tradnl" dirty="0">
                <a:latin typeface="Beo" panose="02000000000000000000" pitchFamily="50" charset="0"/>
              </a:rPr>
              <a:t>Adjuntar documentos.</a:t>
            </a:r>
          </a:p>
          <a:p>
            <a:pPr marL="214308" indent="-214308">
              <a:buFont typeface="Arial" charset="0"/>
              <a:buChar char="•"/>
            </a:pPr>
            <a:r>
              <a:rPr lang="es-ES_tradnl" dirty="0">
                <a:latin typeface="Beo" panose="02000000000000000000" pitchFamily="50" charset="0"/>
              </a:rPr>
              <a:t>Seguimiento de tareas</a:t>
            </a:r>
          </a:p>
          <a:p>
            <a:pPr marL="214308" indent="-214308">
              <a:buFont typeface="Arial" charset="0"/>
              <a:buChar char="•"/>
            </a:pPr>
            <a:endParaRPr lang="es-ES_tradnl" sz="1350" dirty="0">
              <a:latin typeface="Beo" panose="02000000000000000000" pitchFamily="50" charset="0"/>
            </a:endParaRPr>
          </a:p>
          <a:p>
            <a:pPr marL="214308" indent="-214308">
              <a:buFont typeface="Arial" charset="0"/>
              <a:buChar char="•"/>
            </a:pPr>
            <a:endParaRPr lang="es-ES_tradnl" sz="1350" dirty="0"/>
          </a:p>
          <a:p>
            <a:pPr marL="214308" indent="-214308">
              <a:buFont typeface="Arial" charset="0"/>
              <a:buChar char="•"/>
            </a:pPr>
            <a:endParaRPr lang="es-ES_tradnl" sz="1350" dirty="0"/>
          </a:p>
          <a:p>
            <a:pPr marL="214308" indent="-214308">
              <a:buFont typeface="Arial" charset="0"/>
              <a:buChar char="•"/>
            </a:pPr>
            <a:endParaRPr lang="es-ES_tradnl" sz="1350" dirty="0"/>
          </a:p>
        </p:txBody>
      </p:sp>
      <p:sp>
        <p:nvSpPr>
          <p:cNvPr id="14" name="Paralelogramo 13">
            <a:extLst>
              <a:ext uri="{FF2B5EF4-FFF2-40B4-BE49-F238E27FC236}">
                <a16:creationId xmlns:a16="http://schemas.microsoft.com/office/drawing/2014/main" id="{AFE4FEB3-2247-4965-86D1-54BFD5965198}"/>
              </a:ext>
            </a:extLst>
          </p:cNvPr>
          <p:cNvSpPr/>
          <p:nvPr/>
        </p:nvSpPr>
        <p:spPr>
          <a:xfrm>
            <a:off x="0" y="2495216"/>
            <a:ext cx="3228226" cy="58293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latin typeface="Beo" panose="02000000000000000000" pitchFamily="50" charset="0"/>
              </a:rPr>
              <a:t>Wrike</a:t>
            </a:r>
          </a:p>
        </p:txBody>
      </p:sp>
    </p:spTree>
    <p:extLst>
      <p:ext uri="{BB962C8B-B14F-4D97-AF65-F5344CB8AC3E}">
        <p14:creationId xmlns:p14="http://schemas.microsoft.com/office/powerpoint/2010/main" val="1287166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>
            <a:extLst>
              <a:ext uri="{FF2B5EF4-FFF2-40B4-BE49-F238E27FC236}">
                <a16:creationId xmlns:a16="http://schemas.microsoft.com/office/drawing/2014/main" id="{0A6987E1-9140-4CC2-8039-93B6FC8C23C7}"/>
              </a:ext>
            </a:extLst>
          </p:cNvPr>
          <p:cNvGrpSpPr/>
          <p:nvPr/>
        </p:nvGrpSpPr>
        <p:grpSpPr>
          <a:xfrm>
            <a:off x="5706904" y="5995511"/>
            <a:ext cx="3437096" cy="862489"/>
            <a:chOff x="0" y="0"/>
            <a:chExt cx="4583178" cy="1150303"/>
          </a:xfrm>
        </p:grpSpPr>
        <p:sp>
          <p:nvSpPr>
            <p:cNvPr id="18" name="Triángulo isósceles 17">
              <a:extLst>
                <a:ext uri="{FF2B5EF4-FFF2-40B4-BE49-F238E27FC236}">
                  <a16:creationId xmlns:a16="http://schemas.microsoft.com/office/drawing/2014/main" id="{CC9C0A3B-5C52-4E52-9A9B-EF942BCB5B10}"/>
                </a:ext>
              </a:extLst>
            </p:cNvPr>
            <p:cNvSpPr/>
            <p:nvPr/>
          </p:nvSpPr>
          <p:spPr>
            <a:xfrm>
              <a:off x="2028412" y="250963"/>
              <a:ext cx="2548255" cy="895182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9" name="Triángulo isósceles 18">
              <a:extLst>
                <a:ext uri="{FF2B5EF4-FFF2-40B4-BE49-F238E27FC236}">
                  <a16:creationId xmlns:a16="http://schemas.microsoft.com/office/drawing/2014/main" id="{D41832CB-AAC2-4A4A-B313-5D8F85EA627C}"/>
                </a:ext>
              </a:extLst>
            </p:cNvPr>
            <p:cNvSpPr/>
            <p:nvPr/>
          </p:nvSpPr>
          <p:spPr>
            <a:xfrm rot="16200000">
              <a:off x="1176959" y="-1176959"/>
              <a:ext cx="1148108" cy="3502025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20" name="Triángulo isósceles 19">
              <a:extLst>
                <a:ext uri="{FF2B5EF4-FFF2-40B4-BE49-F238E27FC236}">
                  <a16:creationId xmlns:a16="http://schemas.microsoft.com/office/drawing/2014/main" id="{0FB2516E-BB41-46AE-ABA9-45CCE80F1B6D}"/>
                </a:ext>
              </a:extLst>
            </p:cNvPr>
            <p:cNvSpPr/>
            <p:nvPr/>
          </p:nvSpPr>
          <p:spPr>
            <a:xfrm>
              <a:off x="2339838" y="277467"/>
              <a:ext cx="2243340" cy="872836"/>
            </a:xfrm>
            <a:prstGeom prst="triangle">
              <a:avLst>
                <a:gd name="adj" fmla="val 3622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CA29C-48B3-46CA-BE9C-3244A602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>
                <a:solidFill>
                  <a:schemeClr val="bg1"/>
                </a:solidFill>
              </a:rPr>
              <a:t>7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3052E4EF-C307-4BF3-9FE5-B5F2DA1DE49B}"/>
              </a:ext>
            </a:extLst>
          </p:cNvPr>
          <p:cNvSpPr/>
          <p:nvPr/>
        </p:nvSpPr>
        <p:spPr>
          <a:xfrm>
            <a:off x="68580" y="969850"/>
            <a:ext cx="9075420" cy="582930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eo" panose="02000000000000000000" pitchFamily="50" charset="0"/>
              </a:rPr>
              <a:t>Planificar la Gestión de Calidad</a:t>
            </a:r>
          </a:p>
        </p:txBody>
      </p:sp>
      <p:sp>
        <p:nvSpPr>
          <p:cNvPr id="28" name="Paralelogramo 27">
            <a:extLst>
              <a:ext uri="{FF2B5EF4-FFF2-40B4-BE49-F238E27FC236}">
                <a16:creationId xmlns:a16="http://schemas.microsoft.com/office/drawing/2014/main" id="{DE7FD1A5-A6D6-4EDE-94C2-C0556710E0DE}"/>
              </a:ext>
            </a:extLst>
          </p:cNvPr>
          <p:cNvSpPr/>
          <p:nvPr/>
        </p:nvSpPr>
        <p:spPr>
          <a:xfrm>
            <a:off x="0" y="1732533"/>
            <a:ext cx="6444864" cy="582930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eo" panose="02000000000000000000" pitchFamily="50" charset="0"/>
              </a:rPr>
              <a:t>Plan de mejoras del proceso</a:t>
            </a:r>
          </a:p>
        </p:txBody>
      </p: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A2934A76-2E87-4953-BD99-07434E52AFBE}"/>
              </a:ext>
            </a:extLst>
          </p:cNvPr>
          <p:cNvSpPr/>
          <p:nvPr/>
        </p:nvSpPr>
        <p:spPr>
          <a:xfrm>
            <a:off x="1552759" y="2503638"/>
            <a:ext cx="6107501" cy="592795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latin typeface="Beo" panose="02000000000000000000" pitchFamily="50" charset="0"/>
              </a:rPr>
              <a:t>Documentación del proceso de mejora de una actividad</a:t>
            </a:r>
          </a:p>
        </p:txBody>
      </p:sp>
      <p:sp>
        <p:nvSpPr>
          <p:cNvPr id="15" name="Paralelogramo 14">
            <a:extLst>
              <a:ext uri="{FF2B5EF4-FFF2-40B4-BE49-F238E27FC236}">
                <a16:creationId xmlns:a16="http://schemas.microsoft.com/office/drawing/2014/main" id="{A2934A76-2E87-4953-BD99-07434E52AFBE}"/>
              </a:ext>
            </a:extLst>
          </p:cNvPr>
          <p:cNvSpPr/>
          <p:nvPr/>
        </p:nvSpPr>
        <p:spPr>
          <a:xfrm>
            <a:off x="1552759" y="3509776"/>
            <a:ext cx="6107501" cy="5829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latin typeface="Beo" panose="02000000000000000000" pitchFamily="50" charset="0"/>
              </a:rPr>
              <a:t>Wrike</a:t>
            </a:r>
          </a:p>
        </p:txBody>
      </p:sp>
      <p:sp>
        <p:nvSpPr>
          <p:cNvPr id="16" name="Paralelogramo 15">
            <a:extLst>
              <a:ext uri="{FF2B5EF4-FFF2-40B4-BE49-F238E27FC236}">
                <a16:creationId xmlns:a16="http://schemas.microsoft.com/office/drawing/2014/main" id="{A2934A76-2E87-4953-BD99-07434E52AFBE}"/>
              </a:ext>
            </a:extLst>
          </p:cNvPr>
          <p:cNvSpPr/>
          <p:nvPr/>
        </p:nvSpPr>
        <p:spPr>
          <a:xfrm>
            <a:off x="1552755" y="4496604"/>
            <a:ext cx="6107502" cy="652581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latin typeface="Beo" panose="02000000000000000000" pitchFamily="50" charset="0"/>
              </a:rPr>
              <a:t>Hojas de verificación para consultar los reportes del problema</a:t>
            </a:r>
          </a:p>
        </p:txBody>
      </p:sp>
      <p:sp>
        <p:nvSpPr>
          <p:cNvPr id="6" name="Flecha derecha 5"/>
          <p:cNvSpPr/>
          <p:nvPr/>
        </p:nvSpPr>
        <p:spPr>
          <a:xfrm rot="16200000">
            <a:off x="4396444" y="3955267"/>
            <a:ext cx="419699" cy="634892"/>
          </a:xfrm>
          <a:prstGeom prst="right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50" dirty="0"/>
          </a:p>
        </p:txBody>
      </p:sp>
      <p:sp>
        <p:nvSpPr>
          <p:cNvPr id="17" name="Flecha derecha 16"/>
          <p:cNvSpPr/>
          <p:nvPr/>
        </p:nvSpPr>
        <p:spPr>
          <a:xfrm rot="5400000">
            <a:off x="4346133" y="2978278"/>
            <a:ext cx="368423" cy="634892"/>
          </a:xfrm>
          <a:prstGeom prst="right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50" dirty="0"/>
          </a:p>
        </p:txBody>
      </p:sp>
    </p:spTree>
    <p:extLst>
      <p:ext uri="{BB962C8B-B14F-4D97-AF65-F5344CB8AC3E}">
        <p14:creationId xmlns:p14="http://schemas.microsoft.com/office/powerpoint/2010/main" val="541987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5721040E-AC86-4844-8BC9-6C6B6E5A1CD4}"/>
              </a:ext>
            </a:extLst>
          </p:cNvPr>
          <p:cNvGrpSpPr/>
          <p:nvPr/>
        </p:nvGrpSpPr>
        <p:grpSpPr>
          <a:xfrm>
            <a:off x="5706904" y="5995511"/>
            <a:ext cx="3437096" cy="862489"/>
            <a:chOff x="0" y="0"/>
            <a:chExt cx="4583178" cy="1150303"/>
          </a:xfrm>
        </p:grpSpPr>
        <p:sp>
          <p:nvSpPr>
            <p:cNvPr id="13" name="Triángulo isósceles 12">
              <a:extLst>
                <a:ext uri="{FF2B5EF4-FFF2-40B4-BE49-F238E27FC236}">
                  <a16:creationId xmlns:a16="http://schemas.microsoft.com/office/drawing/2014/main" id="{C9770F88-EAD7-41F0-AF4C-2689C40F222F}"/>
                </a:ext>
              </a:extLst>
            </p:cNvPr>
            <p:cNvSpPr/>
            <p:nvPr/>
          </p:nvSpPr>
          <p:spPr>
            <a:xfrm>
              <a:off x="2028412" y="250963"/>
              <a:ext cx="2548255" cy="895182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5" name="Triángulo isósceles 14">
              <a:extLst>
                <a:ext uri="{FF2B5EF4-FFF2-40B4-BE49-F238E27FC236}">
                  <a16:creationId xmlns:a16="http://schemas.microsoft.com/office/drawing/2014/main" id="{5FDD14DA-1CFC-4535-A484-344E298B15F6}"/>
                </a:ext>
              </a:extLst>
            </p:cNvPr>
            <p:cNvSpPr/>
            <p:nvPr/>
          </p:nvSpPr>
          <p:spPr>
            <a:xfrm rot="16200000">
              <a:off x="1176959" y="-1176959"/>
              <a:ext cx="1148108" cy="3502025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6" name="Triángulo isósceles 15">
              <a:extLst>
                <a:ext uri="{FF2B5EF4-FFF2-40B4-BE49-F238E27FC236}">
                  <a16:creationId xmlns:a16="http://schemas.microsoft.com/office/drawing/2014/main" id="{57B4C192-D6AC-435E-B470-01ECD94EED3C}"/>
                </a:ext>
              </a:extLst>
            </p:cNvPr>
            <p:cNvSpPr/>
            <p:nvPr/>
          </p:nvSpPr>
          <p:spPr>
            <a:xfrm>
              <a:off x="2339838" y="277467"/>
              <a:ext cx="2243340" cy="872836"/>
            </a:xfrm>
            <a:prstGeom prst="triangle">
              <a:avLst>
                <a:gd name="adj" fmla="val 3622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CA29C-48B3-46CA-BE9C-3244A602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>
                <a:solidFill>
                  <a:schemeClr val="bg1"/>
                </a:solidFill>
              </a:rPr>
              <a:t>8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3052E4EF-C307-4BF3-9FE5-B5F2DA1DE49B}"/>
              </a:ext>
            </a:extLst>
          </p:cNvPr>
          <p:cNvSpPr/>
          <p:nvPr/>
        </p:nvSpPr>
        <p:spPr>
          <a:xfrm>
            <a:off x="68580" y="969850"/>
            <a:ext cx="9075420" cy="582930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eo" panose="02000000000000000000" pitchFamily="50" charset="0"/>
              </a:rPr>
              <a:t>Realizar el Aseguramiento de la Calidad</a:t>
            </a:r>
          </a:p>
        </p:txBody>
      </p:sp>
      <p:sp>
        <p:nvSpPr>
          <p:cNvPr id="28" name="Paralelogramo 27">
            <a:extLst>
              <a:ext uri="{FF2B5EF4-FFF2-40B4-BE49-F238E27FC236}">
                <a16:creationId xmlns:a16="http://schemas.microsoft.com/office/drawing/2014/main" id="{DE7FD1A5-A6D6-4EDE-94C2-C0556710E0DE}"/>
              </a:ext>
            </a:extLst>
          </p:cNvPr>
          <p:cNvSpPr/>
          <p:nvPr/>
        </p:nvSpPr>
        <p:spPr>
          <a:xfrm>
            <a:off x="0" y="1745473"/>
            <a:ext cx="6444864" cy="582930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eo" panose="02000000000000000000" pitchFamily="50" charset="0"/>
              </a:rPr>
              <a:t>PHRA</a:t>
            </a:r>
          </a:p>
        </p:txBody>
      </p:sp>
      <p:pic>
        <p:nvPicPr>
          <p:cNvPr id="14" name="Imagen 13" descr="../../../Dropbox/Capturas%20de%20pantalla/Captura%20de%20pantalla%202017-11-05%2016.50.10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306" y="2570302"/>
            <a:ext cx="2863454" cy="25679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3219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1647BC3E-B384-4116-BBE4-F2BF28D0B7E5}"/>
              </a:ext>
            </a:extLst>
          </p:cNvPr>
          <p:cNvGrpSpPr/>
          <p:nvPr/>
        </p:nvGrpSpPr>
        <p:grpSpPr>
          <a:xfrm>
            <a:off x="5706904" y="5995511"/>
            <a:ext cx="3437096" cy="862489"/>
            <a:chOff x="0" y="0"/>
            <a:chExt cx="4583178" cy="1150303"/>
          </a:xfrm>
        </p:grpSpPr>
        <p:sp>
          <p:nvSpPr>
            <p:cNvPr id="22" name="Triángulo isósceles 21">
              <a:extLst>
                <a:ext uri="{FF2B5EF4-FFF2-40B4-BE49-F238E27FC236}">
                  <a16:creationId xmlns:a16="http://schemas.microsoft.com/office/drawing/2014/main" id="{C8050946-0C10-4B74-B2EF-7B78CF747B12}"/>
                </a:ext>
              </a:extLst>
            </p:cNvPr>
            <p:cNvSpPr/>
            <p:nvPr/>
          </p:nvSpPr>
          <p:spPr>
            <a:xfrm>
              <a:off x="2028412" y="250963"/>
              <a:ext cx="2548255" cy="895182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23" name="Triángulo isósceles 22">
              <a:extLst>
                <a:ext uri="{FF2B5EF4-FFF2-40B4-BE49-F238E27FC236}">
                  <a16:creationId xmlns:a16="http://schemas.microsoft.com/office/drawing/2014/main" id="{41C71436-311D-45BC-A288-5388803657E2}"/>
                </a:ext>
              </a:extLst>
            </p:cNvPr>
            <p:cNvSpPr/>
            <p:nvPr/>
          </p:nvSpPr>
          <p:spPr>
            <a:xfrm rot="16200000">
              <a:off x="1176959" y="-1176959"/>
              <a:ext cx="1148108" cy="3502025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24" name="Triángulo isósceles 23">
              <a:extLst>
                <a:ext uri="{FF2B5EF4-FFF2-40B4-BE49-F238E27FC236}">
                  <a16:creationId xmlns:a16="http://schemas.microsoft.com/office/drawing/2014/main" id="{3A98D435-D84E-4896-A9B7-B576D8CA2E4D}"/>
                </a:ext>
              </a:extLst>
            </p:cNvPr>
            <p:cNvSpPr/>
            <p:nvPr/>
          </p:nvSpPr>
          <p:spPr>
            <a:xfrm>
              <a:off x="2339838" y="277467"/>
              <a:ext cx="2243340" cy="872836"/>
            </a:xfrm>
            <a:prstGeom prst="triangle">
              <a:avLst>
                <a:gd name="adj" fmla="val 3622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CA29C-48B3-46CA-BE9C-3244A602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>
                <a:solidFill>
                  <a:schemeClr val="bg1"/>
                </a:solidFill>
              </a:rPr>
              <a:t>9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3052E4EF-C307-4BF3-9FE5-B5F2DA1DE49B}"/>
              </a:ext>
            </a:extLst>
          </p:cNvPr>
          <p:cNvSpPr/>
          <p:nvPr/>
        </p:nvSpPr>
        <p:spPr>
          <a:xfrm>
            <a:off x="68580" y="969850"/>
            <a:ext cx="9075420" cy="582930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eo" panose="02000000000000000000" pitchFamily="50" charset="0"/>
              </a:rPr>
              <a:t>Realizar el Aseguramiento de la Calidad</a:t>
            </a:r>
          </a:p>
        </p:txBody>
      </p:sp>
      <p:sp>
        <p:nvSpPr>
          <p:cNvPr id="28" name="Paralelogramo 27">
            <a:extLst>
              <a:ext uri="{FF2B5EF4-FFF2-40B4-BE49-F238E27FC236}">
                <a16:creationId xmlns:a16="http://schemas.microsoft.com/office/drawing/2014/main" id="{DE7FD1A5-A6D6-4EDE-94C2-C0556710E0DE}"/>
              </a:ext>
            </a:extLst>
          </p:cNvPr>
          <p:cNvSpPr/>
          <p:nvPr/>
        </p:nvSpPr>
        <p:spPr>
          <a:xfrm>
            <a:off x="0" y="1745473"/>
            <a:ext cx="6444864" cy="582930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eo" panose="02000000000000000000" pitchFamily="50" charset="0"/>
              </a:rPr>
              <a:t>Auditorías</a:t>
            </a:r>
          </a:p>
        </p:txBody>
      </p:sp>
      <p:sp>
        <p:nvSpPr>
          <p:cNvPr id="12" name="Paralelogramo 11">
            <a:extLst>
              <a:ext uri="{FF2B5EF4-FFF2-40B4-BE49-F238E27FC236}">
                <a16:creationId xmlns:a16="http://schemas.microsoft.com/office/drawing/2014/main" id="{A2934A76-2E87-4953-BD99-07434E52AFBE}"/>
              </a:ext>
            </a:extLst>
          </p:cNvPr>
          <p:cNvSpPr/>
          <p:nvPr/>
        </p:nvSpPr>
        <p:spPr>
          <a:xfrm>
            <a:off x="278535" y="2825447"/>
            <a:ext cx="4327756" cy="588269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latin typeface="Beo" panose="02000000000000000000" pitchFamily="50" charset="0"/>
              </a:rPr>
              <a:t>Auditorías Internas</a:t>
            </a:r>
          </a:p>
        </p:txBody>
      </p: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A2934A76-2E87-4953-BD99-07434E52AFBE}"/>
              </a:ext>
            </a:extLst>
          </p:cNvPr>
          <p:cNvSpPr/>
          <p:nvPr/>
        </p:nvSpPr>
        <p:spPr>
          <a:xfrm>
            <a:off x="278535" y="3663694"/>
            <a:ext cx="4327756" cy="576836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latin typeface="Beo" panose="02000000000000000000" pitchFamily="50" charset="0"/>
              </a:rPr>
              <a:t>Auditorías Externas o Segunda parte</a:t>
            </a:r>
          </a:p>
        </p:txBody>
      </p:sp>
      <p:sp>
        <p:nvSpPr>
          <p:cNvPr id="15" name="Paralelogramo 14">
            <a:extLst>
              <a:ext uri="{FF2B5EF4-FFF2-40B4-BE49-F238E27FC236}">
                <a16:creationId xmlns:a16="http://schemas.microsoft.com/office/drawing/2014/main" id="{A2934A76-2E87-4953-BD99-07434E52AFBE}"/>
              </a:ext>
            </a:extLst>
          </p:cNvPr>
          <p:cNvSpPr/>
          <p:nvPr/>
        </p:nvSpPr>
        <p:spPr>
          <a:xfrm>
            <a:off x="278536" y="4490512"/>
            <a:ext cx="4327755" cy="64775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latin typeface="Beo" panose="02000000000000000000" pitchFamily="50" charset="0"/>
              </a:rPr>
              <a:t>Auditorías Externas o Tercera parte</a:t>
            </a:r>
          </a:p>
        </p:txBody>
      </p:sp>
      <p:sp>
        <p:nvSpPr>
          <p:cNvPr id="16" name="Paralelogramo 15">
            <a:extLst>
              <a:ext uri="{FF2B5EF4-FFF2-40B4-BE49-F238E27FC236}">
                <a16:creationId xmlns:a16="http://schemas.microsoft.com/office/drawing/2014/main" id="{A2934A76-2E87-4953-BD99-07434E52AFBE}"/>
              </a:ext>
            </a:extLst>
          </p:cNvPr>
          <p:cNvSpPr/>
          <p:nvPr/>
        </p:nvSpPr>
        <p:spPr>
          <a:xfrm>
            <a:off x="5446194" y="2814658"/>
            <a:ext cx="3334784" cy="588269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latin typeface="Beo" panose="02000000000000000000" pitchFamily="50" charset="0"/>
              </a:rPr>
              <a:t>DEFCON1 SOLUTIONS</a:t>
            </a:r>
          </a:p>
        </p:txBody>
      </p:sp>
      <p:sp>
        <p:nvSpPr>
          <p:cNvPr id="17" name="Paralelogramo 16">
            <a:extLst>
              <a:ext uri="{FF2B5EF4-FFF2-40B4-BE49-F238E27FC236}">
                <a16:creationId xmlns:a16="http://schemas.microsoft.com/office/drawing/2014/main" id="{A2934A76-2E87-4953-BD99-07434E52AFBE}"/>
              </a:ext>
            </a:extLst>
          </p:cNvPr>
          <p:cNvSpPr/>
          <p:nvPr/>
        </p:nvSpPr>
        <p:spPr>
          <a:xfrm>
            <a:off x="5446197" y="3657980"/>
            <a:ext cx="3334783" cy="588269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latin typeface="Beo" panose="02000000000000000000" pitchFamily="50" charset="0"/>
              </a:rPr>
              <a:t>DGPI</a:t>
            </a:r>
          </a:p>
        </p:txBody>
      </p:sp>
      <p:sp>
        <p:nvSpPr>
          <p:cNvPr id="18" name="Paralelogramo 17">
            <a:extLst>
              <a:ext uri="{FF2B5EF4-FFF2-40B4-BE49-F238E27FC236}">
                <a16:creationId xmlns:a16="http://schemas.microsoft.com/office/drawing/2014/main" id="{A2934A76-2E87-4953-BD99-07434E52AFBE}"/>
              </a:ext>
            </a:extLst>
          </p:cNvPr>
          <p:cNvSpPr/>
          <p:nvPr/>
        </p:nvSpPr>
        <p:spPr>
          <a:xfrm>
            <a:off x="5446194" y="4490514"/>
            <a:ext cx="3334782" cy="588269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latin typeface="Beo" panose="02000000000000000000" pitchFamily="50" charset="0"/>
              </a:rPr>
              <a:t>ISO 9001</a:t>
            </a:r>
          </a:p>
        </p:txBody>
      </p:sp>
      <p:sp>
        <p:nvSpPr>
          <p:cNvPr id="3" name="Flecha derecha 2"/>
          <p:cNvSpPr/>
          <p:nvPr/>
        </p:nvSpPr>
        <p:spPr>
          <a:xfrm>
            <a:off x="4649051" y="2971629"/>
            <a:ext cx="754380" cy="32004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50" dirty="0"/>
          </a:p>
        </p:txBody>
      </p:sp>
      <p:sp>
        <p:nvSpPr>
          <p:cNvPr id="20" name="Flecha derecha 19"/>
          <p:cNvSpPr/>
          <p:nvPr/>
        </p:nvSpPr>
        <p:spPr>
          <a:xfrm>
            <a:off x="4649051" y="3792092"/>
            <a:ext cx="754380" cy="32004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50" dirty="0"/>
          </a:p>
        </p:txBody>
      </p:sp>
      <p:sp>
        <p:nvSpPr>
          <p:cNvPr id="21" name="Flecha derecha 20"/>
          <p:cNvSpPr/>
          <p:nvPr/>
        </p:nvSpPr>
        <p:spPr>
          <a:xfrm>
            <a:off x="4649051" y="4624625"/>
            <a:ext cx="754380" cy="32004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50" dirty="0"/>
          </a:p>
        </p:txBody>
      </p:sp>
    </p:spTree>
    <p:extLst>
      <p:ext uri="{BB962C8B-B14F-4D97-AF65-F5344CB8AC3E}">
        <p14:creationId xmlns:p14="http://schemas.microsoft.com/office/powerpoint/2010/main" val="1500422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8725F877-BC27-4C77-922C-49B08638989E}"/>
              </a:ext>
            </a:extLst>
          </p:cNvPr>
          <p:cNvGrpSpPr/>
          <p:nvPr/>
        </p:nvGrpSpPr>
        <p:grpSpPr>
          <a:xfrm>
            <a:off x="5706904" y="5995511"/>
            <a:ext cx="3437096" cy="862489"/>
            <a:chOff x="0" y="0"/>
            <a:chExt cx="4583178" cy="1150303"/>
          </a:xfrm>
        </p:grpSpPr>
        <p:sp>
          <p:nvSpPr>
            <p:cNvPr id="13" name="Triángulo isósceles 12">
              <a:extLst>
                <a:ext uri="{FF2B5EF4-FFF2-40B4-BE49-F238E27FC236}">
                  <a16:creationId xmlns:a16="http://schemas.microsoft.com/office/drawing/2014/main" id="{AB66F4F1-726F-4DD9-85CF-869AF18C4103}"/>
                </a:ext>
              </a:extLst>
            </p:cNvPr>
            <p:cNvSpPr/>
            <p:nvPr/>
          </p:nvSpPr>
          <p:spPr>
            <a:xfrm>
              <a:off x="2028412" y="250963"/>
              <a:ext cx="2548255" cy="895182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5" name="Triángulo isósceles 14">
              <a:extLst>
                <a:ext uri="{FF2B5EF4-FFF2-40B4-BE49-F238E27FC236}">
                  <a16:creationId xmlns:a16="http://schemas.microsoft.com/office/drawing/2014/main" id="{B5EFF8A4-9AD0-4E2B-818B-B02CE1C172DF}"/>
                </a:ext>
              </a:extLst>
            </p:cNvPr>
            <p:cNvSpPr/>
            <p:nvPr/>
          </p:nvSpPr>
          <p:spPr>
            <a:xfrm rot="16200000">
              <a:off x="1176959" y="-1176959"/>
              <a:ext cx="1148108" cy="3502025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6" name="Triángulo isósceles 15">
              <a:extLst>
                <a:ext uri="{FF2B5EF4-FFF2-40B4-BE49-F238E27FC236}">
                  <a16:creationId xmlns:a16="http://schemas.microsoft.com/office/drawing/2014/main" id="{4DC5FCAC-52DB-4B0B-94D5-55DA250D23D2}"/>
                </a:ext>
              </a:extLst>
            </p:cNvPr>
            <p:cNvSpPr/>
            <p:nvPr/>
          </p:nvSpPr>
          <p:spPr>
            <a:xfrm>
              <a:off x="2339838" y="277467"/>
              <a:ext cx="2243340" cy="872836"/>
            </a:xfrm>
            <a:prstGeom prst="triangle">
              <a:avLst>
                <a:gd name="adj" fmla="val 3622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CA29C-48B3-46CA-BE9C-3244A602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>
                <a:solidFill>
                  <a:schemeClr val="bg1"/>
                </a:solidFill>
              </a:rPr>
              <a:t>10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3052E4EF-C307-4BF3-9FE5-B5F2DA1DE49B}"/>
              </a:ext>
            </a:extLst>
          </p:cNvPr>
          <p:cNvSpPr/>
          <p:nvPr/>
        </p:nvSpPr>
        <p:spPr>
          <a:xfrm>
            <a:off x="68580" y="969850"/>
            <a:ext cx="9075420" cy="582930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eo" panose="02000000000000000000" pitchFamily="50" charset="0"/>
              </a:rPr>
              <a:t>Controlar la calidad</a:t>
            </a:r>
          </a:p>
        </p:txBody>
      </p:sp>
      <p:sp>
        <p:nvSpPr>
          <p:cNvPr id="28" name="Paralelogramo 27">
            <a:extLst>
              <a:ext uri="{FF2B5EF4-FFF2-40B4-BE49-F238E27FC236}">
                <a16:creationId xmlns:a16="http://schemas.microsoft.com/office/drawing/2014/main" id="{DE7FD1A5-A6D6-4EDE-94C2-C0556710E0DE}"/>
              </a:ext>
            </a:extLst>
          </p:cNvPr>
          <p:cNvSpPr/>
          <p:nvPr/>
        </p:nvSpPr>
        <p:spPr>
          <a:xfrm>
            <a:off x="0" y="1866220"/>
            <a:ext cx="6444864" cy="582930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eo" panose="02000000000000000000" pitchFamily="50" charset="0"/>
              </a:rPr>
              <a:t>Revisión de Solicitudes de Cambio</a:t>
            </a:r>
          </a:p>
        </p:txBody>
      </p:sp>
      <p:sp>
        <p:nvSpPr>
          <p:cNvPr id="14" name="Paralelogramo 13">
            <a:extLst>
              <a:ext uri="{FF2B5EF4-FFF2-40B4-BE49-F238E27FC236}">
                <a16:creationId xmlns:a16="http://schemas.microsoft.com/office/drawing/2014/main" id="{DE7FD1A5-A6D6-4EDE-94C2-C0556710E0DE}"/>
              </a:ext>
            </a:extLst>
          </p:cNvPr>
          <p:cNvSpPr/>
          <p:nvPr/>
        </p:nvSpPr>
        <p:spPr>
          <a:xfrm>
            <a:off x="0" y="2762590"/>
            <a:ext cx="6444864" cy="582930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eo" panose="02000000000000000000" pitchFamily="50" charset="0"/>
              </a:rPr>
              <a:t>Inspecciones</a:t>
            </a:r>
          </a:p>
        </p:txBody>
      </p:sp>
    </p:spTree>
    <p:extLst>
      <p:ext uri="{BB962C8B-B14F-4D97-AF65-F5344CB8AC3E}">
        <p14:creationId xmlns:p14="http://schemas.microsoft.com/office/powerpoint/2010/main" val="1750411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34880052-F66E-4284-8B1A-0C4E5F5AE292}"/>
              </a:ext>
            </a:extLst>
          </p:cNvPr>
          <p:cNvGrpSpPr/>
          <p:nvPr/>
        </p:nvGrpSpPr>
        <p:grpSpPr>
          <a:xfrm>
            <a:off x="5706904" y="5995511"/>
            <a:ext cx="3437096" cy="862489"/>
            <a:chOff x="0" y="0"/>
            <a:chExt cx="4583178" cy="1150303"/>
          </a:xfrm>
        </p:grpSpPr>
        <p:sp>
          <p:nvSpPr>
            <p:cNvPr id="14" name="Triángulo isósceles 13">
              <a:extLst>
                <a:ext uri="{FF2B5EF4-FFF2-40B4-BE49-F238E27FC236}">
                  <a16:creationId xmlns:a16="http://schemas.microsoft.com/office/drawing/2014/main" id="{CE34E98A-6151-41E4-90BE-85892AD6C218}"/>
                </a:ext>
              </a:extLst>
            </p:cNvPr>
            <p:cNvSpPr/>
            <p:nvPr/>
          </p:nvSpPr>
          <p:spPr>
            <a:xfrm>
              <a:off x="2028412" y="250963"/>
              <a:ext cx="2548255" cy="895182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5" name="Triángulo isósceles 14">
              <a:extLst>
                <a:ext uri="{FF2B5EF4-FFF2-40B4-BE49-F238E27FC236}">
                  <a16:creationId xmlns:a16="http://schemas.microsoft.com/office/drawing/2014/main" id="{2D6581DD-201C-469A-9DED-7EB10B75D411}"/>
                </a:ext>
              </a:extLst>
            </p:cNvPr>
            <p:cNvSpPr/>
            <p:nvPr/>
          </p:nvSpPr>
          <p:spPr>
            <a:xfrm rot="16200000">
              <a:off x="1176959" y="-1176959"/>
              <a:ext cx="1148108" cy="3502025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6" name="Triángulo isósceles 15">
              <a:extLst>
                <a:ext uri="{FF2B5EF4-FFF2-40B4-BE49-F238E27FC236}">
                  <a16:creationId xmlns:a16="http://schemas.microsoft.com/office/drawing/2014/main" id="{0B8E2D29-2D7C-42FD-8820-DF4D6E6292E3}"/>
                </a:ext>
              </a:extLst>
            </p:cNvPr>
            <p:cNvSpPr/>
            <p:nvPr/>
          </p:nvSpPr>
          <p:spPr>
            <a:xfrm>
              <a:off x="2339838" y="277467"/>
              <a:ext cx="2243340" cy="872836"/>
            </a:xfrm>
            <a:prstGeom prst="triangle">
              <a:avLst>
                <a:gd name="adj" fmla="val 3622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CA29C-48B3-46CA-BE9C-3244A602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>
                <a:solidFill>
                  <a:schemeClr val="bg1"/>
                </a:solidFill>
              </a:rPr>
              <a:t>11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3052E4EF-C307-4BF3-9FE5-B5F2DA1DE49B}"/>
              </a:ext>
            </a:extLst>
          </p:cNvPr>
          <p:cNvSpPr/>
          <p:nvPr/>
        </p:nvSpPr>
        <p:spPr>
          <a:xfrm>
            <a:off x="68580" y="969850"/>
            <a:ext cx="9075420" cy="582930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eo" panose="02000000000000000000" pitchFamily="50" charset="0"/>
              </a:rPr>
              <a:t>Plan de Gestión de los Recursos Humanos</a:t>
            </a:r>
          </a:p>
        </p:txBody>
      </p:sp>
      <p:sp>
        <p:nvSpPr>
          <p:cNvPr id="28" name="Paralelogramo 27">
            <a:extLst>
              <a:ext uri="{FF2B5EF4-FFF2-40B4-BE49-F238E27FC236}">
                <a16:creationId xmlns:a16="http://schemas.microsoft.com/office/drawing/2014/main" id="{DE7FD1A5-A6D6-4EDE-94C2-C0556710E0DE}"/>
              </a:ext>
            </a:extLst>
          </p:cNvPr>
          <p:cNvSpPr/>
          <p:nvPr/>
        </p:nvSpPr>
        <p:spPr>
          <a:xfrm>
            <a:off x="-17585" y="1866220"/>
            <a:ext cx="6444864" cy="582930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eo" panose="02000000000000000000" pitchFamily="50" charset="0"/>
              </a:rPr>
              <a:t>Organigrama del proyecto</a:t>
            </a:r>
          </a:p>
        </p:txBody>
      </p:sp>
      <p:graphicFrame>
        <p:nvGraphicFramePr>
          <p:cNvPr id="12" name="Diagrama 11">
            <a:extLst>
              <a:ext uri="{FF2B5EF4-FFF2-40B4-BE49-F238E27FC236}">
                <a16:creationId xmlns:a16="http://schemas.microsoft.com/office/drawing/2014/main" id="{C7704B86-166C-46C2-B62E-3D743D3D8C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5187995"/>
              </p:ext>
            </p:extLst>
          </p:nvPr>
        </p:nvGraphicFramePr>
        <p:xfrm>
          <a:off x="949570" y="2528888"/>
          <a:ext cx="6512066" cy="30925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9760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FBFC06CD-C9F6-4E17-A767-6337E9C99EA8}"/>
              </a:ext>
            </a:extLst>
          </p:cNvPr>
          <p:cNvGrpSpPr/>
          <p:nvPr/>
        </p:nvGrpSpPr>
        <p:grpSpPr>
          <a:xfrm>
            <a:off x="5706904" y="5995511"/>
            <a:ext cx="3437096" cy="862489"/>
            <a:chOff x="0" y="0"/>
            <a:chExt cx="4583178" cy="1150303"/>
          </a:xfrm>
        </p:grpSpPr>
        <p:sp>
          <p:nvSpPr>
            <p:cNvPr id="13" name="Triángulo isósceles 12">
              <a:extLst>
                <a:ext uri="{FF2B5EF4-FFF2-40B4-BE49-F238E27FC236}">
                  <a16:creationId xmlns:a16="http://schemas.microsoft.com/office/drawing/2014/main" id="{A17BCFB1-73AE-4687-AF35-A5B737A53AA3}"/>
                </a:ext>
              </a:extLst>
            </p:cNvPr>
            <p:cNvSpPr/>
            <p:nvPr/>
          </p:nvSpPr>
          <p:spPr>
            <a:xfrm>
              <a:off x="2028412" y="250963"/>
              <a:ext cx="2548255" cy="895182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4" name="Triángulo isósceles 13">
              <a:extLst>
                <a:ext uri="{FF2B5EF4-FFF2-40B4-BE49-F238E27FC236}">
                  <a16:creationId xmlns:a16="http://schemas.microsoft.com/office/drawing/2014/main" id="{E0CA9463-4BE2-485A-9B7F-EC6E2CAE9A80}"/>
                </a:ext>
              </a:extLst>
            </p:cNvPr>
            <p:cNvSpPr/>
            <p:nvPr/>
          </p:nvSpPr>
          <p:spPr>
            <a:xfrm rot="16200000">
              <a:off x="1176959" y="-1176959"/>
              <a:ext cx="1148108" cy="3502025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5" name="Triángulo isósceles 14">
              <a:extLst>
                <a:ext uri="{FF2B5EF4-FFF2-40B4-BE49-F238E27FC236}">
                  <a16:creationId xmlns:a16="http://schemas.microsoft.com/office/drawing/2014/main" id="{73DE78C9-9772-4E1C-8020-F73AEF7614C4}"/>
                </a:ext>
              </a:extLst>
            </p:cNvPr>
            <p:cNvSpPr/>
            <p:nvPr/>
          </p:nvSpPr>
          <p:spPr>
            <a:xfrm>
              <a:off x="2339838" y="277467"/>
              <a:ext cx="2243340" cy="872836"/>
            </a:xfrm>
            <a:prstGeom prst="triangle">
              <a:avLst>
                <a:gd name="adj" fmla="val 3622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CA29C-48B3-46CA-BE9C-3244A602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>
                <a:solidFill>
                  <a:schemeClr val="bg1"/>
                </a:solidFill>
              </a:rPr>
              <a:t>12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3052E4EF-C307-4BF3-9FE5-B5F2DA1DE49B}"/>
              </a:ext>
            </a:extLst>
          </p:cNvPr>
          <p:cNvSpPr/>
          <p:nvPr/>
        </p:nvSpPr>
        <p:spPr>
          <a:xfrm>
            <a:off x="68580" y="969850"/>
            <a:ext cx="9075420" cy="582930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eo" panose="02000000000000000000" pitchFamily="50" charset="0"/>
              </a:rPr>
              <a:t>Plan de Gestión de los Recursos Humanos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48A173E-89D5-4FF7-9CC1-FFB092C3A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853500"/>
              </p:ext>
            </p:extLst>
          </p:nvPr>
        </p:nvGraphicFramePr>
        <p:xfrm>
          <a:off x="810798" y="1674176"/>
          <a:ext cx="7522405" cy="4519644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882701">
                  <a:extLst>
                    <a:ext uri="{9D8B030D-6E8A-4147-A177-3AD203B41FA5}">
                      <a16:colId xmlns:a16="http://schemas.microsoft.com/office/drawing/2014/main" val="2445748829"/>
                    </a:ext>
                  </a:extLst>
                </a:gridCol>
                <a:gridCol w="522207">
                  <a:extLst>
                    <a:ext uri="{9D8B030D-6E8A-4147-A177-3AD203B41FA5}">
                      <a16:colId xmlns:a16="http://schemas.microsoft.com/office/drawing/2014/main" val="1864136907"/>
                    </a:ext>
                  </a:extLst>
                </a:gridCol>
                <a:gridCol w="809836">
                  <a:extLst>
                    <a:ext uri="{9D8B030D-6E8A-4147-A177-3AD203B41FA5}">
                      <a16:colId xmlns:a16="http://schemas.microsoft.com/office/drawing/2014/main" val="3716564985"/>
                    </a:ext>
                  </a:extLst>
                </a:gridCol>
                <a:gridCol w="849464">
                  <a:extLst>
                    <a:ext uri="{9D8B030D-6E8A-4147-A177-3AD203B41FA5}">
                      <a16:colId xmlns:a16="http://schemas.microsoft.com/office/drawing/2014/main" val="1926808132"/>
                    </a:ext>
                  </a:extLst>
                </a:gridCol>
                <a:gridCol w="640454">
                  <a:extLst>
                    <a:ext uri="{9D8B030D-6E8A-4147-A177-3AD203B41FA5}">
                      <a16:colId xmlns:a16="http://schemas.microsoft.com/office/drawing/2014/main" val="3462097381"/>
                    </a:ext>
                  </a:extLst>
                </a:gridCol>
                <a:gridCol w="738886">
                  <a:extLst>
                    <a:ext uri="{9D8B030D-6E8A-4147-A177-3AD203B41FA5}">
                      <a16:colId xmlns:a16="http://schemas.microsoft.com/office/drawing/2014/main" val="2706747765"/>
                    </a:ext>
                  </a:extLst>
                </a:gridCol>
                <a:gridCol w="529239">
                  <a:extLst>
                    <a:ext uri="{9D8B030D-6E8A-4147-A177-3AD203B41FA5}">
                      <a16:colId xmlns:a16="http://schemas.microsoft.com/office/drawing/2014/main" val="2180650112"/>
                    </a:ext>
                  </a:extLst>
                </a:gridCol>
                <a:gridCol w="501754">
                  <a:extLst>
                    <a:ext uri="{9D8B030D-6E8A-4147-A177-3AD203B41FA5}">
                      <a16:colId xmlns:a16="http://schemas.microsoft.com/office/drawing/2014/main" val="280222435"/>
                    </a:ext>
                  </a:extLst>
                </a:gridCol>
                <a:gridCol w="826452">
                  <a:extLst>
                    <a:ext uri="{9D8B030D-6E8A-4147-A177-3AD203B41FA5}">
                      <a16:colId xmlns:a16="http://schemas.microsoft.com/office/drawing/2014/main" val="165222750"/>
                    </a:ext>
                  </a:extLst>
                </a:gridCol>
                <a:gridCol w="338763">
                  <a:extLst>
                    <a:ext uri="{9D8B030D-6E8A-4147-A177-3AD203B41FA5}">
                      <a16:colId xmlns:a16="http://schemas.microsoft.com/office/drawing/2014/main" val="1714386882"/>
                    </a:ext>
                  </a:extLst>
                </a:gridCol>
                <a:gridCol w="882649">
                  <a:extLst>
                    <a:ext uri="{9D8B030D-6E8A-4147-A177-3AD203B41FA5}">
                      <a16:colId xmlns:a16="http://schemas.microsoft.com/office/drawing/2014/main" val="2759084400"/>
                    </a:ext>
                  </a:extLst>
                </a:gridCol>
              </a:tblGrid>
              <a:tr h="14668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Tarea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ID Tarea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Ingeniero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Ingeniería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Calidad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Finanzas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RRHH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Legal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Marketing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PM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Cliente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3202272417"/>
                  </a:ext>
                </a:extLst>
              </a:tr>
              <a:tr h="25403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Elección de servidores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1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C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C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I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1625687965"/>
                  </a:ext>
                </a:extLst>
              </a:tr>
              <a:tr h="25403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Presentación usuario app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2.1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C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I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I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2095575882"/>
                  </a:ext>
                </a:extLst>
              </a:tr>
              <a:tr h="25403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Sistema seguridad app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2.2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I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1891916568"/>
                  </a:ext>
                </a:extLst>
              </a:tr>
              <a:tr h="22027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Algoritmos voto app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2.3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I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2965366052"/>
                  </a:ext>
                </a:extLst>
              </a:tr>
              <a:tr h="1389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Desarrollo IC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3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I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6595549"/>
                  </a:ext>
                </a:extLst>
              </a:tr>
              <a:tr h="14668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Desarrollo RVS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4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I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3014456432"/>
                  </a:ext>
                </a:extLst>
              </a:tr>
              <a:tr h="22027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Planes de despliegue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5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I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I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1656243120"/>
                  </a:ext>
                </a:extLst>
              </a:tr>
              <a:tr h="22027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Licencias y permisos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6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I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552474844"/>
                  </a:ext>
                </a:extLst>
              </a:tr>
              <a:tr h="25403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Estimación de recursos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7.1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I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1914074634"/>
                  </a:ext>
                </a:extLst>
              </a:tr>
              <a:tr h="22027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Estimación de tiempo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7.2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I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C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2319853258"/>
                  </a:ext>
                </a:extLst>
              </a:tr>
              <a:tr h="22027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Estimación de costes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7.3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I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I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3321181272"/>
                  </a:ext>
                </a:extLst>
              </a:tr>
              <a:tr h="25403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Gestión de la integración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8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3105223648"/>
                  </a:ext>
                </a:extLst>
              </a:tr>
              <a:tr h="14668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Gestión del alcance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9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1558835426"/>
                  </a:ext>
                </a:extLst>
              </a:tr>
              <a:tr h="14668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Gestión del tiempo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10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1988660376"/>
                  </a:ext>
                </a:extLst>
              </a:tr>
              <a:tr h="14668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Gestión del coste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11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752292550"/>
                  </a:ext>
                </a:extLst>
              </a:tr>
              <a:tr h="22027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Gestión de la calidad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12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1296681583"/>
                  </a:ext>
                </a:extLst>
              </a:tr>
              <a:tr h="14668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Gestión de RRHH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13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507906751"/>
                  </a:ext>
                </a:extLst>
              </a:tr>
              <a:tr h="25403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Gestión de comunicación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14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3250921971"/>
                  </a:ext>
                </a:extLst>
              </a:tr>
              <a:tr h="14668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Gestión de riesgos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15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1952674416"/>
                  </a:ext>
                </a:extLst>
              </a:tr>
              <a:tr h="25403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Gestión de adquisiciones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16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R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2483111824"/>
                  </a:ext>
                </a:extLst>
              </a:tr>
              <a:tr h="25403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Gestión de interesados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17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A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dirty="0">
                          <a:effectLst/>
                          <a:latin typeface="Beo" panose="02000000000000000000" pitchFamily="50" charset="0"/>
                        </a:rPr>
                        <a:t> </a:t>
                      </a:r>
                      <a:endParaRPr lang="es-ES" sz="700" dirty="0">
                        <a:effectLst/>
                        <a:latin typeface="Beo" panose="02000000000000000000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74" marR="31774" marT="0" marB="0"/>
                </a:tc>
                <a:extLst>
                  <a:ext uri="{0D108BD9-81ED-4DB2-BD59-A6C34878D82A}">
                    <a16:rowId xmlns:a16="http://schemas.microsoft.com/office/drawing/2014/main" val="525129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7557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62102BB0-1B0D-438B-A473-CE7A2D782754}"/>
              </a:ext>
            </a:extLst>
          </p:cNvPr>
          <p:cNvGrpSpPr/>
          <p:nvPr/>
        </p:nvGrpSpPr>
        <p:grpSpPr>
          <a:xfrm>
            <a:off x="5706904" y="5995511"/>
            <a:ext cx="3437096" cy="862489"/>
            <a:chOff x="0" y="0"/>
            <a:chExt cx="4583178" cy="1150303"/>
          </a:xfrm>
        </p:grpSpPr>
        <p:sp>
          <p:nvSpPr>
            <p:cNvPr id="14" name="Triángulo isósceles 13">
              <a:extLst>
                <a:ext uri="{FF2B5EF4-FFF2-40B4-BE49-F238E27FC236}">
                  <a16:creationId xmlns:a16="http://schemas.microsoft.com/office/drawing/2014/main" id="{5A886519-FF69-4C2A-8B12-1E6F8F34BA2F}"/>
                </a:ext>
              </a:extLst>
            </p:cNvPr>
            <p:cNvSpPr/>
            <p:nvPr/>
          </p:nvSpPr>
          <p:spPr>
            <a:xfrm>
              <a:off x="2028412" y="250963"/>
              <a:ext cx="2548255" cy="895182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5" name="Triángulo isósceles 14">
              <a:extLst>
                <a:ext uri="{FF2B5EF4-FFF2-40B4-BE49-F238E27FC236}">
                  <a16:creationId xmlns:a16="http://schemas.microsoft.com/office/drawing/2014/main" id="{7B1EEDBF-5560-4009-8034-14136E421BC1}"/>
                </a:ext>
              </a:extLst>
            </p:cNvPr>
            <p:cNvSpPr/>
            <p:nvPr/>
          </p:nvSpPr>
          <p:spPr>
            <a:xfrm rot="16200000">
              <a:off x="1176959" y="-1176959"/>
              <a:ext cx="1148108" cy="3502025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6" name="Triángulo isósceles 15">
              <a:extLst>
                <a:ext uri="{FF2B5EF4-FFF2-40B4-BE49-F238E27FC236}">
                  <a16:creationId xmlns:a16="http://schemas.microsoft.com/office/drawing/2014/main" id="{0D85404E-A3A1-4A86-9A50-7B3E53A54B2F}"/>
                </a:ext>
              </a:extLst>
            </p:cNvPr>
            <p:cNvSpPr/>
            <p:nvPr/>
          </p:nvSpPr>
          <p:spPr>
            <a:xfrm>
              <a:off x="2339838" y="277467"/>
              <a:ext cx="2243340" cy="872836"/>
            </a:xfrm>
            <a:prstGeom prst="triangle">
              <a:avLst>
                <a:gd name="adj" fmla="val 3622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CA29C-48B3-46CA-BE9C-3244A602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>
                <a:solidFill>
                  <a:schemeClr val="bg1"/>
                </a:solidFill>
              </a:rPr>
              <a:t>13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3052E4EF-C307-4BF3-9FE5-B5F2DA1DE49B}"/>
              </a:ext>
            </a:extLst>
          </p:cNvPr>
          <p:cNvSpPr/>
          <p:nvPr/>
        </p:nvSpPr>
        <p:spPr>
          <a:xfrm>
            <a:off x="68580" y="969850"/>
            <a:ext cx="9075420" cy="582930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eo" panose="02000000000000000000" pitchFamily="50" charset="0"/>
              </a:rPr>
              <a:t>Plan de Gestión de los Recursos Humanos</a:t>
            </a:r>
          </a:p>
        </p:txBody>
      </p:sp>
      <p:sp>
        <p:nvSpPr>
          <p:cNvPr id="12" name="Paralelogramo 11">
            <a:extLst>
              <a:ext uri="{FF2B5EF4-FFF2-40B4-BE49-F238E27FC236}">
                <a16:creationId xmlns:a16="http://schemas.microsoft.com/office/drawing/2014/main" id="{CF6318FE-EE89-4B47-9046-E01EB79C7789}"/>
              </a:ext>
            </a:extLst>
          </p:cNvPr>
          <p:cNvSpPr/>
          <p:nvPr/>
        </p:nvSpPr>
        <p:spPr>
          <a:xfrm>
            <a:off x="0" y="1866220"/>
            <a:ext cx="6444864" cy="582930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eo" panose="02000000000000000000" pitchFamily="50" charset="0"/>
              </a:rPr>
              <a:t>Plan de Gestión del Personal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EF4A55E-12E4-4439-B982-C8EE3A0E8A64}"/>
              </a:ext>
            </a:extLst>
          </p:cNvPr>
          <p:cNvSpPr txBox="1"/>
          <p:nvPr/>
        </p:nvSpPr>
        <p:spPr>
          <a:xfrm>
            <a:off x="1543050" y="2732486"/>
            <a:ext cx="5918586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08" indent="-214308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Antes de la licitación</a:t>
            </a:r>
          </a:p>
          <a:p>
            <a:pPr marL="557199" lvl="1" indent="-214308" algn="just">
              <a:buFont typeface="Arial" panose="020B0604020202020204" pitchFamily="34" charset="0"/>
              <a:buChar char="•"/>
            </a:pPr>
            <a:endParaRPr lang="es-ES" sz="1350" dirty="0">
              <a:latin typeface="Beo" panose="02000000000000000000" pitchFamily="50" charset="0"/>
            </a:endParaRPr>
          </a:p>
          <a:p>
            <a:pPr lvl="1" algn="just"/>
            <a:r>
              <a:rPr lang="es-ES" sz="1350" dirty="0">
                <a:latin typeface="Beo" panose="02000000000000000000" pitchFamily="50" charset="0"/>
              </a:rPr>
              <a:t>Se estiman 100 empleados pertenecientes a la empresa que se reubicarán a nuestro proyecto para llevar a cabo la primera fase.</a:t>
            </a:r>
          </a:p>
          <a:p>
            <a:pPr lvl="1" algn="just"/>
            <a:endParaRPr lang="es-ES" sz="1350" dirty="0">
              <a:latin typeface="Beo" panose="02000000000000000000" pitchFamily="50" charset="0"/>
            </a:endParaRPr>
          </a:p>
          <a:p>
            <a:pPr marL="214308" indent="-214308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Después de la licitación</a:t>
            </a:r>
          </a:p>
          <a:p>
            <a:pPr marL="214308" indent="-214308" algn="just">
              <a:buFont typeface="Arial" panose="020B0604020202020204" pitchFamily="34" charset="0"/>
              <a:buChar char="•"/>
            </a:pPr>
            <a:endParaRPr lang="es-ES" sz="1350" dirty="0">
              <a:latin typeface="Beo" panose="02000000000000000000" pitchFamily="50" charset="0"/>
            </a:endParaRPr>
          </a:p>
          <a:p>
            <a:pPr lvl="1" algn="just"/>
            <a:r>
              <a:rPr lang="es-ES" sz="1350" dirty="0">
                <a:latin typeface="Beo" panose="02000000000000000000" pitchFamily="50" charset="0"/>
              </a:rPr>
              <a:t>La carga de trabajo aumenta exponencialmente, se requiere un aumento del personal. 700 nuevos empleados (500 reubicados con la finalización de otros proyectos y 200 nuevas contrataciones).</a:t>
            </a:r>
          </a:p>
          <a:p>
            <a:pPr marL="214308" indent="-214308">
              <a:buFont typeface="Arial" panose="020B0604020202020204" pitchFamily="34" charset="0"/>
              <a:buChar char="•"/>
            </a:pPr>
            <a:endParaRPr lang="es-ES" sz="1350" dirty="0">
              <a:latin typeface="Beo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802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3721FDA7-F823-4783-ABAD-58304BE99A91}"/>
              </a:ext>
            </a:extLst>
          </p:cNvPr>
          <p:cNvGrpSpPr/>
          <p:nvPr/>
        </p:nvGrpSpPr>
        <p:grpSpPr>
          <a:xfrm>
            <a:off x="5706904" y="5995511"/>
            <a:ext cx="3437096" cy="862489"/>
            <a:chOff x="0" y="0"/>
            <a:chExt cx="4583178" cy="1150303"/>
          </a:xfrm>
        </p:grpSpPr>
        <p:sp>
          <p:nvSpPr>
            <p:cNvPr id="14" name="Triángulo isósceles 13">
              <a:extLst>
                <a:ext uri="{FF2B5EF4-FFF2-40B4-BE49-F238E27FC236}">
                  <a16:creationId xmlns:a16="http://schemas.microsoft.com/office/drawing/2014/main" id="{40B78D20-FC92-41A5-950F-AAAB4DD43A93}"/>
                </a:ext>
              </a:extLst>
            </p:cNvPr>
            <p:cNvSpPr/>
            <p:nvPr/>
          </p:nvSpPr>
          <p:spPr>
            <a:xfrm>
              <a:off x="2028412" y="250963"/>
              <a:ext cx="2548255" cy="895182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5" name="Triángulo isósceles 14">
              <a:extLst>
                <a:ext uri="{FF2B5EF4-FFF2-40B4-BE49-F238E27FC236}">
                  <a16:creationId xmlns:a16="http://schemas.microsoft.com/office/drawing/2014/main" id="{7A4B9D8B-FBC4-4432-AF47-A68CCAFE2DCF}"/>
                </a:ext>
              </a:extLst>
            </p:cNvPr>
            <p:cNvSpPr/>
            <p:nvPr/>
          </p:nvSpPr>
          <p:spPr>
            <a:xfrm rot="16200000">
              <a:off x="1176959" y="-1176959"/>
              <a:ext cx="1148108" cy="3502025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6" name="Triángulo isósceles 15">
              <a:extLst>
                <a:ext uri="{FF2B5EF4-FFF2-40B4-BE49-F238E27FC236}">
                  <a16:creationId xmlns:a16="http://schemas.microsoft.com/office/drawing/2014/main" id="{035B56D5-3A71-44B4-B129-3CF980CB032D}"/>
                </a:ext>
              </a:extLst>
            </p:cNvPr>
            <p:cNvSpPr/>
            <p:nvPr/>
          </p:nvSpPr>
          <p:spPr>
            <a:xfrm>
              <a:off x="2339838" y="277467"/>
              <a:ext cx="2243340" cy="872836"/>
            </a:xfrm>
            <a:prstGeom prst="triangle">
              <a:avLst>
                <a:gd name="adj" fmla="val 3622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CA29C-48B3-46CA-BE9C-3244A602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>
                <a:solidFill>
                  <a:schemeClr val="bg1"/>
                </a:solidFill>
              </a:rPr>
              <a:t>14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3052E4EF-C307-4BF3-9FE5-B5F2DA1DE49B}"/>
              </a:ext>
            </a:extLst>
          </p:cNvPr>
          <p:cNvSpPr/>
          <p:nvPr/>
        </p:nvSpPr>
        <p:spPr>
          <a:xfrm>
            <a:off x="68580" y="969850"/>
            <a:ext cx="9075420" cy="582930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eo" panose="02000000000000000000" pitchFamily="50" charset="0"/>
              </a:rPr>
              <a:t>Adquirir el Equipo del Proyecto</a:t>
            </a:r>
          </a:p>
        </p:txBody>
      </p:sp>
      <p:sp>
        <p:nvSpPr>
          <p:cNvPr id="12" name="Paralelogramo 11">
            <a:extLst>
              <a:ext uri="{FF2B5EF4-FFF2-40B4-BE49-F238E27FC236}">
                <a16:creationId xmlns:a16="http://schemas.microsoft.com/office/drawing/2014/main" id="{CF6318FE-EE89-4B47-9046-E01EB79C7789}"/>
              </a:ext>
            </a:extLst>
          </p:cNvPr>
          <p:cNvSpPr/>
          <p:nvPr/>
        </p:nvSpPr>
        <p:spPr>
          <a:xfrm>
            <a:off x="0" y="1876159"/>
            <a:ext cx="6444864" cy="582930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eo" panose="02000000000000000000" pitchFamily="50" charset="0"/>
              </a:rPr>
              <a:t>Asignación del personal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EF4A55E-12E4-4439-B982-C8EE3A0E8A64}"/>
              </a:ext>
            </a:extLst>
          </p:cNvPr>
          <p:cNvSpPr txBox="1"/>
          <p:nvPr/>
        </p:nvSpPr>
        <p:spPr>
          <a:xfrm>
            <a:off x="1543050" y="2732488"/>
            <a:ext cx="5918586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08" indent="-214308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Antes de la licitación</a:t>
            </a:r>
          </a:p>
          <a:p>
            <a:pPr marL="557199" lvl="1" indent="-214308" algn="just">
              <a:buFont typeface="Arial" panose="020B0604020202020204" pitchFamily="34" charset="0"/>
              <a:buChar char="•"/>
            </a:pPr>
            <a:endParaRPr lang="es-ES" sz="1350" dirty="0">
              <a:latin typeface="Beo" panose="02000000000000000000" pitchFamily="50" charset="0"/>
            </a:endParaRPr>
          </a:p>
          <a:p>
            <a:pPr marL="557199" lvl="1" indent="-214308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Reubicación de 100 empleados de la empresa procedentes de otros 	proyectos.</a:t>
            </a:r>
          </a:p>
          <a:p>
            <a:pPr marL="557199" lvl="1" indent="-214308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El responsable de RRHH y el PM se reúnen para hacer una preselección 	del personal.</a:t>
            </a:r>
          </a:p>
          <a:p>
            <a:pPr marL="557199" lvl="1" indent="-214308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Posteriormente se habla con los responsables de los trabajadores para 	llegar a un acuerdo.</a:t>
            </a:r>
          </a:p>
        </p:txBody>
      </p:sp>
    </p:spTree>
    <p:extLst>
      <p:ext uri="{BB962C8B-B14F-4D97-AF65-F5344CB8AC3E}">
        <p14:creationId xmlns:p14="http://schemas.microsoft.com/office/powerpoint/2010/main" val="2087953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8FDAD171-E8A1-4F09-B514-A3F2E0E4B73E}"/>
              </a:ext>
            </a:extLst>
          </p:cNvPr>
          <p:cNvGrpSpPr/>
          <p:nvPr/>
        </p:nvGrpSpPr>
        <p:grpSpPr>
          <a:xfrm>
            <a:off x="5706904" y="5995511"/>
            <a:ext cx="3437096" cy="862489"/>
            <a:chOff x="0" y="0"/>
            <a:chExt cx="4583178" cy="1150303"/>
          </a:xfrm>
        </p:grpSpPr>
        <p:sp>
          <p:nvSpPr>
            <p:cNvPr id="14" name="Triángulo isósceles 13">
              <a:extLst>
                <a:ext uri="{FF2B5EF4-FFF2-40B4-BE49-F238E27FC236}">
                  <a16:creationId xmlns:a16="http://schemas.microsoft.com/office/drawing/2014/main" id="{D0EF5754-EB70-4913-8597-079501E0F498}"/>
                </a:ext>
              </a:extLst>
            </p:cNvPr>
            <p:cNvSpPr/>
            <p:nvPr/>
          </p:nvSpPr>
          <p:spPr>
            <a:xfrm>
              <a:off x="2028412" y="250963"/>
              <a:ext cx="2548255" cy="895182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5" name="Triángulo isósceles 14">
              <a:extLst>
                <a:ext uri="{FF2B5EF4-FFF2-40B4-BE49-F238E27FC236}">
                  <a16:creationId xmlns:a16="http://schemas.microsoft.com/office/drawing/2014/main" id="{6F7CD5C4-80A9-4679-83D3-044565D0B5B3}"/>
                </a:ext>
              </a:extLst>
            </p:cNvPr>
            <p:cNvSpPr/>
            <p:nvPr/>
          </p:nvSpPr>
          <p:spPr>
            <a:xfrm rot="16200000">
              <a:off x="1176959" y="-1176959"/>
              <a:ext cx="1148108" cy="3502025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6" name="Triángulo isósceles 15">
              <a:extLst>
                <a:ext uri="{FF2B5EF4-FFF2-40B4-BE49-F238E27FC236}">
                  <a16:creationId xmlns:a16="http://schemas.microsoft.com/office/drawing/2014/main" id="{AC6832F9-CA08-4F98-8EB3-3F3D749DD8DC}"/>
                </a:ext>
              </a:extLst>
            </p:cNvPr>
            <p:cNvSpPr/>
            <p:nvPr/>
          </p:nvSpPr>
          <p:spPr>
            <a:xfrm>
              <a:off x="2339838" y="277467"/>
              <a:ext cx="2243340" cy="872836"/>
            </a:xfrm>
            <a:prstGeom prst="triangle">
              <a:avLst>
                <a:gd name="adj" fmla="val 3622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CA29C-48B3-46CA-BE9C-3244A602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>
                <a:solidFill>
                  <a:schemeClr val="bg1"/>
                </a:solidFill>
              </a:rPr>
              <a:t>15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3052E4EF-C307-4BF3-9FE5-B5F2DA1DE49B}"/>
              </a:ext>
            </a:extLst>
          </p:cNvPr>
          <p:cNvSpPr/>
          <p:nvPr/>
        </p:nvSpPr>
        <p:spPr>
          <a:xfrm>
            <a:off x="68580" y="969850"/>
            <a:ext cx="9075420" cy="582930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eo" panose="02000000000000000000" pitchFamily="50" charset="0"/>
              </a:rPr>
              <a:t>Adquirir el Equipo del Proyecto</a:t>
            </a:r>
          </a:p>
        </p:txBody>
      </p:sp>
      <p:sp>
        <p:nvSpPr>
          <p:cNvPr id="12" name="Paralelogramo 11">
            <a:extLst>
              <a:ext uri="{FF2B5EF4-FFF2-40B4-BE49-F238E27FC236}">
                <a16:creationId xmlns:a16="http://schemas.microsoft.com/office/drawing/2014/main" id="{CF6318FE-EE89-4B47-9046-E01EB79C7789}"/>
              </a:ext>
            </a:extLst>
          </p:cNvPr>
          <p:cNvSpPr/>
          <p:nvPr/>
        </p:nvSpPr>
        <p:spPr>
          <a:xfrm>
            <a:off x="0" y="1876159"/>
            <a:ext cx="6444864" cy="582930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eo" panose="02000000000000000000" pitchFamily="50" charset="0"/>
              </a:rPr>
              <a:t>Asignación del personal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EF4A55E-12E4-4439-B982-C8EE3A0E8A64}"/>
              </a:ext>
            </a:extLst>
          </p:cNvPr>
          <p:cNvSpPr txBox="1"/>
          <p:nvPr/>
        </p:nvSpPr>
        <p:spPr>
          <a:xfrm>
            <a:off x="1543050" y="2732488"/>
            <a:ext cx="5918586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08" indent="-214308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Después de la licitación</a:t>
            </a:r>
          </a:p>
          <a:p>
            <a:pPr marL="557199" lvl="1" indent="-214308" algn="just">
              <a:buFont typeface="Arial" panose="020B0604020202020204" pitchFamily="34" charset="0"/>
              <a:buChar char="•"/>
            </a:pPr>
            <a:endParaRPr lang="es-ES" sz="1350" dirty="0">
              <a:latin typeface="Beo" panose="02000000000000000000" pitchFamily="50" charset="0"/>
            </a:endParaRPr>
          </a:p>
          <a:p>
            <a:pPr marL="557199" lvl="1" indent="-214308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Se necesita un incremento del personal de 700 personas para cumplir los objetivos de alcance y tiempo.</a:t>
            </a:r>
          </a:p>
          <a:p>
            <a:pPr marL="557199" lvl="1" indent="-214308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Otros proyectos en la empresa finalizan con un mes de antelación, se incorporan 500 empleados de esos proyectos al nuestro.</a:t>
            </a:r>
          </a:p>
          <a:p>
            <a:pPr marL="557199" lvl="1" indent="-214308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200 nuevas contrataciones. Proceso de entrevistas en dos fases.</a:t>
            </a:r>
          </a:p>
        </p:txBody>
      </p:sp>
    </p:spTree>
    <p:extLst>
      <p:ext uri="{BB962C8B-B14F-4D97-AF65-F5344CB8AC3E}">
        <p14:creationId xmlns:p14="http://schemas.microsoft.com/office/powerpoint/2010/main" val="4208466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>
            <a:extLst>
              <a:ext uri="{FF2B5EF4-FFF2-40B4-BE49-F238E27FC236}">
                <a16:creationId xmlns:a16="http://schemas.microsoft.com/office/drawing/2014/main" id="{0F2B97DD-710A-48BA-9DDA-B531DDAA7C56}"/>
              </a:ext>
            </a:extLst>
          </p:cNvPr>
          <p:cNvGrpSpPr/>
          <p:nvPr/>
        </p:nvGrpSpPr>
        <p:grpSpPr>
          <a:xfrm>
            <a:off x="5706904" y="5995511"/>
            <a:ext cx="3437096" cy="862489"/>
            <a:chOff x="0" y="0"/>
            <a:chExt cx="4583178" cy="1150303"/>
          </a:xfrm>
        </p:grpSpPr>
        <p:sp>
          <p:nvSpPr>
            <p:cNvPr id="15" name="Triángulo isósceles 14">
              <a:extLst>
                <a:ext uri="{FF2B5EF4-FFF2-40B4-BE49-F238E27FC236}">
                  <a16:creationId xmlns:a16="http://schemas.microsoft.com/office/drawing/2014/main" id="{370E8CB7-C830-4D9E-9FE8-3CB07B1898AA}"/>
                </a:ext>
              </a:extLst>
            </p:cNvPr>
            <p:cNvSpPr/>
            <p:nvPr/>
          </p:nvSpPr>
          <p:spPr>
            <a:xfrm>
              <a:off x="2028412" y="250963"/>
              <a:ext cx="2548255" cy="895182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6" name="Triángulo isósceles 15">
              <a:extLst>
                <a:ext uri="{FF2B5EF4-FFF2-40B4-BE49-F238E27FC236}">
                  <a16:creationId xmlns:a16="http://schemas.microsoft.com/office/drawing/2014/main" id="{795BC0CC-F082-42AC-BE37-52534B7A2972}"/>
                </a:ext>
              </a:extLst>
            </p:cNvPr>
            <p:cNvSpPr/>
            <p:nvPr/>
          </p:nvSpPr>
          <p:spPr>
            <a:xfrm rot="16200000">
              <a:off x="1176959" y="-1176959"/>
              <a:ext cx="1148108" cy="3502025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7" name="Triángulo isósceles 16">
              <a:extLst>
                <a:ext uri="{FF2B5EF4-FFF2-40B4-BE49-F238E27FC236}">
                  <a16:creationId xmlns:a16="http://schemas.microsoft.com/office/drawing/2014/main" id="{071107EC-C0C7-4CB8-9E98-0C12CB3A42AE}"/>
                </a:ext>
              </a:extLst>
            </p:cNvPr>
            <p:cNvSpPr/>
            <p:nvPr/>
          </p:nvSpPr>
          <p:spPr>
            <a:xfrm>
              <a:off x="2339838" y="277467"/>
              <a:ext cx="2243340" cy="872836"/>
            </a:xfrm>
            <a:prstGeom prst="triangle">
              <a:avLst>
                <a:gd name="adj" fmla="val 3622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CA29C-48B3-46CA-BE9C-3244A602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>
                <a:solidFill>
                  <a:schemeClr val="bg1"/>
                </a:solidFill>
              </a:rPr>
              <a:t>16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3052E4EF-C307-4BF3-9FE5-B5F2DA1DE49B}"/>
              </a:ext>
            </a:extLst>
          </p:cNvPr>
          <p:cNvSpPr/>
          <p:nvPr/>
        </p:nvSpPr>
        <p:spPr>
          <a:xfrm>
            <a:off x="68580" y="969850"/>
            <a:ext cx="9075420" cy="582930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eo" panose="02000000000000000000" pitchFamily="50" charset="0"/>
              </a:rPr>
              <a:t>Adquirir el Equipo del Proyecto</a:t>
            </a:r>
          </a:p>
        </p:txBody>
      </p:sp>
      <p:sp>
        <p:nvSpPr>
          <p:cNvPr id="12" name="Paralelogramo 11">
            <a:extLst>
              <a:ext uri="{FF2B5EF4-FFF2-40B4-BE49-F238E27FC236}">
                <a16:creationId xmlns:a16="http://schemas.microsoft.com/office/drawing/2014/main" id="{CF6318FE-EE89-4B47-9046-E01EB79C7789}"/>
              </a:ext>
            </a:extLst>
          </p:cNvPr>
          <p:cNvSpPr/>
          <p:nvPr/>
        </p:nvSpPr>
        <p:spPr>
          <a:xfrm>
            <a:off x="0" y="1876159"/>
            <a:ext cx="6444864" cy="582930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eo" panose="02000000000000000000" pitchFamily="50" charset="0"/>
              </a:rPr>
              <a:t>Calendario de recursos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75FE8C93-7F21-48ED-B558-2E3AA757B6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8825021"/>
              </p:ext>
            </p:extLst>
          </p:nvPr>
        </p:nvGraphicFramePr>
        <p:xfrm>
          <a:off x="810799" y="2617338"/>
          <a:ext cx="7150447" cy="272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3291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1FFBA9DD-5BE1-4421-90EB-3B4208366316}"/>
              </a:ext>
            </a:extLst>
          </p:cNvPr>
          <p:cNvGrpSpPr/>
          <p:nvPr/>
        </p:nvGrpSpPr>
        <p:grpSpPr>
          <a:xfrm>
            <a:off x="5706904" y="5995511"/>
            <a:ext cx="3437096" cy="862489"/>
            <a:chOff x="0" y="0"/>
            <a:chExt cx="4583178" cy="1150303"/>
          </a:xfrm>
        </p:grpSpPr>
        <p:sp>
          <p:nvSpPr>
            <p:cNvPr id="13" name="Triángulo isósceles 12">
              <a:extLst>
                <a:ext uri="{FF2B5EF4-FFF2-40B4-BE49-F238E27FC236}">
                  <a16:creationId xmlns:a16="http://schemas.microsoft.com/office/drawing/2014/main" id="{FC70A8DF-DA23-497D-B55F-CC7B715778F0}"/>
                </a:ext>
              </a:extLst>
            </p:cNvPr>
            <p:cNvSpPr/>
            <p:nvPr/>
          </p:nvSpPr>
          <p:spPr>
            <a:xfrm>
              <a:off x="2028412" y="250963"/>
              <a:ext cx="2548255" cy="895182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5" name="Triángulo isósceles 14">
              <a:extLst>
                <a:ext uri="{FF2B5EF4-FFF2-40B4-BE49-F238E27FC236}">
                  <a16:creationId xmlns:a16="http://schemas.microsoft.com/office/drawing/2014/main" id="{EC68DEE4-689E-444E-B70C-859891179AB1}"/>
                </a:ext>
              </a:extLst>
            </p:cNvPr>
            <p:cNvSpPr/>
            <p:nvPr/>
          </p:nvSpPr>
          <p:spPr>
            <a:xfrm rot="16200000">
              <a:off x="1176959" y="-1176959"/>
              <a:ext cx="1148108" cy="3502025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6" name="Triángulo isósceles 15">
              <a:extLst>
                <a:ext uri="{FF2B5EF4-FFF2-40B4-BE49-F238E27FC236}">
                  <a16:creationId xmlns:a16="http://schemas.microsoft.com/office/drawing/2014/main" id="{7672E8D0-A241-4A2D-B42F-A9A298ED621F}"/>
                </a:ext>
              </a:extLst>
            </p:cNvPr>
            <p:cNvSpPr/>
            <p:nvPr/>
          </p:nvSpPr>
          <p:spPr>
            <a:xfrm>
              <a:off x="2339838" y="277467"/>
              <a:ext cx="2243340" cy="872836"/>
            </a:xfrm>
            <a:prstGeom prst="triangle">
              <a:avLst>
                <a:gd name="adj" fmla="val 3622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CA29C-48B3-46CA-BE9C-3244A602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>
                <a:solidFill>
                  <a:schemeClr val="bg1"/>
                </a:solidFill>
              </a:rPr>
              <a:t>17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3052E4EF-C307-4BF3-9FE5-B5F2DA1DE49B}"/>
              </a:ext>
            </a:extLst>
          </p:cNvPr>
          <p:cNvSpPr/>
          <p:nvPr/>
        </p:nvSpPr>
        <p:spPr>
          <a:xfrm>
            <a:off x="68580" y="969850"/>
            <a:ext cx="9075420" cy="582930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eo" panose="02000000000000000000" pitchFamily="50" charset="0"/>
              </a:rPr>
              <a:t>Adquirir el Equipo del Proyecto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5510661-8D9D-4F2F-BB6E-A29774457AF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28" y="3414623"/>
            <a:ext cx="7003923" cy="276593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977A50F-F5D0-49D1-886B-2B16B6B4A60E}"/>
              </a:ext>
            </a:extLst>
          </p:cNvPr>
          <p:cNvSpPr txBox="1"/>
          <p:nvPr/>
        </p:nvSpPr>
        <p:spPr>
          <a:xfrm>
            <a:off x="934129" y="1721958"/>
            <a:ext cx="6345362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08" indent="-214308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Antes de la licitación</a:t>
            </a:r>
          </a:p>
          <a:p>
            <a:pPr lvl="1" algn="just"/>
            <a:r>
              <a:rPr lang="es-ES" sz="1350" dirty="0">
                <a:latin typeface="Beo" panose="02000000000000000000" pitchFamily="50" charset="0"/>
              </a:rPr>
              <a:t>Tres grupos de trabajo:</a:t>
            </a:r>
          </a:p>
          <a:p>
            <a:pPr marL="900091" lvl="2" indent="-214308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Grupo Alfa: 35 programadores que se encargan de las IC y el Plan de despliegue en La Rioja.</a:t>
            </a:r>
          </a:p>
          <a:p>
            <a:pPr marL="900091" lvl="2" indent="-214308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Grupo Bravo: 35 programadores que se encargan de las RVS y el Plan de despliegue en Cantabria.</a:t>
            </a:r>
          </a:p>
          <a:p>
            <a:pPr marL="900091" lvl="2" indent="-214308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Grupo Charlie: 30 programadores para el desarrollo de la app.</a:t>
            </a:r>
          </a:p>
        </p:txBody>
      </p:sp>
    </p:spTree>
    <p:extLst>
      <p:ext uri="{BB962C8B-B14F-4D97-AF65-F5344CB8AC3E}">
        <p14:creationId xmlns:p14="http://schemas.microsoft.com/office/powerpoint/2010/main" val="4178874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B877921D-8697-4E8E-89F1-5B677C021A7B}"/>
              </a:ext>
            </a:extLst>
          </p:cNvPr>
          <p:cNvGrpSpPr/>
          <p:nvPr/>
        </p:nvGrpSpPr>
        <p:grpSpPr>
          <a:xfrm>
            <a:off x="5706904" y="5995511"/>
            <a:ext cx="3437096" cy="862489"/>
            <a:chOff x="0" y="0"/>
            <a:chExt cx="4583178" cy="1150303"/>
          </a:xfrm>
        </p:grpSpPr>
        <p:sp>
          <p:nvSpPr>
            <p:cNvPr id="14" name="Triángulo isósceles 13">
              <a:extLst>
                <a:ext uri="{FF2B5EF4-FFF2-40B4-BE49-F238E27FC236}">
                  <a16:creationId xmlns:a16="http://schemas.microsoft.com/office/drawing/2014/main" id="{F7960511-90AD-4CEA-8CA7-11ED6039E519}"/>
                </a:ext>
              </a:extLst>
            </p:cNvPr>
            <p:cNvSpPr/>
            <p:nvPr/>
          </p:nvSpPr>
          <p:spPr>
            <a:xfrm>
              <a:off x="2028412" y="250963"/>
              <a:ext cx="2548255" cy="895182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5" name="Triángulo isósceles 14">
              <a:extLst>
                <a:ext uri="{FF2B5EF4-FFF2-40B4-BE49-F238E27FC236}">
                  <a16:creationId xmlns:a16="http://schemas.microsoft.com/office/drawing/2014/main" id="{1ADB334A-4672-47E1-8F74-2995A4FDC679}"/>
                </a:ext>
              </a:extLst>
            </p:cNvPr>
            <p:cNvSpPr/>
            <p:nvPr/>
          </p:nvSpPr>
          <p:spPr>
            <a:xfrm rot="16200000">
              <a:off x="1176959" y="-1176959"/>
              <a:ext cx="1148108" cy="3502025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6" name="Triángulo isósceles 15">
              <a:extLst>
                <a:ext uri="{FF2B5EF4-FFF2-40B4-BE49-F238E27FC236}">
                  <a16:creationId xmlns:a16="http://schemas.microsoft.com/office/drawing/2014/main" id="{A7224605-CFD3-4429-8CE1-F0C75CB68FA5}"/>
                </a:ext>
              </a:extLst>
            </p:cNvPr>
            <p:cNvSpPr/>
            <p:nvPr/>
          </p:nvSpPr>
          <p:spPr>
            <a:xfrm>
              <a:off x="2339838" y="277467"/>
              <a:ext cx="2243340" cy="872836"/>
            </a:xfrm>
            <a:prstGeom prst="triangle">
              <a:avLst>
                <a:gd name="adj" fmla="val 3622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CA29C-48B3-46CA-BE9C-3244A602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>
                <a:solidFill>
                  <a:schemeClr val="bg1"/>
                </a:solidFill>
              </a:rPr>
              <a:t>18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3052E4EF-C307-4BF3-9FE5-B5F2DA1DE49B}"/>
              </a:ext>
            </a:extLst>
          </p:cNvPr>
          <p:cNvSpPr/>
          <p:nvPr/>
        </p:nvSpPr>
        <p:spPr>
          <a:xfrm>
            <a:off x="68580" y="969850"/>
            <a:ext cx="9075420" cy="582930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eo" panose="02000000000000000000" pitchFamily="50" charset="0"/>
              </a:rPr>
              <a:t>Adquirir el Equipo del Proyecto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977A50F-F5D0-49D1-886B-2B16B6B4A60E}"/>
              </a:ext>
            </a:extLst>
          </p:cNvPr>
          <p:cNvSpPr txBox="1"/>
          <p:nvPr/>
        </p:nvSpPr>
        <p:spPr>
          <a:xfrm>
            <a:off x="934129" y="1721958"/>
            <a:ext cx="6345362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08" indent="-214308" algn="just">
              <a:buFont typeface="Arial" panose="020B0604020202020204" pitchFamily="34" charset="0"/>
              <a:buChar char="•"/>
            </a:pPr>
            <a:r>
              <a:rPr lang="es-ES" sz="1350">
                <a:latin typeface="Beo" panose="02000000000000000000" pitchFamily="50" charset="0"/>
              </a:rPr>
              <a:t>Después </a:t>
            </a:r>
            <a:r>
              <a:rPr lang="es-ES" sz="1350" dirty="0">
                <a:latin typeface="Beo" panose="02000000000000000000" pitchFamily="50" charset="0"/>
              </a:rPr>
              <a:t>de la licitación</a:t>
            </a:r>
          </a:p>
          <a:p>
            <a:pPr lvl="1" algn="just"/>
            <a:r>
              <a:rPr lang="es-ES" sz="1350" dirty="0">
                <a:latin typeface="Beo" panose="02000000000000000000" pitchFamily="50" charset="0"/>
              </a:rPr>
              <a:t>Tres grupos de trabajo:</a:t>
            </a:r>
          </a:p>
          <a:p>
            <a:pPr marL="900091" lvl="2" indent="-214308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Grupo Alfa: 350 programadores que se encargan de las IC y el Plan de despliegue final en La Rioja.</a:t>
            </a:r>
          </a:p>
          <a:p>
            <a:pPr marL="900091" lvl="2" indent="-214308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Grupo Bravo: 350 programadores que se encargan de las RVS y el Plan de despliegue final en Cantabria.</a:t>
            </a:r>
          </a:p>
          <a:p>
            <a:pPr marL="900091" lvl="2" indent="-214308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Grupo Charlie: 100 programadores para el desarrollo de la app.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D09DB55-331F-4ED1-8431-E641B7CBB42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34128" y="3414625"/>
            <a:ext cx="7017175" cy="276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963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DDA0BF52-8F8F-4832-9163-A7742E052AE6}"/>
              </a:ext>
            </a:extLst>
          </p:cNvPr>
          <p:cNvGrpSpPr/>
          <p:nvPr/>
        </p:nvGrpSpPr>
        <p:grpSpPr>
          <a:xfrm>
            <a:off x="5706904" y="5995511"/>
            <a:ext cx="3437096" cy="862489"/>
            <a:chOff x="0" y="0"/>
            <a:chExt cx="4583178" cy="1150303"/>
          </a:xfrm>
        </p:grpSpPr>
        <p:sp>
          <p:nvSpPr>
            <p:cNvPr id="14" name="Triángulo isósceles 13">
              <a:extLst>
                <a:ext uri="{FF2B5EF4-FFF2-40B4-BE49-F238E27FC236}">
                  <a16:creationId xmlns:a16="http://schemas.microsoft.com/office/drawing/2014/main" id="{7EF3C481-8540-4729-B76E-BA8156D73C8C}"/>
                </a:ext>
              </a:extLst>
            </p:cNvPr>
            <p:cNvSpPr/>
            <p:nvPr/>
          </p:nvSpPr>
          <p:spPr>
            <a:xfrm>
              <a:off x="2028412" y="250963"/>
              <a:ext cx="2548255" cy="895182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5" name="Triángulo isósceles 14">
              <a:extLst>
                <a:ext uri="{FF2B5EF4-FFF2-40B4-BE49-F238E27FC236}">
                  <a16:creationId xmlns:a16="http://schemas.microsoft.com/office/drawing/2014/main" id="{4D57B9BD-4EDA-4F48-B94F-E0EFD17399CA}"/>
                </a:ext>
              </a:extLst>
            </p:cNvPr>
            <p:cNvSpPr/>
            <p:nvPr/>
          </p:nvSpPr>
          <p:spPr>
            <a:xfrm rot="16200000">
              <a:off x="1176959" y="-1176959"/>
              <a:ext cx="1148108" cy="3502025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6" name="Triángulo isósceles 15">
              <a:extLst>
                <a:ext uri="{FF2B5EF4-FFF2-40B4-BE49-F238E27FC236}">
                  <a16:creationId xmlns:a16="http://schemas.microsoft.com/office/drawing/2014/main" id="{500EB1CC-D0F6-406C-BBE6-779D593EB7FB}"/>
                </a:ext>
              </a:extLst>
            </p:cNvPr>
            <p:cNvSpPr/>
            <p:nvPr/>
          </p:nvSpPr>
          <p:spPr>
            <a:xfrm>
              <a:off x="2339838" y="277467"/>
              <a:ext cx="2243340" cy="872836"/>
            </a:xfrm>
            <a:prstGeom prst="triangle">
              <a:avLst>
                <a:gd name="adj" fmla="val 3622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CA29C-48B3-46CA-BE9C-3244A602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>
                <a:solidFill>
                  <a:schemeClr val="bg1"/>
                </a:solidFill>
              </a:rPr>
              <a:t>19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3052E4EF-C307-4BF3-9FE5-B5F2DA1DE49B}"/>
              </a:ext>
            </a:extLst>
          </p:cNvPr>
          <p:cNvSpPr/>
          <p:nvPr/>
        </p:nvSpPr>
        <p:spPr>
          <a:xfrm>
            <a:off x="68580" y="969850"/>
            <a:ext cx="9075420" cy="582930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eo" panose="02000000000000000000" pitchFamily="50" charset="0"/>
              </a:rPr>
              <a:t>Desarrollar el Equipo del Proyecto</a:t>
            </a:r>
          </a:p>
        </p:txBody>
      </p: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F8508DDE-385F-4CC1-B688-175582DE24F7}"/>
              </a:ext>
            </a:extLst>
          </p:cNvPr>
          <p:cNvSpPr/>
          <p:nvPr/>
        </p:nvSpPr>
        <p:spPr>
          <a:xfrm>
            <a:off x="0" y="1876159"/>
            <a:ext cx="6444864" cy="582930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eo" panose="02000000000000000000" pitchFamily="50" charset="0"/>
              </a:rPr>
              <a:t>Desarrollo del espíritu del equipo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9D28FB5-867D-4629-A4C9-7110EA505BA6}"/>
              </a:ext>
            </a:extLst>
          </p:cNvPr>
          <p:cNvSpPr txBox="1"/>
          <p:nvPr/>
        </p:nvSpPr>
        <p:spPr>
          <a:xfrm>
            <a:off x="1222513" y="2782468"/>
            <a:ext cx="64448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350" dirty="0">
                <a:latin typeface="Beo" panose="02000000000000000000" pitchFamily="50" charset="0"/>
              </a:rPr>
              <a:t>En DEFCON1 SOLUTIONS S.A. se fija en el modelo de la escalera de Tuckman:</a:t>
            </a:r>
          </a:p>
          <a:p>
            <a:pPr algn="just"/>
            <a:endParaRPr lang="es-ES" sz="1350" dirty="0">
              <a:latin typeface="Beo" panose="02000000000000000000" pitchFamily="50" charset="0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Formación: Se informa de los roles formalmente. Los empleados tienden a trabajar de forma individual.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Turbulencia: Los empleados comienzan a abordar el proyecto, aparecen los problemas.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Normalización: La confianza aumenta y se empieza a trabajar en conjunto.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Desempeño: Los equipos trabajan como una unidad bien organizada.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Disolución.</a:t>
            </a:r>
          </a:p>
        </p:txBody>
      </p:sp>
    </p:spTree>
    <p:extLst>
      <p:ext uri="{BB962C8B-B14F-4D97-AF65-F5344CB8AC3E}">
        <p14:creationId xmlns:p14="http://schemas.microsoft.com/office/powerpoint/2010/main" val="644215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5AE2D2EA-4AC4-4367-AAFB-0937BE2F88ED}"/>
              </a:ext>
            </a:extLst>
          </p:cNvPr>
          <p:cNvGrpSpPr/>
          <p:nvPr/>
        </p:nvGrpSpPr>
        <p:grpSpPr>
          <a:xfrm>
            <a:off x="5706904" y="5995511"/>
            <a:ext cx="3437096" cy="862489"/>
            <a:chOff x="0" y="0"/>
            <a:chExt cx="4583178" cy="1150303"/>
          </a:xfrm>
        </p:grpSpPr>
        <p:sp>
          <p:nvSpPr>
            <p:cNvPr id="14" name="Triángulo isósceles 13">
              <a:extLst>
                <a:ext uri="{FF2B5EF4-FFF2-40B4-BE49-F238E27FC236}">
                  <a16:creationId xmlns:a16="http://schemas.microsoft.com/office/drawing/2014/main" id="{D55D9A6C-5873-4574-811F-C9A4B4CAB29A}"/>
                </a:ext>
              </a:extLst>
            </p:cNvPr>
            <p:cNvSpPr/>
            <p:nvPr/>
          </p:nvSpPr>
          <p:spPr>
            <a:xfrm>
              <a:off x="2028412" y="250963"/>
              <a:ext cx="2548255" cy="895182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5" name="Triángulo isósceles 14">
              <a:extLst>
                <a:ext uri="{FF2B5EF4-FFF2-40B4-BE49-F238E27FC236}">
                  <a16:creationId xmlns:a16="http://schemas.microsoft.com/office/drawing/2014/main" id="{5EEF7733-F4EB-43FE-8969-46653E42A1C7}"/>
                </a:ext>
              </a:extLst>
            </p:cNvPr>
            <p:cNvSpPr/>
            <p:nvPr/>
          </p:nvSpPr>
          <p:spPr>
            <a:xfrm rot="16200000">
              <a:off x="1176959" y="-1176959"/>
              <a:ext cx="1148108" cy="3502025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6" name="Triángulo isósceles 15">
              <a:extLst>
                <a:ext uri="{FF2B5EF4-FFF2-40B4-BE49-F238E27FC236}">
                  <a16:creationId xmlns:a16="http://schemas.microsoft.com/office/drawing/2014/main" id="{B5F8CFEA-14D9-4ADD-9FDB-BA5ED88B422A}"/>
                </a:ext>
              </a:extLst>
            </p:cNvPr>
            <p:cNvSpPr/>
            <p:nvPr/>
          </p:nvSpPr>
          <p:spPr>
            <a:xfrm>
              <a:off x="2339838" y="277467"/>
              <a:ext cx="2243340" cy="872836"/>
            </a:xfrm>
            <a:prstGeom prst="triangle">
              <a:avLst>
                <a:gd name="adj" fmla="val 3622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CA29C-48B3-46CA-BE9C-3244A602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>
                <a:solidFill>
                  <a:schemeClr val="bg1"/>
                </a:solidFill>
              </a:rPr>
              <a:t>20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3052E4EF-C307-4BF3-9FE5-B5F2DA1DE49B}"/>
              </a:ext>
            </a:extLst>
          </p:cNvPr>
          <p:cNvSpPr/>
          <p:nvPr/>
        </p:nvSpPr>
        <p:spPr>
          <a:xfrm>
            <a:off x="68580" y="969850"/>
            <a:ext cx="9075420" cy="582930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eo" panose="02000000000000000000" pitchFamily="50" charset="0"/>
              </a:rPr>
              <a:t>Desarrollar el Equipo del Proyecto</a:t>
            </a:r>
          </a:p>
        </p:txBody>
      </p: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F8508DDE-385F-4CC1-B688-175582DE24F7}"/>
              </a:ext>
            </a:extLst>
          </p:cNvPr>
          <p:cNvSpPr/>
          <p:nvPr/>
        </p:nvSpPr>
        <p:spPr>
          <a:xfrm>
            <a:off x="0" y="1876159"/>
            <a:ext cx="6444864" cy="582930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eo" panose="02000000000000000000" pitchFamily="50" charset="0"/>
              </a:rPr>
              <a:t>Reconocimiento y recompensas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9D28FB5-867D-4629-A4C9-7110EA505BA6}"/>
              </a:ext>
            </a:extLst>
          </p:cNvPr>
          <p:cNvSpPr txBox="1"/>
          <p:nvPr/>
        </p:nvSpPr>
        <p:spPr>
          <a:xfrm>
            <a:off x="1222513" y="2782470"/>
            <a:ext cx="6444864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Primas internas por cumplir los objetivos fijados por el PM al inicio del proyecto.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endParaRPr lang="es-ES" sz="1350" dirty="0">
              <a:latin typeface="Beo" panose="02000000000000000000" pitchFamily="50" charset="0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Si se cumple con los requisitos del cliente, la empresa recibirá bonificaciones. A repartir entre los miembros del proyecto.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endParaRPr lang="es-ES" sz="1350" dirty="0">
              <a:latin typeface="Beo" panose="02000000000000000000" pitchFamily="50" charset="0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Premio al empleado del mes en cada equipo de trabajo.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endParaRPr lang="es-ES" sz="1350" dirty="0">
              <a:latin typeface="Beo" panose="02000000000000000000" pitchFamily="50" charset="0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Sorteo mensual de entradas a eventos deportivos.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endParaRPr lang="es-ES" sz="1350" dirty="0">
              <a:latin typeface="Beo" panose="02000000000000000000" pitchFamily="50" charset="0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s-ES" sz="1350" dirty="0">
                <a:latin typeface="Beo" panose="02000000000000000000" pitchFamily="50" charset="0"/>
              </a:rPr>
              <a:t>Sorteo anual de un viaje de una semana a Gran Canaria a gastos pagados.</a:t>
            </a:r>
          </a:p>
        </p:txBody>
      </p:sp>
    </p:spTree>
    <p:extLst>
      <p:ext uri="{BB962C8B-B14F-4D97-AF65-F5344CB8AC3E}">
        <p14:creationId xmlns:p14="http://schemas.microsoft.com/office/powerpoint/2010/main" val="3967733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13A3C605-556A-4A27-AD30-8831CABBB44C}"/>
              </a:ext>
            </a:extLst>
          </p:cNvPr>
          <p:cNvGrpSpPr/>
          <p:nvPr/>
        </p:nvGrpSpPr>
        <p:grpSpPr>
          <a:xfrm>
            <a:off x="5706904" y="5995511"/>
            <a:ext cx="3437096" cy="862489"/>
            <a:chOff x="0" y="0"/>
            <a:chExt cx="4583178" cy="1150303"/>
          </a:xfrm>
        </p:grpSpPr>
        <p:sp>
          <p:nvSpPr>
            <p:cNvPr id="14" name="Triángulo isósceles 13">
              <a:extLst>
                <a:ext uri="{FF2B5EF4-FFF2-40B4-BE49-F238E27FC236}">
                  <a16:creationId xmlns:a16="http://schemas.microsoft.com/office/drawing/2014/main" id="{DF2CAB94-D9F9-48B0-8F9A-4F780757A381}"/>
                </a:ext>
              </a:extLst>
            </p:cNvPr>
            <p:cNvSpPr/>
            <p:nvPr/>
          </p:nvSpPr>
          <p:spPr>
            <a:xfrm>
              <a:off x="2028412" y="250963"/>
              <a:ext cx="2548255" cy="895182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5" name="Triángulo isósceles 14">
              <a:extLst>
                <a:ext uri="{FF2B5EF4-FFF2-40B4-BE49-F238E27FC236}">
                  <a16:creationId xmlns:a16="http://schemas.microsoft.com/office/drawing/2014/main" id="{54786B6D-7A15-4CB9-B19D-3032E8E9FF9F}"/>
                </a:ext>
              </a:extLst>
            </p:cNvPr>
            <p:cNvSpPr/>
            <p:nvPr/>
          </p:nvSpPr>
          <p:spPr>
            <a:xfrm rot="16200000">
              <a:off x="1176959" y="-1176959"/>
              <a:ext cx="1148108" cy="3502025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  <p:sp>
          <p:nvSpPr>
            <p:cNvPr id="16" name="Triángulo isósceles 15">
              <a:extLst>
                <a:ext uri="{FF2B5EF4-FFF2-40B4-BE49-F238E27FC236}">
                  <a16:creationId xmlns:a16="http://schemas.microsoft.com/office/drawing/2014/main" id="{C7921E80-6526-4E5A-967C-53BF7555025F}"/>
                </a:ext>
              </a:extLst>
            </p:cNvPr>
            <p:cNvSpPr/>
            <p:nvPr/>
          </p:nvSpPr>
          <p:spPr>
            <a:xfrm>
              <a:off x="2339838" y="277467"/>
              <a:ext cx="2243340" cy="872836"/>
            </a:xfrm>
            <a:prstGeom prst="triangle">
              <a:avLst>
                <a:gd name="adj" fmla="val 3622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s-ES" sz="1350" dirty="0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9CA29C-48B3-46CA-BE9C-3244A602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94BE-237D-4B68-B51C-5579FD7BFB73}" type="slidenum">
              <a:rPr lang="es-ES" smtClean="0">
                <a:solidFill>
                  <a:schemeClr val="bg1"/>
                </a:solidFill>
              </a:rPr>
              <a:t>21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3052E4EF-C307-4BF3-9FE5-B5F2DA1DE49B}"/>
              </a:ext>
            </a:extLst>
          </p:cNvPr>
          <p:cNvSpPr/>
          <p:nvPr/>
        </p:nvSpPr>
        <p:spPr>
          <a:xfrm>
            <a:off x="68580" y="969850"/>
            <a:ext cx="9075420" cy="582930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eo" panose="02000000000000000000" pitchFamily="50" charset="0"/>
              </a:rPr>
              <a:t>Desarrollar el Equipo del Proyecto</a:t>
            </a:r>
          </a:p>
        </p:txBody>
      </p: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F8508DDE-385F-4CC1-B688-175582DE24F7}"/>
              </a:ext>
            </a:extLst>
          </p:cNvPr>
          <p:cNvSpPr/>
          <p:nvPr/>
        </p:nvSpPr>
        <p:spPr>
          <a:xfrm>
            <a:off x="0" y="1876159"/>
            <a:ext cx="6444864" cy="582930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Beo" panose="02000000000000000000" pitchFamily="50" charset="0"/>
              </a:rPr>
              <a:t>Evaluaciones del desempeño del equipo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9D28FB5-867D-4629-A4C9-7110EA505BA6}"/>
              </a:ext>
            </a:extLst>
          </p:cNvPr>
          <p:cNvSpPr txBox="1"/>
          <p:nvPr/>
        </p:nvSpPr>
        <p:spPr>
          <a:xfrm>
            <a:off x="1222513" y="2782470"/>
            <a:ext cx="644486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350" dirty="0">
                <a:latin typeface="Beo" panose="02000000000000000000" pitchFamily="50" charset="0"/>
              </a:rPr>
              <a:t>El responsable de recursos humanos se reunirá con el jefe de ingeniería y realizará informes semanales del rendimiento de cada grupo </a:t>
            </a:r>
            <a:r>
              <a:rPr lang="es-ES" sz="1350">
                <a:latin typeface="Beo" panose="02000000000000000000" pitchFamily="50" charset="0"/>
              </a:rPr>
              <a:t>de trabajo </a:t>
            </a:r>
            <a:r>
              <a:rPr lang="es-ES" sz="1350" dirty="0">
                <a:latin typeface="Beo" panose="02000000000000000000" pitchFamily="50" charset="0"/>
              </a:rPr>
              <a:t>y de los posibles problemas que surjan.</a:t>
            </a:r>
          </a:p>
          <a:p>
            <a:pPr algn="just"/>
            <a:endParaRPr lang="es-ES" sz="1350" dirty="0">
              <a:latin typeface="Beo" panose="02000000000000000000" pitchFamily="50" charset="0"/>
            </a:endParaRPr>
          </a:p>
          <a:p>
            <a:pPr algn="just"/>
            <a:r>
              <a:rPr lang="es-ES" sz="1350" dirty="0">
                <a:latin typeface="Beo" panose="02000000000000000000" pitchFamily="50" charset="0"/>
              </a:rPr>
              <a:t>Los informes servirán para tomar las medidas pertinentes dependiendo de la situación que se haya producido.</a:t>
            </a:r>
          </a:p>
        </p:txBody>
      </p:sp>
    </p:spTree>
    <p:extLst>
      <p:ext uri="{BB962C8B-B14F-4D97-AF65-F5344CB8AC3E}">
        <p14:creationId xmlns:p14="http://schemas.microsoft.com/office/powerpoint/2010/main" val="2927971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riángulo rectángulo 15">
            <a:extLst>
              <a:ext uri="{FF2B5EF4-FFF2-40B4-BE49-F238E27FC236}">
                <a16:creationId xmlns:a16="http://schemas.microsoft.com/office/drawing/2014/main" id="{68B1F8C5-9A36-44AA-AAE0-54F917478E62}"/>
              </a:ext>
            </a:extLst>
          </p:cNvPr>
          <p:cNvSpPr/>
          <p:nvPr/>
        </p:nvSpPr>
        <p:spPr>
          <a:xfrm flipH="1">
            <a:off x="-431782" y="-1573789"/>
            <a:ext cx="11679790" cy="8713131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2070CBA2-1318-41B0-A943-32C9BE8EA976}"/>
              </a:ext>
            </a:extLst>
          </p:cNvPr>
          <p:cNvSpPr/>
          <p:nvPr/>
        </p:nvSpPr>
        <p:spPr>
          <a:xfrm rot="515495">
            <a:off x="809215" y="1886344"/>
            <a:ext cx="3817511" cy="3766968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E8A6A603-BFCA-4708-B0F2-122323CAC691}"/>
              </a:ext>
            </a:extLst>
          </p:cNvPr>
          <p:cNvGrpSpPr/>
          <p:nvPr/>
        </p:nvGrpSpPr>
        <p:grpSpPr>
          <a:xfrm>
            <a:off x="863943" y="1003271"/>
            <a:ext cx="3708061" cy="5052120"/>
            <a:chOff x="3929773" y="304978"/>
            <a:chExt cx="4944081" cy="6736159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724F57C7-2499-4302-B086-F62B963DA6BE}"/>
                </a:ext>
              </a:extLst>
            </p:cNvPr>
            <p:cNvSpPr/>
            <p:nvPr/>
          </p:nvSpPr>
          <p:spPr>
            <a:xfrm rot="515495">
              <a:off x="3929773" y="1546647"/>
              <a:ext cx="4944081" cy="486126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350" dirty="0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C0CA6C00-10CC-4422-9907-373981DDA256}"/>
                </a:ext>
              </a:extLst>
            </p:cNvPr>
            <p:cNvSpPr txBox="1"/>
            <p:nvPr/>
          </p:nvSpPr>
          <p:spPr>
            <a:xfrm>
              <a:off x="5130273" y="304978"/>
              <a:ext cx="1271539" cy="3200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5000" dirty="0">
                  <a:solidFill>
                    <a:schemeClr val="bg1"/>
                  </a:solidFill>
                  <a:latin typeface="Beo" panose="02000000000000000000" pitchFamily="50" charset="0"/>
                </a:rPr>
                <a:t>o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7D4548D2-E7F5-4B14-987D-96920BAF2DCF}"/>
                </a:ext>
              </a:extLst>
            </p:cNvPr>
            <p:cNvSpPr txBox="1"/>
            <p:nvPr/>
          </p:nvSpPr>
          <p:spPr>
            <a:xfrm>
              <a:off x="6683343" y="4004817"/>
              <a:ext cx="1378423" cy="2893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500" dirty="0">
                  <a:solidFill>
                    <a:schemeClr val="bg1"/>
                  </a:solidFill>
                  <a:latin typeface="Beo" panose="02000000000000000000" pitchFamily="50" charset="0"/>
                </a:rPr>
                <a:t>e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E52689A4-ACA8-414D-8D92-F667AA553516}"/>
                </a:ext>
              </a:extLst>
            </p:cNvPr>
            <p:cNvSpPr txBox="1"/>
            <p:nvPr/>
          </p:nvSpPr>
          <p:spPr>
            <a:xfrm>
              <a:off x="5441469" y="1545019"/>
              <a:ext cx="2269972" cy="47395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2499" dirty="0">
                  <a:solidFill>
                    <a:schemeClr val="bg1"/>
                  </a:solidFill>
                  <a:latin typeface="Beo" panose="02000000000000000000" pitchFamily="50" charset="0"/>
                </a:rPr>
                <a:t>N</a:t>
              </a:r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E4F93982-8B47-4915-A34E-ECBFBFA1C44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546496" y="4859395"/>
              <a:ext cx="4363485" cy="0"/>
            </a:xfrm>
            <a:prstGeom prst="line">
              <a:avLst/>
            </a:prstGeom>
            <a:ln w="1746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C39A7C36-F981-435B-BF82-C46BCDE21B0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84340" y="3073748"/>
              <a:ext cx="4031999" cy="0"/>
            </a:xfrm>
            <a:prstGeom prst="line">
              <a:avLst/>
            </a:prstGeom>
            <a:ln w="1714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DD056B2D-CCD5-4BBB-B930-B734668010F6}"/>
                </a:ext>
              </a:extLst>
            </p:cNvPr>
            <p:cNvSpPr/>
            <p:nvPr/>
          </p:nvSpPr>
          <p:spPr>
            <a:xfrm rot="17968448">
              <a:off x="4171042" y="1646709"/>
              <a:ext cx="4377912" cy="4458180"/>
            </a:xfrm>
            <a:prstGeom prst="rect">
              <a:avLst/>
            </a:prstGeom>
            <a:noFill/>
          </p:spPr>
          <p:txBody>
            <a:bodyPr spcFirstLastPara="1" wrap="none" lIns="68580" tIns="34290" rIns="68580" bIns="34290" numCol="1">
              <a:prstTxWarp prst="textButton">
                <a:avLst>
                  <a:gd name="adj" fmla="val 7785257"/>
                </a:avLst>
              </a:prstTxWarp>
              <a:spAutoFit/>
            </a:bodyPr>
            <a:lstStyle/>
            <a:p>
              <a:pPr algn="ctr"/>
              <a:r>
                <a:rPr lang="es-ES" sz="15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Beo" panose="02000000000000000000" pitchFamily="50" charset="0"/>
                </a:rPr>
                <a:t>Def-Con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47967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813</TotalTime>
  <Words>997</Words>
  <Application>Microsoft Office PowerPoint</Application>
  <PresentationFormat>Presentación en pantalla (4:3)</PresentationFormat>
  <Paragraphs>443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Arial</vt:lpstr>
      <vt:lpstr>Beo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Martínez Villanueva Diego</dc:creator>
  <cp:lastModifiedBy>Hidalgo Cazallas Rafael</cp:lastModifiedBy>
  <cp:revision>90</cp:revision>
  <dcterms:created xsi:type="dcterms:W3CDTF">2017-11-07T17:57:00Z</dcterms:created>
  <dcterms:modified xsi:type="dcterms:W3CDTF">2017-11-15T13:42:31Z</dcterms:modified>
</cp:coreProperties>
</file>