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8"/>
  </p:notesMasterIdLst>
  <p:sldIdLst>
    <p:sldId id="256" r:id="rId2"/>
    <p:sldId id="278" r:id="rId3"/>
    <p:sldId id="279" r:id="rId4"/>
    <p:sldId id="283" r:id="rId5"/>
    <p:sldId id="285" r:id="rId6"/>
    <p:sldId id="284" r:id="rId7"/>
    <p:sldId id="282" r:id="rId8"/>
    <p:sldId id="294" r:id="rId9"/>
    <p:sldId id="281" r:id="rId10"/>
    <p:sldId id="287" r:id="rId11"/>
    <p:sldId id="288" r:id="rId12"/>
    <p:sldId id="289" r:id="rId13"/>
    <p:sldId id="290" r:id="rId14"/>
    <p:sldId id="291" r:id="rId15"/>
    <p:sldId id="292" r:id="rId16"/>
    <p:sldId id="29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6BFB08-EDA0-46EA-9E5C-170741327352}" type="doc">
      <dgm:prSet loTypeId="urn:microsoft.com/office/officeart/2008/layout/HalfCircleOrganizationChart" loCatId="hierarchy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7136BE3D-E63A-47D8-9C5D-D565DFE5AEAD}">
      <dgm:prSet phldrT="[Texto]" custT="1"/>
      <dgm:spPr/>
      <dgm:t>
        <a:bodyPr/>
        <a:lstStyle/>
        <a:p>
          <a:pPr algn="ctr"/>
          <a:r>
            <a:rPr lang="es-ES" sz="800" dirty="0"/>
            <a:t>Despliegue LTE en Alcalá de Henares</a:t>
          </a:r>
        </a:p>
      </dgm:t>
    </dgm:pt>
    <dgm:pt modelId="{82A8B240-2E66-4F12-83F9-9B1349BD31A6}" type="parTrans" cxnId="{30C6B68F-CE47-401C-A3B2-272DED807B0F}">
      <dgm:prSet/>
      <dgm:spPr/>
      <dgm:t>
        <a:bodyPr/>
        <a:lstStyle/>
        <a:p>
          <a:pPr algn="ctr"/>
          <a:endParaRPr lang="es-ES" sz="800"/>
        </a:p>
      </dgm:t>
    </dgm:pt>
    <dgm:pt modelId="{94424D89-CF5F-4D8D-AEB3-A319CD38E2C3}" type="sibTrans" cxnId="{30C6B68F-CE47-401C-A3B2-272DED807B0F}">
      <dgm:prSet/>
      <dgm:spPr/>
      <dgm:t>
        <a:bodyPr/>
        <a:lstStyle/>
        <a:p>
          <a:pPr algn="ctr"/>
          <a:endParaRPr lang="es-ES" sz="800"/>
        </a:p>
      </dgm:t>
    </dgm:pt>
    <dgm:pt modelId="{DA2045D8-D1F6-4282-9D90-F2E24FEDD7E6}">
      <dgm:prSet phldrT="[Texto]" custT="1"/>
      <dgm:spPr/>
      <dgm:t>
        <a:bodyPr/>
        <a:lstStyle/>
        <a:p>
          <a:pPr algn="ctr"/>
          <a:r>
            <a:rPr lang="es-ES" sz="800" dirty="0"/>
            <a:t>Dirección del proyecto</a:t>
          </a:r>
        </a:p>
      </dgm:t>
    </dgm:pt>
    <dgm:pt modelId="{6EA390EA-712D-4A51-84CF-A4B049DFBFC7}" type="parTrans" cxnId="{FB5A0CCA-939D-4CA0-9A67-C68086BEB8B0}">
      <dgm:prSet/>
      <dgm:spPr/>
      <dgm:t>
        <a:bodyPr/>
        <a:lstStyle/>
        <a:p>
          <a:pPr algn="ctr"/>
          <a:endParaRPr lang="es-ES" sz="800"/>
        </a:p>
      </dgm:t>
    </dgm:pt>
    <dgm:pt modelId="{238EF500-0639-49B3-8BF1-2942F5268029}" type="sibTrans" cxnId="{FB5A0CCA-939D-4CA0-9A67-C68086BEB8B0}">
      <dgm:prSet/>
      <dgm:spPr/>
      <dgm:t>
        <a:bodyPr/>
        <a:lstStyle/>
        <a:p>
          <a:pPr algn="ctr"/>
          <a:endParaRPr lang="es-ES" sz="800"/>
        </a:p>
      </dgm:t>
    </dgm:pt>
    <dgm:pt modelId="{E01BBFCC-D077-4F3F-8999-453BD98337C8}">
      <dgm:prSet phldrT="[Texto]" custT="1"/>
      <dgm:spPr/>
      <dgm:t>
        <a:bodyPr/>
        <a:lstStyle/>
        <a:p>
          <a:pPr algn="ctr"/>
          <a:r>
            <a:rPr lang="es-ES" sz="800" dirty="0"/>
            <a:t>Diseño de la red</a:t>
          </a:r>
        </a:p>
      </dgm:t>
    </dgm:pt>
    <dgm:pt modelId="{DDF471C1-4AC3-4DC2-A767-35772AA7383A}" type="parTrans" cxnId="{11F6F46A-D9FA-4CA7-9088-94D7309F6EDB}">
      <dgm:prSet/>
      <dgm:spPr/>
      <dgm:t>
        <a:bodyPr/>
        <a:lstStyle/>
        <a:p>
          <a:pPr algn="ctr"/>
          <a:endParaRPr lang="es-ES" sz="800"/>
        </a:p>
      </dgm:t>
    </dgm:pt>
    <dgm:pt modelId="{38C27F6D-05DF-405A-B088-3DF671D37FE8}" type="sibTrans" cxnId="{11F6F46A-D9FA-4CA7-9088-94D7309F6EDB}">
      <dgm:prSet/>
      <dgm:spPr/>
      <dgm:t>
        <a:bodyPr/>
        <a:lstStyle/>
        <a:p>
          <a:pPr algn="ctr"/>
          <a:endParaRPr lang="es-ES" sz="800"/>
        </a:p>
      </dgm:t>
    </dgm:pt>
    <dgm:pt modelId="{92F68D71-CF28-40DE-8514-AF2B33BD9094}">
      <dgm:prSet phldrT="[Texto]" custT="1"/>
      <dgm:spPr/>
      <dgm:t>
        <a:bodyPr/>
        <a:lstStyle/>
        <a:p>
          <a:pPr algn="ctr"/>
          <a:r>
            <a:rPr lang="es-ES" sz="800" dirty="0"/>
            <a:t>Proceso de cierre</a:t>
          </a:r>
        </a:p>
      </dgm:t>
    </dgm:pt>
    <dgm:pt modelId="{799BA937-D485-4BA6-954F-778CDE8FC32E}" type="parTrans" cxnId="{189D9FD1-ABFA-4DF9-BA99-086EAE71F831}">
      <dgm:prSet/>
      <dgm:spPr/>
      <dgm:t>
        <a:bodyPr/>
        <a:lstStyle/>
        <a:p>
          <a:pPr algn="ctr"/>
          <a:endParaRPr lang="es-ES" sz="800"/>
        </a:p>
      </dgm:t>
    </dgm:pt>
    <dgm:pt modelId="{25C2A604-7D08-44CE-9196-D284C61AEDC8}" type="sibTrans" cxnId="{189D9FD1-ABFA-4DF9-BA99-086EAE71F831}">
      <dgm:prSet/>
      <dgm:spPr/>
      <dgm:t>
        <a:bodyPr/>
        <a:lstStyle/>
        <a:p>
          <a:pPr algn="ctr"/>
          <a:endParaRPr lang="es-ES" sz="800"/>
        </a:p>
      </dgm:t>
    </dgm:pt>
    <dgm:pt modelId="{9D10692D-C0CF-4178-92B7-FDAF262B1BB9}">
      <dgm:prSet phldrT="[Texto]" custT="1"/>
      <dgm:spPr/>
      <dgm:t>
        <a:bodyPr/>
        <a:lstStyle/>
        <a:p>
          <a:pPr algn="ctr"/>
          <a:r>
            <a:rPr lang="es-ES" sz="800" dirty="0"/>
            <a:t>Planificación de los puntos</a:t>
          </a:r>
        </a:p>
      </dgm:t>
    </dgm:pt>
    <dgm:pt modelId="{427C6A73-AAFA-412F-B25E-D34A2BE0117D}" type="parTrans" cxnId="{750C7BD0-FBC6-4482-8113-5AEEA52B3806}">
      <dgm:prSet/>
      <dgm:spPr/>
      <dgm:t>
        <a:bodyPr/>
        <a:lstStyle/>
        <a:p>
          <a:pPr algn="ctr"/>
          <a:endParaRPr lang="es-ES" sz="800"/>
        </a:p>
      </dgm:t>
    </dgm:pt>
    <dgm:pt modelId="{9A2D15B4-0985-4E0C-B9A2-57818497DECC}" type="sibTrans" cxnId="{750C7BD0-FBC6-4482-8113-5AEEA52B3806}">
      <dgm:prSet/>
      <dgm:spPr/>
      <dgm:t>
        <a:bodyPr/>
        <a:lstStyle/>
        <a:p>
          <a:pPr algn="ctr"/>
          <a:endParaRPr lang="es-ES" sz="800"/>
        </a:p>
      </dgm:t>
    </dgm:pt>
    <dgm:pt modelId="{7CAB9921-7EB6-4AE1-A5E8-6B25FB7B152F}">
      <dgm:prSet phldrT="[Texto]" custT="1"/>
      <dgm:spPr/>
      <dgm:t>
        <a:bodyPr/>
        <a:lstStyle/>
        <a:p>
          <a:pPr algn="ctr"/>
          <a:r>
            <a:rPr lang="es-ES" sz="800" dirty="0"/>
            <a:t>Reuniones e informes</a:t>
          </a:r>
        </a:p>
      </dgm:t>
    </dgm:pt>
    <dgm:pt modelId="{DD1F15B6-0DC6-4ED0-A357-57AAA46C7588}" type="parTrans" cxnId="{FA83907F-1500-44AE-9CA9-3B2F5CF2CAEF}">
      <dgm:prSet/>
      <dgm:spPr/>
      <dgm:t>
        <a:bodyPr/>
        <a:lstStyle/>
        <a:p>
          <a:pPr algn="ctr"/>
          <a:endParaRPr lang="es-ES" sz="800"/>
        </a:p>
      </dgm:t>
    </dgm:pt>
    <dgm:pt modelId="{2FFDCAB0-5823-436B-9A8D-E2B0856A2F5A}" type="sibTrans" cxnId="{FA83907F-1500-44AE-9CA9-3B2F5CF2CAEF}">
      <dgm:prSet/>
      <dgm:spPr/>
      <dgm:t>
        <a:bodyPr/>
        <a:lstStyle/>
        <a:p>
          <a:pPr algn="ctr"/>
          <a:endParaRPr lang="es-ES" sz="800"/>
        </a:p>
      </dgm:t>
    </dgm:pt>
    <dgm:pt modelId="{99BC091B-6D35-43CC-862A-270FC7E06B9F}">
      <dgm:prSet phldrT="[Texto]" custT="1"/>
      <dgm:spPr/>
      <dgm:t>
        <a:bodyPr/>
        <a:lstStyle/>
        <a:p>
          <a:pPr algn="ctr"/>
          <a:r>
            <a:rPr lang="es-ES" sz="800" dirty="0"/>
            <a:t>Administración y supervisión</a:t>
          </a:r>
        </a:p>
      </dgm:t>
    </dgm:pt>
    <dgm:pt modelId="{BA9C27B6-D65E-4025-BD92-1180611B2EC4}" type="parTrans" cxnId="{E34EE67A-EB34-488B-8D5F-59B3077EB444}">
      <dgm:prSet/>
      <dgm:spPr/>
      <dgm:t>
        <a:bodyPr/>
        <a:lstStyle/>
        <a:p>
          <a:pPr algn="ctr"/>
          <a:endParaRPr lang="es-ES" sz="800"/>
        </a:p>
      </dgm:t>
    </dgm:pt>
    <dgm:pt modelId="{D89A9FC8-8A9E-4174-AD5C-2977AE63CDC2}" type="sibTrans" cxnId="{E34EE67A-EB34-488B-8D5F-59B3077EB444}">
      <dgm:prSet/>
      <dgm:spPr/>
      <dgm:t>
        <a:bodyPr/>
        <a:lstStyle/>
        <a:p>
          <a:pPr algn="ctr"/>
          <a:endParaRPr lang="es-ES" sz="800"/>
        </a:p>
      </dgm:t>
    </dgm:pt>
    <dgm:pt modelId="{9BA12A5A-59D5-42F5-873B-78B171817615}">
      <dgm:prSet phldrT="[Texto]" custT="1"/>
      <dgm:spPr/>
      <dgm:t>
        <a:bodyPr/>
        <a:lstStyle/>
        <a:p>
          <a:pPr algn="ctr"/>
          <a:r>
            <a:rPr lang="es-ES" sz="800" dirty="0"/>
            <a:t>Seguimiento del estado de desarrollo del diseño red </a:t>
          </a:r>
        </a:p>
      </dgm:t>
    </dgm:pt>
    <dgm:pt modelId="{20B24967-398C-4FD4-A0D6-00431F419E66}" type="parTrans" cxnId="{0F20563D-A628-48BC-846C-C42CCC08FE3E}">
      <dgm:prSet/>
      <dgm:spPr/>
      <dgm:t>
        <a:bodyPr/>
        <a:lstStyle/>
        <a:p>
          <a:pPr algn="ctr"/>
          <a:endParaRPr lang="es-ES" sz="800"/>
        </a:p>
      </dgm:t>
    </dgm:pt>
    <dgm:pt modelId="{9262D9BF-F9FD-40E1-B046-ACF3FDCF44B6}" type="sibTrans" cxnId="{0F20563D-A628-48BC-846C-C42CCC08FE3E}">
      <dgm:prSet/>
      <dgm:spPr/>
      <dgm:t>
        <a:bodyPr/>
        <a:lstStyle/>
        <a:p>
          <a:pPr algn="ctr"/>
          <a:endParaRPr lang="es-ES" sz="800"/>
        </a:p>
      </dgm:t>
    </dgm:pt>
    <dgm:pt modelId="{355C7863-7158-4720-A260-0DCF87130D15}">
      <dgm:prSet phldrT="[Texto]" custT="1"/>
      <dgm:spPr/>
      <dgm:t>
        <a:bodyPr/>
        <a:lstStyle/>
        <a:p>
          <a:pPr algn="ctr"/>
          <a:r>
            <a:rPr lang="es-ES" sz="800" dirty="0"/>
            <a:t>Adquisición de materiales</a:t>
          </a:r>
        </a:p>
      </dgm:t>
    </dgm:pt>
    <dgm:pt modelId="{8F719E0D-7BA3-47BC-AE1C-DE1A513891D3}" type="parTrans" cxnId="{A22865A3-AD05-4FC5-A1DE-7F03AD6F2F5F}">
      <dgm:prSet/>
      <dgm:spPr/>
      <dgm:t>
        <a:bodyPr/>
        <a:lstStyle/>
        <a:p>
          <a:pPr algn="ctr"/>
          <a:endParaRPr lang="es-ES" sz="800"/>
        </a:p>
      </dgm:t>
    </dgm:pt>
    <dgm:pt modelId="{5B1D895D-79A3-4512-B8D6-F8CF513E35C0}" type="sibTrans" cxnId="{A22865A3-AD05-4FC5-A1DE-7F03AD6F2F5F}">
      <dgm:prSet/>
      <dgm:spPr/>
      <dgm:t>
        <a:bodyPr/>
        <a:lstStyle/>
        <a:p>
          <a:pPr algn="ctr"/>
          <a:endParaRPr lang="es-ES" sz="800"/>
        </a:p>
      </dgm:t>
    </dgm:pt>
    <dgm:pt modelId="{3E037D7A-A216-4283-8837-222C27331E60}">
      <dgm:prSet phldrT="[Texto]" custT="1"/>
      <dgm:spPr/>
      <dgm:t>
        <a:bodyPr/>
        <a:lstStyle/>
        <a:p>
          <a:pPr algn="ctr"/>
          <a:r>
            <a:rPr lang="es-ES" sz="800"/>
            <a:t>Ajuste de equipos</a:t>
          </a:r>
        </a:p>
      </dgm:t>
    </dgm:pt>
    <dgm:pt modelId="{AE4D683F-67C5-42A6-B148-AADDE4C3408A}" type="parTrans" cxnId="{10DA6F4D-24C4-4766-8B25-04CD803AF0B2}">
      <dgm:prSet/>
      <dgm:spPr/>
      <dgm:t>
        <a:bodyPr/>
        <a:lstStyle/>
        <a:p>
          <a:pPr algn="ctr"/>
          <a:endParaRPr lang="es-ES" sz="800"/>
        </a:p>
      </dgm:t>
    </dgm:pt>
    <dgm:pt modelId="{AEE32E6D-021D-4176-932A-8B20D438B2ED}" type="sibTrans" cxnId="{10DA6F4D-24C4-4766-8B25-04CD803AF0B2}">
      <dgm:prSet/>
      <dgm:spPr/>
      <dgm:t>
        <a:bodyPr/>
        <a:lstStyle/>
        <a:p>
          <a:pPr algn="ctr"/>
          <a:endParaRPr lang="es-ES" sz="800"/>
        </a:p>
      </dgm:t>
    </dgm:pt>
    <dgm:pt modelId="{F5AFC756-090B-494A-855A-EE2412738440}">
      <dgm:prSet phldrT="[Texto]" custT="1"/>
      <dgm:spPr/>
      <dgm:t>
        <a:bodyPr/>
        <a:lstStyle/>
        <a:p>
          <a:pPr algn="ctr"/>
          <a:r>
            <a:rPr lang="es-ES" sz="800"/>
            <a:t>Prueba de cobertura</a:t>
          </a:r>
        </a:p>
      </dgm:t>
    </dgm:pt>
    <dgm:pt modelId="{CBCEBE2C-C78E-4544-88FA-E16906078331}" type="parTrans" cxnId="{3D230D1C-8D1B-4EE6-834A-243C5D58374C}">
      <dgm:prSet/>
      <dgm:spPr/>
      <dgm:t>
        <a:bodyPr/>
        <a:lstStyle/>
        <a:p>
          <a:pPr algn="ctr"/>
          <a:endParaRPr lang="es-ES" sz="800"/>
        </a:p>
      </dgm:t>
    </dgm:pt>
    <dgm:pt modelId="{306DF21A-404B-4CAE-A943-7EEACE84447B}" type="sibTrans" cxnId="{3D230D1C-8D1B-4EE6-834A-243C5D58374C}">
      <dgm:prSet/>
      <dgm:spPr/>
      <dgm:t>
        <a:bodyPr/>
        <a:lstStyle/>
        <a:p>
          <a:pPr algn="ctr"/>
          <a:endParaRPr lang="es-ES" sz="800"/>
        </a:p>
      </dgm:t>
    </dgm:pt>
    <dgm:pt modelId="{DA29CE16-A371-4651-91EB-1CC56DDB3687}">
      <dgm:prSet phldrT="[Texto]" custT="1"/>
      <dgm:spPr/>
      <dgm:t>
        <a:bodyPr/>
        <a:lstStyle/>
        <a:p>
          <a:pPr algn="ctr"/>
          <a:r>
            <a:rPr lang="es-ES" sz="800"/>
            <a:t>Evaluación técnica</a:t>
          </a:r>
        </a:p>
      </dgm:t>
    </dgm:pt>
    <dgm:pt modelId="{96D96D15-4EFB-4624-87AE-1E7E8A958A07}" type="parTrans" cxnId="{369DDF93-2521-461B-BE46-F887566AE111}">
      <dgm:prSet/>
      <dgm:spPr/>
      <dgm:t>
        <a:bodyPr/>
        <a:lstStyle/>
        <a:p>
          <a:pPr algn="ctr"/>
          <a:endParaRPr lang="es-ES" sz="800"/>
        </a:p>
      </dgm:t>
    </dgm:pt>
    <dgm:pt modelId="{39335F1C-7828-4CD0-96FA-24D1ACBF6F3D}" type="sibTrans" cxnId="{369DDF93-2521-461B-BE46-F887566AE111}">
      <dgm:prSet/>
      <dgm:spPr/>
      <dgm:t>
        <a:bodyPr/>
        <a:lstStyle/>
        <a:p>
          <a:pPr algn="ctr"/>
          <a:endParaRPr lang="es-ES" sz="800"/>
        </a:p>
      </dgm:t>
    </dgm:pt>
    <dgm:pt modelId="{8950FA78-6CE4-4B2F-9249-A4561638BDCD}">
      <dgm:prSet phldrT="[Texto]" custT="1"/>
      <dgm:spPr/>
      <dgm:t>
        <a:bodyPr/>
        <a:lstStyle/>
        <a:p>
          <a:pPr algn="ctr"/>
          <a:r>
            <a:rPr lang="es-ES" sz="800"/>
            <a:t>Evaluación económica</a:t>
          </a:r>
        </a:p>
      </dgm:t>
    </dgm:pt>
    <dgm:pt modelId="{6221D3A5-2BB1-4223-A863-4024DC466EEC}" type="parTrans" cxnId="{300464B8-BD71-48E7-800F-D974EB8BEDB9}">
      <dgm:prSet/>
      <dgm:spPr/>
      <dgm:t>
        <a:bodyPr/>
        <a:lstStyle/>
        <a:p>
          <a:pPr algn="ctr"/>
          <a:endParaRPr lang="es-ES" sz="800"/>
        </a:p>
      </dgm:t>
    </dgm:pt>
    <dgm:pt modelId="{25496FE5-A043-4364-96B4-506C472EF06B}" type="sibTrans" cxnId="{300464B8-BD71-48E7-800F-D974EB8BEDB9}">
      <dgm:prSet/>
      <dgm:spPr/>
      <dgm:t>
        <a:bodyPr/>
        <a:lstStyle/>
        <a:p>
          <a:pPr algn="ctr"/>
          <a:endParaRPr lang="es-ES" sz="800"/>
        </a:p>
      </dgm:t>
    </dgm:pt>
    <dgm:pt modelId="{FD805AB8-ABC1-4175-B8B6-6E84F241905D}">
      <dgm:prSet phldrT="[Texto]" custT="1"/>
      <dgm:spPr/>
      <dgm:t>
        <a:bodyPr/>
        <a:lstStyle/>
        <a:p>
          <a:pPr algn="ctr"/>
          <a:r>
            <a:rPr lang="es-ES" sz="800"/>
            <a:t>Pruebas</a:t>
          </a:r>
        </a:p>
      </dgm:t>
    </dgm:pt>
    <dgm:pt modelId="{3B8D2AAE-F001-4A91-9014-938BC4B41855}" type="sibTrans" cxnId="{1CFC29BC-99E1-4B28-97E8-7909A6CA03CA}">
      <dgm:prSet/>
      <dgm:spPr/>
      <dgm:t>
        <a:bodyPr/>
        <a:lstStyle/>
        <a:p>
          <a:pPr algn="ctr"/>
          <a:endParaRPr lang="es-ES" sz="800"/>
        </a:p>
      </dgm:t>
    </dgm:pt>
    <dgm:pt modelId="{8BFE8EDE-68CF-4298-AD1C-526735D0AF88}" type="parTrans" cxnId="{1CFC29BC-99E1-4B28-97E8-7909A6CA03CA}">
      <dgm:prSet/>
      <dgm:spPr/>
      <dgm:t>
        <a:bodyPr/>
        <a:lstStyle/>
        <a:p>
          <a:pPr algn="ctr"/>
          <a:endParaRPr lang="es-ES" sz="800"/>
        </a:p>
      </dgm:t>
    </dgm:pt>
    <dgm:pt modelId="{41A4DABA-7E9B-497E-A3DD-EF8F6DA598C8}">
      <dgm:prSet phldrT="[Texto]" custT="1"/>
      <dgm:spPr/>
      <dgm:t>
        <a:bodyPr/>
        <a:lstStyle/>
        <a:p>
          <a:pPr algn="ctr"/>
          <a:r>
            <a:rPr lang="es-ES" sz="800" dirty="0"/>
            <a:t>Obtención de licencias</a:t>
          </a:r>
        </a:p>
      </dgm:t>
    </dgm:pt>
    <dgm:pt modelId="{92757875-0E98-4F9A-BBB2-1E3636DAEC0B}" type="parTrans" cxnId="{F327642F-7D89-4BB7-83BB-D246F0DF19BA}">
      <dgm:prSet/>
      <dgm:spPr/>
      <dgm:t>
        <a:bodyPr/>
        <a:lstStyle/>
        <a:p>
          <a:endParaRPr lang="es-ES" sz="800"/>
        </a:p>
      </dgm:t>
    </dgm:pt>
    <dgm:pt modelId="{2B4971EB-18E1-4F91-A48D-A3B112FD7B5E}" type="sibTrans" cxnId="{F327642F-7D89-4BB7-83BB-D246F0DF19BA}">
      <dgm:prSet/>
      <dgm:spPr/>
      <dgm:t>
        <a:bodyPr/>
        <a:lstStyle/>
        <a:p>
          <a:endParaRPr lang="es-ES" sz="800"/>
        </a:p>
      </dgm:t>
    </dgm:pt>
    <dgm:pt modelId="{C3B8C075-3345-4BDE-8887-6BE909B05B48}">
      <dgm:prSet phldrT="[Texto]" custT="1"/>
      <dgm:spPr/>
      <dgm:t>
        <a:bodyPr/>
        <a:lstStyle/>
        <a:p>
          <a:pPr algn="ctr"/>
          <a:r>
            <a:rPr lang="es-ES" sz="800" dirty="0"/>
            <a:t>Elección empresa subcontratada</a:t>
          </a:r>
        </a:p>
      </dgm:t>
    </dgm:pt>
    <dgm:pt modelId="{E55D8C89-43B9-4E90-BD8C-4B472310B544}" type="parTrans" cxnId="{9D59BB8E-725F-44F1-9C79-08A6EC293D18}">
      <dgm:prSet/>
      <dgm:spPr/>
      <dgm:t>
        <a:bodyPr/>
        <a:lstStyle/>
        <a:p>
          <a:endParaRPr lang="es-ES" sz="800"/>
        </a:p>
      </dgm:t>
    </dgm:pt>
    <dgm:pt modelId="{2391C19B-9F2F-4A1C-8021-FB4DD52078B0}" type="sibTrans" cxnId="{9D59BB8E-725F-44F1-9C79-08A6EC293D18}">
      <dgm:prSet/>
      <dgm:spPr/>
      <dgm:t>
        <a:bodyPr/>
        <a:lstStyle/>
        <a:p>
          <a:endParaRPr lang="es-ES" sz="800"/>
        </a:p>
      </dgm:t>
    </dgm:pt>
    <dgm:pt modelId="{74FA130A-DE89-459B-997C-F25E18BCE148}">
      <dgm:prSet phldrT="[Texto]" custT="1"/>
      <dgm:spPr/>
      <dgm:t>
        <a:bodyPr/>
        <a:lstStyle/>
        <a:p>
          <a:pPr algn="ctr"/>
          <a:r>
            <a:rPr lang="es-ES" sz="800" dirty="0"/>
            <a:t>Selección de proveedores</a:t>
          </a:r>
        </a:p>
      </dgm:t>
    </dgm:pt>
    <dgm:pt modelId="{ADA8D4BD-10D2-4F89-A447-7BEAACAB68D7}" type="parTrans" cxnId="{95023FED-0C53-4D2E-A0A4-7C519C4A3148}">
      <dgm:prSet/>
      <dgm:spPr/>
      <dgm:t>
        <a:bodyPr/>
        <a:lstStyle/>
        <a:p>
          <a:endParaRPr lang="es-ES" sz="800"/>
        </a:p>
      </dgm:t>
    </dgm:pt>
    <dgm:pt modelId="{4A6816BD-1463-48EC-8336-2B528A15A152}" type="sibTrans" cxnId="{95023FED-0C53-4D2E-A0A4-7C519C4A3148}">
      <dgm:prSet/>
      <dgm:spPr/>
      <dgm:t>
        <a:bodyPr/>
        <a:lstStyle/>
        <a:p>
          <a:endParaRPr lang="es-ES" sz="800"/>
        </a:p>
      </dgm:t>
    </dgm:pt>
    <dgm:pt modelId="{7BA5C133-AD70-4D80-91A7-A044C7AA8C91}">
      <dgm:prSet phldrT="[Texto]" custT="1"/>
      <dgm:spPr/>
      <dgm:t>
        <a:bodyPr/>
        <a:lstStyle/>
        <a:p>
          <a:pPr algn="ctr"/>
          <a:r>
            <a:rPr lang="es-ES" sz="800" dirty="0"/>
            <a:t>Implementación</a:t>
          </a:r>
        </a:p>
      </dgm:t>
    </dgm:pt>
    <dgm:pt modelId="{5A75A7F7-AC71-49C4-A0CB-FDB7D3A046EA}" type="sibTrans" cxnId="{1598F0F6-A173-4F57-9EC6-D83D5669C578}">
      <dgm:prSet/>
      <dgm:spPr/>
      <dgm:t>
        <a:bodyPr/>
        <a:lstStyle/>
        <a:p>
          <a:pPr algn="ctr"/>
          <a:endParaRPr lang="es-ES" sz="800"/>
        </a:p>
      </dgm:t>
    </dgm:pt>
    <dgm:pt modelId="{0AB04982-925B-4D61-88DB-8E5EB30869FC}" type="parTrans" cxnId="{1598F0F6-A173-4F57-9EC6-D83D5669C578}">
      <dgm:prSet/>
      <dgm:spPr/>
      <dgm:t>
        <a:bodyPr/>
        <a:lstStyle/>
        <a:p>
          <a:pPr algn="ctr"/>
          <a:endParaRPr lang="es-ES" sz="800"/>
        </a:p>
      </dgm:t>
    </dgm:pt>
    <dgm:pt modelId="{B22DF172-C0FE-4FDC-9A89-E03A6FE11979}" type="pres">
      <dgm:prSet presAssocID="{1F6BFB08-EDA0-46EA-9E5C-170741327352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A239E3E-FECF-42F1-B45B-1FD0E42C3482}" type="pres">
      <dgm:prSet presAssocID="{7136BE3D-E63A-47D8-9C5D-D565DFE5AEAD}" presName="hierRoot1" presStyleCnt="0">
        <dgm:presLayoutVars>
          <dgm:hierBranch val="init"/>
        </dgm:presLayoutVars>
      </dgm:prSet>
      <dgm:spPr/>
    </dgm:pt>
    <dgm:pt modelId="{E124C21E-6359-43B1-BBB6-5AE686FA529E}" type="pres">
      <dgm:prSet presAssocID="{7136BE3D-E63A-47D8-9C5D-D565DFE5AEAD}" presName="rootComposite1" presStyleCnt="0"/>
      <dgm:spPr/>
    </dgm:pt>
    <dgm:pt modelId="{5BA14F37-3164-496B-BFFF-3FED19C1DA30}" type="pres">
      <dgm:prSet presAssocID="{7136BE3D-E63A-47D8-9C5D-D565DFE5AEAD}" presName="rootText1" presStyleLbl="alignAcc1" presStyleIdx="0" presStyleCnt="0" custScaleX="173181">
        <dgm:presLayoutVars>
          <dgm:chPref val="3"/>
        </dgm:presLayoutVars>
      </dgm:prSet>
      <dgm:spPr/>
    </dgm:pt>
    <dgm:pt modelId="{562BF1BE-83F9-4404-9CBD-A856BE74F71A}" type="pres">
      <dgm:prSet presAssocID="{7136BE3D-E63A-47D8-9C5D-D565DFE5AEAD}" presName="topArc1" presStyleLbl="parChTrans1D1" presStyleIdx="0" presStyleCnt="36"/>
      <dgm:spPr/>
    </dgm:pt>
    <dgm:pt modelId="{F56297BE-38B5-4FE5-A207-DF18E3C87F06}" type="pres">
      <dgm:prSet presAssocID="{7136BE3D-E63A-47D8-9C5D-D565DFE5AEAD}" presName="bottomArc1" presStyleLbl="parChTrans1D1" presStyleIdx="1" presStyleCnt="36"/>
      <dgm:spPr/>
    </dgm:pt>
    <dgm:pt modelId="{DA26987A-380F-439E-AE7C-ABF53F9F88A9}" type="pres">
      <dgm:prSet presAssocID="{7136BE3D-E63A-47D8-9C5D-D565DFE5AEAD}" presName="topConnNode1" presStyleLbl="node1" presStyleIdx="0" presStyleCnt="0"/>
      <dgm:spPr/>
    </dgm:pt>
    <dgm:pt modelId="{C35B5D07-A266-4016-8018-E552F0B67685}" type="pres">
      <dgm:prSet presAssocID="{7136BE3D-E63A-47D8-9C5D-D565DFE5AEAD}" presName="hierChild2" presStyleCnt="0"/>
      <dgm:spPr/>
    </dgm:pt>
    <dgm:pt modelId="{43995BC8-241E-47EA-B2DA-5B5EF58163CA}" type="pres">
      <dgm:prSet presAssocID="{6EA390EA-712D-4A51-84CF-A4B049DFBFC7}" presName="Name28" presStyleLbl="parChTrans1D2" presStyleIdx="0" presStyleCnt="5"/>
      <dgm:spPr/>
    </dgm:pt>
    <dgm:pt modelId="{21052319-F50A-4D41-8B7B-7FFB780EA2F0}" type="pres">
      <dgm:prSet presAssocID="{DA2045D8-D1F6-4282-9D90-F2E24FEDD7E6}" presName="hierRoot2" presStyleCnt="0">
        <dgm:presLayoutVars>
          <dgm:hierBranch val="init"/>
        </dgm:presLayoutVars>
      </dgm:prSet>
      <dgm:spPr/>
    </dgm:pt>
    <dgm:pt modelId="{9F92822D-C663-4F4A-9771-0138179CF002}" type="pres">
      <dgm:prSet presAssocID="{DA2045D8-D1F6-4282-9D90-F2E24FEDD7E6}" presName="rootComposite2" presStyleCnt="0"/>
      <dgm:spPr/>
    </dgm:pt>
    <dgm:pt modelId="{4573156B-9037-45B5-BED6-F3AEEB4B57A5}" type="pres">
      <dgm:prSet presAssocID="{DA2045D8-D1F6-4282-9D90-F2E24FEDD7E6}" presName="rootText2" presStyleLbl="alignAcc1" presStyleIdx="0" presStyleCnt="0">
        <dgm:presLayoutVars>
          <dgm:chPref val="3"/>
        </dgm:presLayoutVars>
      </dgm:prSet>
      <dgm:spPr/>
    </dgm:pt>
    <dgm:pt modelId="{3710F302-990F-4913-B345-6DEC0A7BE328}" type="pres">
      <dgm:prSet presAssocID="{DA2045D8-D1F6-4282-9D90-F2E24FEDD7E6}" presName="topArc2" presStyleLbl="parChTrans1D1" presStyleIdx="2" presStyleCnt="36"/>
      <dgm:spPr/>
    </dgm:pt>
    <dgm:pt modelId="{AC070ADE-4B4F-49BB-8A79-870E2E9D4C2B}" type="pres">
      <dgm:prSet presAssocID="{DA2045D8-D1F6-4282-9D90-F2E24FEDD7E6}" presName="bottomArc2" presStyleLbl="parChTrans1D1" presStyleIdx="3" presStyleCnt="36"/>
      <dgm:spPr/>
    </dgm:pt>
    <dgm:pt modelId="{6A5E8B30-36EF-4387-A975-9EFED2A128BC}" type="pres">
      <dgm:prSet presAssocID="{DA2045D8-D1F6-4282-9D90-F2E24FEDD7E6}" presName="topConnNode2" presStyleLbl="node2" presStyleIdx="0" presStyleCnt="0"/>
      <dgm:spPr/>
    </dgm:pt>
    <dgm:pt modelId="{20A49ACC-926B-431D-8DF5-C29DA4F5FA39}" type="pres">
      <dgm:prSet presAssocID="{DA2045D8-D1F6-4282-9D90-F2E24FEDD7E6}" presName="hierChild4" presStyleCnt="0"/>
      <dgm:spPr/>
    </dgm:pt>
    <dgm:pt modelId="{61A8DBB1-86BA-425B-80D8-C1AEA876BE92}" type="pres">
      <dgm:prSet presAssocID="{427C6A73-AAFA-412F-B25E-D34A2BE0117D}" presName="Name28" presStyleLbl="parChTrans1D3" presStyleIdx="0" presStyleCnt="12"/>
      <dgm:spPr/>
    </dgm:pt>
    <dgm:pt modelId="{1C9AAB82-452A-4681-85BE-48576F9341DD}" type="pres">
      <dgm:prSet presAssocID="{9D10692D-C0CF-4178-92B7-FDAF262B1BB9}" presName="hierRoot2" presStyleCnt="0">
        <dgm:presLayoutVars>
          <dgm:hierBranch val="init"/>
        </dgm:presLayoutVars>
      </dgm:prSet>
      <dgm:spPr/>
    </dgm:pt>
    <dgm:pt modelId="{750A99D2-4780-4B74-B34D-4F86A6127FB8}" type="pres">
      <dgm:prSet presAssocID="{9D10692D-C0CF-4178-92B7-FDAF262B1BB9}" presName="rootComposite2" presStyleCnt="0"/>
      <dgm:spPr/>
    </dgm:pt>
    <dgm:pt modelId="{B76C361A-8E7A-4809-9774-1751F8212EEE}" type="pres">
      <dgm:prSet presAssocID="{9D10692D-C0CF-4178-92B7-FDAF262B1BB9}" presName="rootText2" presStyleLbl="alignAcc1" presStyleIdx="0" presStyleCnt="0">
        <dgm:presLayoutVars>
          <dgm:chPref val="3"/>
        </dgm:presLayoutVars>
      </dgm:prSet>
      <dgm:spPr/>
    </dgm:pt>
    <dgm:pt modelId="{AC037D8D-6C31-4755-8F6E-09E493618BE3}" type="pres">
      <dgm:prSet presAssocID="{9D10692D-C0CF-4178-92B7-FDAF262B1BB9}" presName="topArc2" presStyleLbl="parChTrans1D1" presStyleIdx="4" presStyleCnt="36"/>
      <dgm:spPr/>
    </dgm:pt>
    <dgm:pt modelId="{37007B3D-D070-4B94-9A2C-2C12924B12E3}" type="pres">
      <dgm:prSet presAssocID="{9D10692D-C0CF-4178-92B7-FDAF262B1BB9}" presName="bottomArc2" presStyleLbl="parChTrans1D1" presStyleIdx="5" presStyleCnt="36"/>
      <dgm:spPr/>
    </dgm:pt>
    <dgm:pt modelId="{3CE34BC3-D60D-4367-B5D7-CDD45D6A391C}" type="pres">
      <dgm:prSet presAssocID="{9D10692D-C0CF-4178-92B7-FDAF262B1BB9}" presName="topConnNode2" presStyleLbl="node3" presStyleIdx="0" presStyleCnt="0"/>
      <dgm:spPr/>
    </dgm:pt>
    <dgm:pt modelId="{F397C42A-C1AD-4849-93B7-C9AEA96AC65B}" type="pres">
      <dgm:prSet presAssocID="{9D10692D-C0CF-4178-92B7-FDAF262B1BB9}" presName="hierChild4" presStyleCnt="0"/>
      <dgm:spPr/>
    </dgm:pt>
    <dgm:pt modelId="{95B46AC8-3679-40A2-9F11-56EE9CB4DC23}" type="pres">
      <dgm:prSet presAssocID="{9D10692D-C0CF-4178-92B7-FDAF262B1BB9}" presName="hierChild5" presStyleCnt="0"/>
      <dgm:spPr/>
    </dgm:pt>
    <dgm:pt modelId="{C26835EC-0F1E-4552-ABF4-98E4855DE97F}" type="pres">
      <dgm:prSet presAssocID="{DD1F15B6-0DC6-4ED0-A357-57AAA46C7588}" presName="Name28" presStyleLbl="parChTrans1D3" presStyleIdx="1" presStyleCnt="12"/>
      <dgm:spPr/>
    </dgm:pt>
    <dgm:pt modelId="{38827EBF-EF56-4409-8E38-0A0F537ED873}" type="pres">
      <dgm:prSet presAssocID="{7CAB9921-7EB6-4AE1-A5E8-6B25FB7B152F}" presName="hierRoot2" presStyleCnt="0">
        <dgm:presLayoutVars>
          <dgm:hierBranch val="init"/>
        </dgm:presLayoutVars>
      </dgm:prSet>
      <dgm:spPr/>
    </dgm:pt>
    <dgm:pt modelId="{6F0F990E-C115-428E-851F-3BBCA009AE88}" type="pres">
      <dgm:prSet presAssocID="{7CAB9921-7EB6-4AE1-A5E8-6B25FB7B152F}" presName="rootComposite2" presStyleCnt="0"/>
      <dgm:spPr/>
    </dgm:pt>
    <dgm:pt modelId="{6CF1731A-87C6-454F-BC48-BD8A686ACEDD}" type="pres">
      <dgm:prSet presAssocID="{7CAB9921-7EB6-4AE1-A5E8-6B25FB7B152F}" presName="rootText2" presStyleLbl="alignAcc1" presStyleIdx="0" presStyleCnt="0">
        <dgm:presLayoutVars>
          <dgm:chPref val="3"/>
        </dgm:presLayoutVars>
      </dgm:prSet>
      <dgm:spPr/>
    </dgm:pt>
    <dgm:pt modelId="{05248D9D-B8F4-47C8-B670-E258AA37AB74}" type="pres">
      <dgm:prSet presAssocID="{7CAB9921-7EB6-4AE1-A5E8-6B25FB7B152F}" presName="topArc2" presStyleLbl="parChTrans1D1" presStyleIdx="6" presStyleCnt="36"/>
      <dgm:spPr/>
    </dgm:pt>
    <dgm:pt modelId="{CE5BD3A9-3558-4B6B-8B35-1AE897748BA6}" type="pres">
      <dgm:prSet presAssocID="{7CAB9921-7EB6-4AE1-A5E8-6B25FB7B152F}" presName="bottomArc2" presStyleLbl="parChTrans1D1" presStyleIdx="7" presStyleCnt="36"/>
      <dgm:spPr/>
    </dgm:pt>
    <dgm:pt modelId="{0CD17A1D-C284-4153-87C1-E907128B1EE9}" type="pres">
      <dgm:prSet presAssocID="{7CAB9921-7EB6-4AE1-A5E8-6B25FB7B152F}" presName="topConnNode2" presStyleLbl="node3" presStyleIdx="0" presStyleCnt="0"/>
      <dgm:spPr/>
    </dgm:pt>
    <dgm:pt modelId="{339A5F5F-82B6-4D00-A725-6CEB91CE7C0B}" type="pres">
      <dgm:prSet presAssocID="{7CAB9921-7EB6-4AE1-A5E8-6B25FB7B152F}" presName="hierChild4" presStyleCnt="0"/>
      <dgm:spPr/>
    </dgm:pt>
    <dgm:pt modelId="{1630BEF1-3F6A-4D5D-9DE7-D2ABD397B272}" type="pres">
      <dgm:prSet presAssocID="{7CAB9921-7EB6-4AE1-A5E8-6B25FB7B152F}" presName="hierChild5" presStyleCnt="0"/>
      <dgm:spPr/>
    </dgm:pt>
    <dgm:pt modelId="{05B643D8-4701-45D1-BF8C-058D989DD1D8}" type="pres">
      <dgm:prSet presAssocID="{BA9C27B6-D65E-4025-BD92-1180611B2EC4}" presName="Name28" presStyleLbl="parChTrans1D3" presStyleIdx="2" presStyleCnt="12"/>
      <dgm:spPr/>
    </dgm:pt>
    <dgm:pt modelId="{CE50D793-1122-4293-9EF6-937FC60E6144}" type="pres">
      <dgm:prSet presAssocID="{99BC091B-6D35-43CC-862A-270FC7E06B9F}" presName="hierRoot2" presStyleCnt="0">
        <dgm:presLayoutVars>
          <dgm:hierBranch val="init"/>
        </dgm:presLayoutVars>
      </dgm:prSet>
      <dgm:spPr/>
    </dgm:pt>
    <dgm:pt modelId="{46A21276-C65F-454D-80D2-9D572A1DB3D4}" type="pres">
      <dgm:prSet presAssocID="{99BC091B-6D35-43CC-862A-270FC7E06B9F}" presName="rootComposite2" presStyleCnt="0"/>
      <dgm:spPr/>
    </dgm:pt>
    <dgm:pt modelId="{71A77E4C-3B07-42A6-BAA1-F30D2C5DBF9A}" type="pres">
      <dgm:prSet presAssocID="{99BC091B-6D35-43CC-862A-270FC7E06B9F}" presName="rootText2" presStyleLbl="alignAcc1" presStyleIdx="0" presStyleCnt="0">
        <dgm:presLayoutVars>
          <dgm:chPref val="3"/>
        </dgm:presLayoutVars>
      </dgm:prSet>
      <dgm:spPr/>
    </dgm:pt>
    <dgm:pt modelId="{7C553125-4D57-4D3F-87A8-0E8402E74DA0}" type="pres">
      <dgm:prSet presAssocID="{99BC091B-6D35-43CC-862A-270FC7E06B9F}" presName="topArc2" presStyleLbl="parChTrans1D1" presStyleIdx="8" presStyleCnt="36"/>
      <dgm:spPr/>
    </dgm:pt>
    <dgm:pt modelId="{5A9F882C-D979-4CA4-A749-FEE6566B9DE9}" type="pres">
      <dgm:prSet presAssocID="{99BC091B-6D35-43CC-862A-270FC7E06B9F}" presName="bottomArc2" presStyleLbl="parChTrans1D1" presStyleIdx="9" presStyleCnt="36"/>
      <dgm:spPr/>
    </dgm:pt>
    <dgm:pt modelId="{AA3E0664-18D6-4010-B684-6F9ECF806C42}" type="pres">
      <dgm:prSet presAssocID="{99BC091B-6D35-43CC-862A-270FC7E06B9F}" presName="topConnNode2" presStyleLbl="node3" presStyleIdx="0" presStyleCnt="0"/>
      <dgm:spPr/>
    </dgm:pt>
    <dgm:pt modelId="{04F904AE-6550-43DD-A0E7-1732D1B67BF1}" type="pres">
      <dgm:prSet presAssocID="{99BC091B-6D35-43CC-862A-270FC7E06B9F}" presName="hierChild4" presStyleCnt="0"/>
      <dgm:spPr/>
    </dgm:pt>
    <dgm:pt modelId="{1A712F6E-4451-449F-B4EB-197C8F9BDFE0}" type="pres">
      <dgm:prSet presAssocID="{99BC091B-6D35-43CC-862A-270FC7E06B9F}" presName="hierChild5" presStyleCnt="0"/>
      <dgm:spPr/>
    </dgm:pt>
    <dgm:pt modelId="{E7B17FC5-9399-4446-AD20-B8B713D3333D}" type="pres">
      <dgm:prSet presAssocID="{E55D8C89-43B9-4E90-BD8C-4B472310B544}" presName="Name28" presStyleLbl="parChTrans1D3" presStyleIdx="3" presStyleCnt="12"/>
      <dgm:spPr/>
    </dgm:pt>
    <dgm:pt modelId="{0CA37C12-75F4-4738-93A0-F59E66586B62}" type="pres">
      <dgm:prSet presAssocID="{C3B8C075-3345-4BDE-8887-6BE909B05B48}" presName="hierRoot2" presStyleCnt="0">
        <dgm:presLayoutVars>
          <dgm:hierBranch val="init"/>
        </dgm:presLayoutVars>
      </dgm:prSet>
      <dgm:spPr/>
    </dgm:pt>
    <dgm:pt modelId="{2CC3A9A9-E592-486B-BEEF-106A047B8513}" type="pres">
      <dgm:prSet presAssocID="{C3B8C075-3345-4BDE-8887-6BE909B05B48}" presName="rootComposite2" presStyleCnt="0"/>
      <dgm:spPr/>
    </dgm:pt>
    <dgm:pt modelId="{B6C2C9D8-E23D-472E-AEE5-7694B018A036}" type="pres">
      <dgm:prSet presAssocID="{C3B8C075-3345-4BDE-8887-6BE909B05B48}" presName="rootText2" presStyleLbl="alignAcc1" presStyleIdx="0" presStyleCnt="0">
        <dgm:presLayoutVars>
          <dgm:chPref val="3"/>
        </dgm:presLayoutVars>
      </dgm:prSet>
      <dgm:spPr/>
    </dgm:pt>
    <dgm:pt modelId="{69F4A006-B4CF-4E2B-ADD7-64B067DC7020}" type="pres">
      <dgm:prSet presAssocID="{C3B8C075-3345-4BDE-8887-6BE909B05B48}" presName="topArc2" presStyleLbl="parChTrans1D1" presStyleIdx="10" presStyleCnt="36"/>
      <dgm:spPr/>
    </dgm:pt>
    <dgm:pt modelId="{063BFB44-C6D0-4525-A3FB-7C81194A832B}" type="pres">
      <dgm:prSet presAssocID="{C3B8C075-3345-4BDE-8887-6BE909B05B48}" presName="bottomArc2" presStyleLbl="parChTrans1D1" presStyleIdx="11" presStyleCnt="36"/>
      <dgm:spPr/>
    </dgm:pt>
    <dgm:pt modelId="{E088ECA8-0B94-4C68-9F89-AFC3FB70E695}" type="pres">
      <dgm:prSet presAssocID="{C3B8C075-3345-4BDE-8887-6BE909B05B48}" presName="topConnNode2" presStyleLbl="node3" presStyleIdx="0" presStyleCnt="0"/>
      <dgm:spPr/>
    </dgm:pt>
    <dgm:pt modelId="{88E78126-F3A8-4C1B-BBEC-E2E065032A21}" type="pres">
      <dgm:prSet presAssocID="{C3B8C075-3345-4BDE-8887-6BE909B05B48}" presName="hierChild4" presStyleCnt="0"/>
      <dgm:spPr/>
    </dgm:pt>
    <dgm:pt modelId="{6EB9CCF4-D3F3-4328-962C-EBF1E19DDCD6}" type="pres">
      <dgm:prSet presAssocID="{C3B8C075-3345-4BDE-8887-6BE909B05B48}" presName="hierChild5" presStyleCnt="0"/>
      <dgm:spPr/>
    </dgm:pt>
    <dgm:pt modelId="{79762DD0-8342-4F4E-A632-13E5A4CCAE3D}" type="pres">
      <dgm:prSet presAssocID="{DA2045D8-D1F6-4282-9D90-F2E24FEDD7E6}" presName="hierChild5" presStyleCnt="0"/>
      <dgm:spPr/>
    </dgm:pt>
    <dgm:pt modelId="{DEB4D7E2-B2A3-49EE-98C9-B280D0B5D7F6}" type="pres">
      <dgm:prSet presAssocID="{DDF471C1-4AC3-4DC2-A767-35772AA7383A}" presName="Name28" presStyleLbl="parChTrans1D2" presStyleIdx="1" presStyleCnt="5"/>
      <dgm:spPr/>
    </dgm:pt>
    <dgm:pt modelId="{F709800B-C9C8-417B-A55E-BD491F6F303A}" type="pres">
      <dgm:prSet presAssocID="{E01BBFCC-D077-4F3F-8999-453BD98337C8}" presName="hierRoot2" presStyleCnt="0">
        <dgm:presLayoutVars>
          <dgm:hierBranch val="init"/>
        </dgm:presLayoutVars>
      </dgm:prSet>
      <dgm:spPr/>
    </dgm:pt>
    <dgm:pt modelId="{47F96584-FB76-4D55-B619-D3F46DC17240}" type="pres">
      <dgm:prSet presAssocID="{E01BBFCC-D077-4F3F-8999-453BD98337C8}" presName="rootComposite2" presStyleCnt="0"/>
      <dgm:spPr/>
    </dgm:pt>
    <dgm:pt modelId="{5498378A-A46B-45B9-92E6-9BF9E0F5A910}" type="pres">
      <dgm:prSet presAssocID="{E01BBFCC-D077-4F3F-8999-453BD98337C8}" presName="rootText2" presStyleLbl="alignAcc1" presStyleIdx="0" presStyleCnt="0">
        <dgm:presLayoutVars>
          <dgm:chPref val="3"/>
        </dgm:presLayoutVars>
      </dgm:prSet>
      <dgm:spPr/>
    </dgm:pt>
    <dgm:pt modelId="{329EADBA-86F0-49D2-8D30-216A84C0C4F0}" type="pres">
      <dgm:prSet presAssocID="{E01BBFCC-D077-4F3F-8999-453BD98337C8}" presName="topArc2" presStyleLbl="parChTrans1D1" presStyleIdx="12" presStyleCnt="36"/>
      <dgm:spPr/>
    </dgm:pt>
    <dgm:pt modelId="{2D8685FB-278E-423A-8DA3-9C17FC4E9EBA}" type="pres">
      <dgm:prSet presAssocID="{E01BBFCC-D077-4F3F-8999-453BD98337C8}" presName="bottomArc2" presStyleLbl="parChTrans1D1" presStyleIdx="13" presStyleCnt="36"/>
      <dgm:spPr/>
    </dgm:pt>
    <dgm:pt modelId="{6CC44C1E-26D7-4780-8960-0E6D1CA9A98E}" type="pres">
      <dgm:prSet presAssocID="{E01BBFCC-D077-4F3F-8999-453BD98337C8}" presName="topConnNode2" presStyleLbl="node2" presStyleIdx="0" presStyleCnt="0"/>
      <dgm:spPr/>
    </dgm:pt>
    <dgm:pt modelId="{3FC200F4-F1E6-4065-B67B-04D014F0CEA6}" type="pres">
      <dgm:prSet presAssocID="{E01BBFCC-D077-4F3F-8999-453BD98337C8}" presName="hierChild4" presStyleCnt="0"/>
      <dgm:spPr/>
    </dgm:pt>
    <dgm:pt modelId="{285816EF-AB1A-4AD2-947A-3FAF1EA3E08A}" type="pres">
      <dgm:prSet presAssocID="{20B24967-398C-4FD4-A0D6-00431F419E66}" presName="Name28" presStyleLbl="parChTrans1D3" presStyleIdx="4" presStyleCnt="12"/>
      <dgm:spPr/>
    </dgm:pt>
    <dgm:pt modelId="{1B89B1CE-8719-49B4-8A4E-401D97CE4382}" type="pres">
      <dgm:prSet presAssocID="{9BA12A5A-59D5-42F5-873B-78B171817615}" presName="hierRoot2" presStyleCnt="0">
        <dgm:presLayoutVars>
          <dgm:hierBranch val="init"/>
        </dgm:presLayoutVars>
      </dgm:prSet>
      <dgm:spPr/>
    </dgm:pt>
    <dgm:pt modelId="{7B17D2DA-1015-47F4-B06C-39989F97C971}" type="pres">
      <dgm:prSet presAssocID="{9BA12A5A-59D5-42F5-873B-78B171817615}" presName="rootComposite2" presStyleCnt="0"/>
      <dgm:spPr/>
    </dgm:pt>
    <dgm:pt modelId="{F77224EE-AB33-42BF-B228-1F47F1046260}" type="pres">
      <dgm:prSet presAssocID="{9BA12A5A-59D5-42F5-873B-78B171817615}" presName="rootText2" presStyleLbl="alignAcc1" presStyleIdx="0" presStyleCnt="0">
        <dgm:presLayoutVars>
          <dgm:chPref val="3"/>
        </dgm:presLayoutVars>
      </dgm:prSet>
      <dgm:spPr/>
    </dgm:pt>
    <dgm:pt modelId="{16C5DC6B-CAC1-49F1-972F-D0C93CB9AD83}" type="pres">
      <dgm:prSet presAssocID="{9BA12A5A-59D5-42F5-873B-78B171817615}" presName="topArc2" presStyleLbl="parChTrans1D1" presStyleIdx="14" presStyleCnt="36"/>
      <dgm:spPr/>
    </dgm:pt>
    <dgm:pt modelId="{45AEFF1B-A963-4B14-9098-C3006F3F2A71}" type="pres">
      <dgm:prSet presAssocID="{9BA12A5A-59D5-42F5-873B-78B171817615}" presName="bottomArc2" presStyleLbl="parChTrans1D1" presStyleIdx="15" presStyleCnt="36"/>
      <dgm:spPr/>
    </dgm:pt>
    <dgm:pt modelId="{59F92027-74ED-4071-8B9F-C382E67F9949}" type="pres">
      <dgm:prSet presAssocID="{9BA12A5A-59D5-42F5-873B-78B171817615}" presName="topConnNode2" presStyleLbl="node3" presStyleIdx="0" presStyleCnt="0"/>
      <dgm:spPr/>
    </dgm:pt>
    <dgm:pt modelId="{DC1C6124-A855-4C22-AA77-94D3524F7B53}" type="pres">
      <dgm:prSet presAssocID="{9BA12A5A-59D5-42F5-873B-78B171817615}" presName="hierChild4" presStyleCnt="0"/>
      <dgm:spPr/>
    </dgm:pt>
    <dgm:pt modelId="{727CC99B-243D-41FA-BF63-52EF0B8E50C7}" type="pres">
      <dgm:prSet presAssocID="{9BA12A5A-59D5-42F5-873B-78B171817615}" presName="hierChild5" presStyleCnt="0"/>
      <dgm:spPr/>
    </dgm:pt>
    <dgm:pt modelId="{5A4639E8-99EF-4C94-B332-8071FF0A3535}" type="pres">
      <dgm:prSet presAssocID="{E01BBFCC-D077-4F3F-8999-453BD98337C8}" presName="hierChild5" presStyleCnt="0"/>
      <dgm:spPr/>
    </dgm:pt>
    <dgm:pt modelId="{4F95D175-D5A3-48E3-ADA7-C3FFABD74C54}" type="pres">
      <dgm:prSet presAssocID="{0AB04982-925B-4D61-88DB-8E5EB30869FC}" presName="Name28" presStyleLbl="parChTrans1D2" presStyleIdx="2" presStyleCnt="5"/>
      <dgm:spPr/>
    </dgm:pt>
    <dgm:pt modelId="{D02BC4CA-3CB2-4F5D-80D4-8F193DE1624D}" type="pres">
      <dgm:prSet presAssocID="{7BA5C133-AD70-4D80-91A7-A044C7AA8C91}" presName="hierRoot2" presStyleCnt="0">
        <dgm:presLayoutVars>
          <dgm:hierBranch val="init"/>
        </dgm:presLayoutVars>
      </dgm:prSet>
      <dgm:spPr/>
    </dgm:pt>
    <dgm:pt modelId="{D5B938A4-A74B-4FB3-8311-AC86BACCC3F8}" type="pres">
      <dgm:prSet presAssocID="{7BA5C133-AD70-4D80-91A7-A044C7AA8C91}" presName="rootComposite2" presStyleCnt="0"/>
      <dgm:spPr/>
    </dgm:pt>
    <dgm:pt modelId="{226D47AB-8530-4FA6-A0BA-7543CDEDB41C}" type="pres">
      <dgm:prSet presAssocID="{7BA5C133-AD70-4D80-91A7-A044C7AA8C91}" presName="rootText2" presStyleLbl="alignAcc1" presStyleIdx="0" presStyleCnt="0">
        <dgm:presLayoutVars>
          <dgm:chPref val="3"/>
        </dgm:presLayoutVars>
      </dgm:prSet>
      <dgm:spPr/>
    </dgm:pt>
    <dgm:pt modelId="{02EDE4E6-96CA-4AA2-84D5-4A93977D0889}" type="pres">
      <dgm:prSet presAssocID="{7BA5C133-AD70-4D80-91A7-A044C7AA8C91}" presName="topArc2" presStyleLbl="parChTrans1D1" presStyleIdx="16" presStyleCnt="36"/>
      <dgm:spPr/>
    </dgm:pt>
    <dgm:pt modelId="{5F809BF7-9DC9-4B1C-90DD-C772E1CCB4A5}" type="pres">
      <dgm:prSet presAssocID="{7BA5C133-AD70-4D80-91A7-A044C7AA8C91}" presName="bottomArc2" presStyleLbl="parChTrans1D1" presStyleIdx="17" presStyleCnt="36"/>
      <dgm:spPr/>
    </dgm:pt>
    <dgm:pt modelId="{AF2B0C1B-B2DE-474A-920D-30A1B81BB024}" type="pres">
      <dgm:prSet presAssocID="{7BA5C133-AD70-4D80-91A7-A044C7AA8C91}" presName="topConnNode2" presStyleLbl="node2" presStyleIdx="0" presStyleCnt="0"/>
      <dgm:spPr/>
    </dgm:pt>
    <dgm:pt modelId="{A4F07B16-C8D5-414E-A056-0A34743AD501}" type="pres">
      <dgm:prSet presAssocID="{7BA5C133-AD70-4D80-91A7-A044C7AA8C91}" presName="hierChild4" presStyleCnt="0"/>
      <dgm:spPr/>
    </dgm:pt>
    <dgm:pt modelId="{7B48E14E-89A6-4339-A771-962A8F2028A5}" type="pres">
      <dgm:prSet presAssocID="{8F719E0D-7BA3-47BC-AE1C-DE1A513891D3}" presName="Name28" presStyleLbl="parChTrans1D3" presStyleIdx="5" presStyleCnt="12"/>
      <dgm:spPr/>
    </dgm:pt>
    <dgm:pt modelId="{B6A6039F-A1ED-4B67-B1F3-7F7E91C0AD70}" type="pres">
      <dgm:prSet presAssocID="{355C7863-7158-4720-A260-0DCF87130D15}" presName="hierRoot2" presStyleCnt="0">
        <dgm:presLayoutVars>
          <dgm:hierBranch val="init"/>
        </dgm:presLayoutVars>
      </dgm:prSet>
      <dgm:spPr/>
    </dgm:pt>
    <dgm:pt modelId="{7625204A-982C-4549-BE3E-47C37D621284}" type="pres">
      <dgm:prSet presAssocID="{355C7863-7158-4720-A260-0DCF87130D15}" presName="rootComposite2" presStyleCnt="0"/>
      <dgm:spPr/>
    </dgm:pt>
    <dgm:pt modelId="{6409A874-47A4-40A2-94EC-FA4B7D50E2D1}" type="pres">
      <dgm:prSet presAssocID="{355C7863-7158-4720-A260-0DCF87130D15}" presName="rootText2" presStyleLbl="alignAcc1" presStyleIdx="0" presStyleCnt="0">
        <dgm:presLayoutVars>
          <dgm:chPref val="3"/>
        </dgm:presLayoutVars>
      </dgm:prSet>
      <dgm:spPr/>
    </dgm:pt>
    <dgm:pt modelId="{C9B3D330-E2B3-4EE5-ADE9-D23DF9F70AD9}" type="pres">
      <dgm:prSet presAssocID="{355C7863-7158-4720-A260-0DCF87130D15}" presName="topArc2" presStyleLbl="parChTrans1D1" presStyleIdx="18" presStyleCnt="36"/>
      <dgm:spPr/>
    </dgm:pt>
    <dgm:pt modelId="{79D893BA-079C-4790-AF13-F582E913B90F}" type="pres">
      <dgm:prSet presAssocID="{355C7863-7158-4720-A260-0DCF87130D15}" presName="bottomArc2" presStyleLbl="parChTrans1D1" presStyleIdx="19" presStyleCnt="36"/>
      <dgm:spPr/>
    </dgm:pt>
    <dgm:pt modelId="{623D0D23-EF98-4835-A1B2-9F6B1B5672FA}" type="pres">
      <dgm:prSet presAssocID="{355C7863-7158-4720-A260-0DCF87130D15}" presName="topConnNode2" presStyleLbl="node3" presStyleIdx="0" presStyleCnt="0"/>
      <dgm:spPr/>
    </dgm:pt>
    <dgm:pt modelId="{BA419E7F-EE67-42FF-8847-8DF75DA437FC}" type="pres">
      <dgm:prSet presAssocID="{355C7863-7158-4720-A260-0DCF87130D15}" presName="hierChild4" presStyleCnt="0"/>
      <dgm:spPr/>
    </dgm:pt>
    <dgm:pt modelId="{03618A6A-3997-4C8A-BB3F-19962C07A8F8}" type="pres">
      <dgm:prSet presAssocID="{355C7863-7158-4720-A260-0DCF87130D15}" presName="hierChild5" presStyleCnt="0"/>
      <dgm:spPr/>
    </dgm:pt>
    <dgm:pt modelId="{70BCB6CB-0835-49A8-B044-97E143D32EDF}" type="pres">
      <dgm:prSet presAssocID="{ADA8D4BD-10D2-4F89-A447-7BEAACAB68D7}" presName="Name28" presStyleLbl="parChTrans1D3" presStyleIdx="6" presStyleCnt="12"/>
      <dgm:spPr/>
    </dgm:pt>
    <dgm:pt modelId="{1A640C3A-009C-451B-AF6F-E60E91042E85}" type="pres">
      <dgm:prSet presAssocID="{74FA130A-DE89-459B-997C-F25E18BCE148}" presName="hierRoot2" presStyleCnt="0">
        <dgm:presLayoutVars>
          <dgm:hierBranch val="init"/>
        </dgm:presLayoutVars>
      </dgm:prSet>
      <dgm:spPr/>
    </dgm:pt>
    <dgm:pt modelId="{1B2BACA7-B9C8-480F-AC48-71A02F40EF5B}" type="pres">
      <dgm:prSet presAssocID="{74FA130A-DE89-459B-997C-F25E18BCE148}" presName="rootComposite2" presStyleCnt="0"/>
      <dgm:spPr/>
    </dgm:pt>
    <dgm:pt modelId="{F496883F-BB08-4EEC-A0F2-09193FFF3BED}" type="pres">
      <dgm:prSet presAssocID="{74FA130A-DE89-459B-997C-F25E18BCE148}" presName="rootText2" presStyleLbl="alignAcc1" presStyleIdx="0" presStyleCnt="0">
        <dgm:presLayoutVars>
          <dgm:chPref val="3"/>
        </dgm:presLayoutVars>
      </dgm:prSet>
      <dgm:spPr/>
    </dgm:pt>
    <dgm:pt modelId="{6334B561-3EFD-48D3-A731-8F11DAF498EE}" type="pres">
      <dgm:prSet presAssocID="{74FA130A-DE89-459B-997C-F25E18BCE148}" presName="topArc2" presStyleLbl="parChTrans1D1" presStyleIdx="20" presStyleCnt="36"/>
      <dgm:spPr/>
    </dgm:pt>
    <dgm:pt modelId="{52A8E94A-C9F1-4223-951A-D8682D3EC890}" type="pres">
      <dgm:prSet presAssocID="{74FA130A-DE89-459B-997C-F25E18BCE148}" presName="bottomArc2" presStyleLbl="parChTrans1D1" presStyleIdx="21" presStyleCnt="36"/>
      <dgm:spPr/>
    </dgm:pt>
    <dgm:pt modelId="{BB676497-4F70-4971-81BC-52AFD7334517}" type="pres">
      <dgm:prSet presAssocID="{74FA130A-DE89-459B-997C-F25E18BCE148}" presName="topConnNode2" presStyleLbl="node3" presStyleIdx="0" presStyleCnt="0"/>
      <dgm:spPr/>
    </dgm:pt>
    <dgm:pt modelId="{02450D1C-5E4D-49C2-ACF1-441AD32844B5}" type="pres">
      <dgm:prSet presAssocID="{74FA130A-DE89-459B-997C-F25E18BCE148}" presName="hierChild4" presStyleCnt="0"/>
      <dgm:spPr/>
    </dgm:pt>
    <dgm:pt modelId="{74DAA950-7617-4B17-A291-53B0B9D1D253}" type="pres">
      <dgm:prSet presAssocID="{74FA130A-DE89-459B-997C-F25E18BCE148}" presName="hierChild5" presStyleCnt="0"/>
      <dgm:spPr/>
    </dgm:pt>
    <dgm:pt modelId="{7E8F3CD9-09D9-4953-86AE-228C9D58EBE2}" type="pres">
      <dgm:prSet presAssocID="{92757875-0E98-4F9A-BBB2-1E3636DAEC0B}" presName="Name28" presStyleLbl="parChTrans1D3" presStyleIdx="7" presStyleCnt="12"/>
      <dgm:spPr/>
    </dgm:pt>
    <dgm:pt modelId="{41EFF9A9-2455-470C-B18A-6BE60E50506F}" type="pres">
      <dgm:prSet presAssocID="{41A4DABA-7E9B-497E-A3DD-EF8F6DA598C8}" presName="hierRoot2" presStyleCnt="0">
        <dgm:presLayoutVars>
          <dgm:hierBranch val="init"/>
        </dgm:presLayoutVars>
      </dgm:prSet>
      <dgm:spPr/>
    </dgm:pt>
    <dgm:pt modelId="{1E39081F-7693-4C84-BCDC-18CE087BD31F}" type="pres">
      <dgm:prSet presAssocID="{41A4DABA-7E9B-497E-A3DD-EF8F6DA598C8}" presName="rootComposite2" presStyleCnt="0"/>
      <dgm:spPr/>
    </dgm:pt>
    <dgm:pt modelId="{2F9E8798-D97B-424B-AAC7-BD951899075D}" type="pres">
      <dgm:prSet presAssocID="{41A4DABA-7E9B-497E-A3DD-EF8F6DA598C8}" presName="rootText2" presStyleLbl="alignAcc1" presStyleIdx="0" presStyleCnt="0">
        <dgm:presLayoutVars>
          <dgm:chPref val="3"/>
        </dgm:presLayoutVars>
      </dgm:prSet>
      <dgm:spPr/>
    </dgm:pt>
    <dgm:pt modelId="{F4F5B2B2-6A90-4DC3-8489-0F8D24941411}" type="pres">
      <dgm:prSet presAssocID="{41A4DABA-7E9B-497E-A3DD-EF8F6DA598C8}" presName="topArc2" presStyleLbl="parChTrans1D1" presStyleIdx="22" presStyleCnt="36"/>
      <dgm:spPr/>
    </dgm:pt>
    <dgm:pt modelId="{8BEDB8DC-194B-4886-9BF9-2104310DB3A5}" type="pres">
      <dgm:prSet presAssocID="{41A4DABA-7E9B-497E-A3DD-EF8F6DA598C8}" presName="bottomArc2" presStyleLbl="parChTrans1D1" presStyleIdx="23" presStyleCnt="36"/>
      <dgm:spPr/>
    </dgm:pt>
    <dgm:pt modelId="{1C4A9D20-D653-4B64-9B00-DF215685D144}" type="pres">
      <dgm:prSet presAssocID="{41A4DABA-7E9B-497E-A3DD-EF8F6DA598C8}" presName="topConnNode2" presStyleLbl="node3" presStyleIdx="0" presStyleCnt="0"/>
      <dgm:spPr/>
    </dgm:pt>
    <dgm:pt modelId="{5ED0DEC2-0320-43D5-BBEA-ED920A941427}" type="pres">
      <dgm:prSet presAssocID="{41A4DABA-7E9B-497E-A3DD-EF8F6DA598C8}" presName="hierChild4" presStyleCnt="0"/>
      <dgm:spPr/>
    </dgm:pt>
    <dgm:pt modelId="{7AF13710-E2E4-4390-8D59-86AB7F9FF73C}" type="pres">
      <dgm:prSet presAssocID="{41A4DABA-7E9B-497E-A3DD-EF8F6DA598C8}" presName="hierChild5" presStyleCnt="0"/>
      <dgm:spPr/>
    </dgm:pt>
    <dgm:pt modelId="{031B27A2-D917-4E09-8B7F-92F05CA00FE5}" type="pres">
      <dgm:prSet presAssocID="{7BA5C133-AD70-4D80-91A7-A044C7AA8C91}" presName="hierChild5" presStyleCnt="0"/>
      <dgm:spPr/>
    </dgm:pt>
    <dgm:pt modelId="{BB3A1D21-8702-4BD0-B52D-674A9E8F413A}" type="pres">
      <dgm:prSet presAssocID="{8BFE8EDE-68CF-4298-AD1C-526735D0AF88}" presName="Name28" presStyleLbl="parChTrans1D2" presStyleIdx="3" presStyleCnt="5"/>
      <dgm:spPr/>
    </dgm:pt>
    <dgm:pt modelId="{0DE58FF6-E3A7-4AE6-A4E0-1D046F3D0D6B}" type="pres">
      <dgm:prSet presAssocID="{FD805AB8-ABC1-4175-B8B6-6E84F241905D}" presName="hierRoot2" presStyleCnt="0">
        <dgm:presLayoutVars>
          <dgm:hierBranch val="init"/>
        </dgm:presLayoutVars>
      </dgm:prSet>
      <dgm:spPr/>
    </dgm:pt>
    <dgm:pt modelId="{64EE0C14-28AC-4E52-8D31-D1A35B5C760F}" type="pres">
      <dgm:prSet presAssocID="{FD805AB8-ABC1-4175-B8B6-6E84F241905D}" presName="rootComposite2" presStyleCnt="0"/>
      <dgm:spPr/>
    </dgm:pt>
    <dgm:pt modelId="{7F3F031E-9BF3-4B5F-AD29-D2EF0E25FA8C}" type="pres">
      <dgm:prSet presAssocID="{FD805AB8-ABC1-4175-B8B6-6E84F241905D}" presName="rootText2" presStyleLbl="alignAcc1" presStyleIdx="0" presStyleCnt="0">
        <dgm:presLayoutVars>
          <dgm:chPref val="3"/>
        </dgm:presLayoutVars>
      </dgm:prSet>
      <dgm:spPr/>
    </dgm:pt>
    <dgm:pt modelId="{8EC857E8-4E7F-41C3-A683-B18A317877CE}" type="pres">
      <dgm:prSet presAssocID="{FD805AB8-ABC1-4175-B8B6-6E84F241905D}" presName="topArc2" presStyleLbl="parChTrans1D1" presStyleIdx="24" presStyleCnt="36"/>
      <dgm:spPr/>
    </dgm:pt>
    <dgm:pt modelId="{B2795C75-093D-4AA0-86EB-F734976C35F8}" type="pres">
      <dgm:prSet presAssocID="{FD805AB8-ABC1-4175-B8B6-6E84F241905D}" presName="bottomArc2" presStyleLbl="parChTrans1D1" presStyleIdx="25" presStyleCnt="36"/>
      <dgm:spPr/>
    </dgm:pt>
    <dgm:pt modelId="{B9966599-4840-45AF-9A14-B307F552E911}" type="pres">
      <dgm:prSet presAssocID="{FD805AB8-ABC1-4175-B8B6-6E84F241905D}" presName="topConnNode2" presStyleLbl="node2" presStyleIdx="0" presStyleCnt="0"/>
      <dgm:spPr/>
    </dgm:pt>
    <dgm:pt modelId="{54F2B954-CF89-47E8-A7E5-D6A971D85630}" type="pres">
      <dgm:prSet presAssocID="{FD805AB8-ABC1-4175-B8B6-6E84F241905D}" presName="hierChild4" presStyleCnt="0"/>
      <dgm:spPr/>
    </dgm:pt>
    <dgm:pt modelId="{153EDA6D-208B-4E10-8EE1-5781C4D9BE89}" type="pres">
      <dgm:prSet presAssocID="{AE4D683F-67C5-42A6-B148-AADDE4C3408A}" presName="Name28" presStyleLbl="parChTrans1D3" presStyleIdx="8" presStyleCnt="12"/>
      <dgm:spPr/>
    </dgm:pt>
    <dgm:pt modelId="{F44EF11C-850D-4350-B527-03196BDB6225}" type="pres">
      <dgm:prSet presAssocID="{3E037D7A-A216-4283-8837-222C27331E60}" presName="hierRoot2" presStyleCnt="0">
        <dgm:presLayoutVars>
          <dgm:hierBranch val="init"/>
        </dgm:presLayoutVars>
      </dgm:prSet>
      <dgm:spPr/>
    </dgm:pt>
    <dgm:pt modelId="{F7C92D60-FEB0-427F-A6A4-7AF9D2126B0F}" type="pres">
      <dgm:prSet presAssocID="{3E037D7A-A216-4283-8837-222C27331E60}" presName="rootComposite2" presStyleCnt="0"/>
      <dgm:spPr/>
    </dgm:pt>
    <dgm:pt modelId="{C79B73C5-4634-4921-9C93-5895DC0E995F}" type="pres">
      <dgm:prSet presAssocID="{3E037D7A-A216-4283-8837-222C27331E60}" presName="rootText2" presStyleLbl="alignAcc1" presStyleIdx="0" presStyleCnt="0">
        <dgm:presLayoutVars>
          <dgm:chPref val="3"/>
        </dgm:presLayoutVars>
      </dgm:prSet>
      <dgm:spPr/>
    </dgm:pt>
    <dgm:pt modelId="{DBE7AE1B-882D-4D96-AE6C-DB9AE1A3C97C}" type="pres">
      <dgm:prSet presAssocID="{3E037D7A-A216-4283-8837-222C27331E60}" presName="topArc2" presStyleLbl="parChTrans1D1" presStyleIdx="26" presStyleCnt="36"/>
      <dgm:spPr/>
    </dgm:pt>
    <dgm:pt modelId="{22FE6BD4-9F39-4B7C-9DAF-FE51F40FB120}" type="pres">
      <dgm:prSet presAssocID="{3E037D7A-A216-4283-8837-222C27331E60}" presName="bottomArc2" presStyleLbl="parChTrans1D1" presStyleIdx="27" presStyleCnt="36"/>
      <dgm:spPr/>
    </dgm:pt>
    <dgm:pt modelId="{427E6199-C506-4E5A-9345-552DDD4CBCA2}" type="pres">
      <dgm:prSet presAssocID="{3E037D7A-A216-4283-8837-222C27331E60}" presName="topConnNode2" presStyleLbl="node3" presStyleIdx="0" presStyleCnt="0"/>
      <dgm:spPr/>
    </dgm:pt>
    <dgm:pt modelId="{85602BB3-55A4-4740-A0A1-405B3604649C}" type="pres">
      <dgm:prSet presAssocID="{3E037D7A-A216-4283-8837-222C27331E60}" presName="hierChild4" presStyleCnt="0"/>
      <dgm:spPr/>
    </dgm:pt>
    <dgm:pt modelId="{082628A7-9536-4BC0-A090-10A95D2E4662}" type="pres">
      <dgm:prSet presAssocID="{3E037D7A-A216-4283-8837-222C27331E60}" presName="hierChild5" presStyleCnt="0"/>
      <dgm:spPr/>
    </dgm:pt>
    <dgm:pt modelId="{ED21A6F8-E1ED-4028-B794-6F3782275402}" type="pres">
      <dgm:prSet presAssocID="{CBCEBE2C-C78E-4544-88FA-E16906078331}" presName="Name28" presStyleLbl="parChTrans1D3" presStyleIdx="9" presStyleCnt="12"/>
      <dgm:spPr/>
    </dgm:pt>
    <dgm:pt modelId="{288D6CF1-72D8-4D75-BEB7-755C2AEAA4CA}" type="pres">
      <dgm:prSet presAssocID="{F5AFC756-090B-494A-855A-EE2412738440}" presName="hierRoot2" presStyleCnt="0">
        <dgm:presLayoutVars>
          <dgm:hierBranch val="init"/>
        </dgm:presLayoutVars>
      </dgm:prSet>
      <dgm:spPr/>
    </dgm:pt>
    <dgm:pt modelId="{05B14ADE-30D8-43D0-8F43-F54CD1CC7D36}" type="pres">
      <dgm:prSet presAssocID="{F5AFC756-090B-494A-855A-EE2412738440}" presName="rootComposite2" presStyleCnt="0"/>
      <dgm:spPr/>
    </dgm:pt>
    <dgm:pt modelId="{A699092B-A843-407D-9F69-2CC73A5EAC9C}" type="pres">
      <dgm:prSet presAssocID="{F5AFC756-090B-494A-855A-EE2412738440}" presName="rootText2" presStyleLbl="alignAcc1" presStyleIdx="0" presStyleCnt="0">
        <dgm:presLayoutVars>
          <dgm:chPref val="3"/>
        </dgm:presLayoutVars>
      </dgm:prSet>
      <dgm:spPr/>
    </dgm:pt>
    <dgm:pt modelId="{98C5B6A1-E79E-4F51-A7D0-63F3A8AC1878}" type="pres">
      <dgm:prSet presAssocID="{F5AFC756-090B-494A-855A-EE2412738440}" presName="topArc2" presStyleLbl="parChTrans1D1" presStyleIdx="28" presStyleCnt="36"/>
      <dgm:spPr/>
    </dgm:pt>
    <dgm:pt modelId="{CC15CA2A-A205-48B9-B52A-D24655B8D11D}" type="pres">
      <dgm:prSet presAssocID="{F5AFC756-090B-494A-855A-EE2412738440}" presName="bottomArc2" presStyleLbl="parChTrans1D1" presStyleIdx="29" presStyleCnt="36"/>
      <dgm:spPr/>
    </dgm:pt>
    <dgm:pt modelId="{720F57F5-AE33-48A1-B76B-283E3854E8FF}" type="pres">
      <dgm:prSet presAssocID="{F5AFC756-090B-494A-855A-EE2412738440}" presName="topConnNode2" presStyleLbl="node3" presStyleIdx="0" presStyleCnt="0"/>
      <dgm:spPr/>
    </dgm:pt>
    <dgm:pt modelId="{0816999B-EDD5-40D1-9C95-1C7BD5067FCB}" type="pres">
      <dgm:prSet presAssocID="{F5AFC756-090B-494A-855A-EE2412738440}" presName="hierChild4" presStyleCnt="0"/>
      <dgm:spPr/>
    </dgm:pt>
    <dgm:pt modelId="{DED2DFA6-5BC7-4AD2-92D9-11EA488D7467}" type="pres">
      <dgm:prSet presAssocID="{F5AFC756-090B-494A-855A-EE2412738440}" presName="hierChild5" presStyleCnt="0"/>
      <dgm:spPr/>
    </dgm:pt>
    <dgm:pt modelId="{032B8F7B-6F1D-4259-A481-CF0B6C2B2E01}" type="pres">
      <dgm:prSet presAssocID="{FD805AB8-ABC1-4175-B8B6-6E84F241905D}" presName="hierChild5" presStyleCnt="0"/>
      <dgm:spPr/>
    </dgm:pt>
    <dgm:pt modelId="{CAE78FE2-4587-4005-AEC7-6C51E227F363}" type="pres">
      <dgm:prSet presAssocID="{799BA937-D485-4BA6-954F-778CDE8FC32E}" presName="Name28" presStyleLbl="parChTrans1D2" presStyleIdx="4" presStyleCnt="5"/>
      <dgm:spPr/>
    </dgm:pt>
    <dgm:pt modelId="{4DEB7924-14F1-4714-97E7-18125D2DB9A4}" type="pres">
      <dgm:prSet presAssocID="{92F68D71-CF28-40DE-8514-AF2B33BD9094}" presName="hierRoot2" presStyleCnt="0">
        <dgm:presLayoutVars>
          <dgm:hierBranch val="init"/>
        </dgm:presLayoutVars>
      </dgm:prSet>
      <dgm:spPr/>
    </dgm:pt>
    <dgm:pt modelId="{2DF3A1CA-2C80-4A5C-915A-77C16076C265}" type="pres">
      <dgm:prSet presAssocID="{92F68D71-CF28-40DE-8514-AF2B33BD9094}" presName="rootComposite2" presStyleCnt="0"/>
      <dgm:spPr/>
    </dgm:pt>
    <dgm:pt modelId="{524BF4CD-539D-4C01-B9B5-4FC228BCE9BF}" type="pres">
      <dgm:prSet presAssocID="{92F68D71-CF28-40DE-8514-AF2B33BD9094}" presName="rootText2" presStyleLbl="alignAcc1" presStyleIdx="0" presStyleCnt="0">
        <dgm:presLayoutVars>
          <dgm:chPref val="3"/>
        </dgm:presLayoutVars>
      </dgm:prSet>
      <dgm:spPr/>
    </dgm:pt>
    <dgm:pt modelId="{7DD2CE2D-3852-4C00-8317-A6A888AAB717}" type="pres">
      <dgm:prSet presAssocID="{92F68D71-CF28-40DE-8514-AF2B33BD9094}" presName="topArc2" presStyleLbl="parChTrans1D1" presStyleIdx="30" presStyleCnt="36"/>
      <dgm:spPr/>
    </dgm:pt>
    <dgm:pt modelId="{CF759253-D25E-4158-B80A-93F8BF5E82BE}" type="pres">
      <dgm:prSet presAssocID="{92F68D71-CF28-40DE-8514-AF2B33BD9094}" presName="bottomArc2" presStyleLbl="parChTrans1D1" presStyleIdx="31" presStyleCnt="36"/>
      <dgm:spPr/>
    </dgm:pt>
    <dgm:pt modelId="{AD8FC4E1-337A-4E98-B41E-F98D4B2C48AF}" type="pres">
      <dgm:prSet presAssocID="{92F68D71-CF28-40DE-8514-AF2B33BD9094}" presName="topConnNode2" presStyleLbl="node2" presStyleIdx="0" presStyleCnt="0"/>
      <dgm:spPr/>
    </dgm:pt>
    <dgm:pt modelId="{DDDFCDEA-160D-4B78-8BCB-27DA27686867}" type="pres">
      <dgm:prSet presAssocID="{92F68D71-CF28-40DE-8514-AF2B33BD9094}" presName="hierChild4" presStyleCnt="0"/>
      <dgm:spPr/>
    </dgm:pt>
    <dgm:pt modelId="{ED3FF58A-4FC2-422E-843F-869B68192D7D}" type="pres">
      <dgm:prSet presAssocID="{96D96D15-4EFB-4624-87AE-1E7E8A958A07}" presName="Name28" presStyleLbl="parChTrans1D3" presStyleIdx="10" presStyleCnt="12"/>
      <dgm:spPr/>
    </dgm:pt>
    <dgm:pt modelId="{3E368CE3-CDA2-4276-96BE-3ADA8A1A59E5}" type="pres">
      <dgm:prSet presAssocID="{DA29CE16-A371-4651-91EB-1CC56DDB3687}" presName="hierRoot2" presStyleCnt="0">
        <dgm:presLayoutVars>
          <dgm:hierBranch val="init"/>
        </dgm:presLayoutVars>
      </dgm:prSet>
      <dgm:spPr/>
    </dgm:pt>
    <dgm:pt modelId="{1733C722-D160-488A-BC2E-9EBAEE732409}" type="pres">
      <dgm:prSet presAssocID="{DA29CE16-A371-4651-91EB-1CC56DDB3687}" presName="rootComposite2" presStyleCnt="0"/>
      <dgm:spPr/>
    </dgm:pt>
    <dgm:pt modelId="{2FA6B5C6-E263-4E6D-A3EB-8A1EEC46868B}" type="pres">
      <dgm:prSet presAssocID="{DA29CE16-A371-4651-91EB-1CC56DDB3687}" presName="rootText2" presStyleLbl="alignAcc1" presStyleIdx="0" presStyleCnt="0">
        <dgm:presLayoutVars>
          <dgm:chPref val="3"/>
        </dgm:presLayoutVars>
      </dgm:prSet>
      <dgm:spPr/>
    </dgm:pt>
    <dgm:pt modelId="{D839D2D9-D92E-4144-9C7B-C44A7EDF671A}" type="pres">
      <dgm:prSet presAssocID="{DA29CE16-A371-4651-91EB-1CC56DDB3687}" presName="topArc2" presStyleLbl="parChTrans1D1" presStyleIdx="32" presStyleCnt="36"/>
      <dgm:spPr/>
    </dgm:pt>
    <dgm:pt modelId="{02E5A494-7E31-41DF-B854-27812E1B1E0B}" type="pres">
      <dgm:prSet presAssocID="{DA29CE16-A371-4651-91EB-1CC56DDB3687}" presName="bottomArc2" presStyleLbl="parChTrans1D1" presStyleIdx="33" presStyleCnt="36"/>
      <dgm:spPr/>
    </dgm:pt>
    <dgm:pt modelId="{0A03F8B9-5BCA-487B-8230-7685959E4250}" type="pres">
      <dgm:prSet presAssocID="{DA29CE16-A371-4651-91EB-1CC56DDB3687}" presName="topConnNode2" presStyleLbl="node3" presStyleIdx="0" presStyleCnt="0"/>
      <dgm:spPr/>
    </dgm:pt>
    <dgm:pt modelId="{955E123E-F3C1-46A6-864D-18E8F5AC72F4}" type="pres">
      <dgm:prSet presAssocID="{DA29CE16-A371-4651-91EB-1CC56DDB3687}" presName="hierChild4" presStyleCnt="0"/>
      <dgm:spPr/>
    </dgm:pt>
    <dgm:pt modelId="{3A6CFC58-5177-402D-B5FB-CAF4CC703B33}" type="pres">
      <dgm:prSet presAssocID="{DA29CE16-A371-4651-91EB-1CC56DDB3687}" presName="hierChild5" presStyleCnt="0"/>
      <dgm:spPr/>
    </dgm:pt>
    <dgm:pt modelId="{C097A533-5F8F-4619-8296-B5A95B8F911A}" type="pres">
      <dgm:prSet presAssocID="{6221D3A5-2BB1-4223-A863-4024DC466EEC}" presName="Name28" presStyleLbl="parChTrans1D3" presStyleIdx="11" presStyleCnt="12"/>
      <dgm:spPr/>
    </dgm:pt>
    <dgm:pt modelId="{847A7B5D-4D56-42E7-BD1A-1BB7DE9655C0}" type="pres">
      <dgm:prSet presAssocID="{8950FA78-6CE4-4B2F-9249-A4561638BDCD}" presName="hierRoot2" presStyleCnt="0">
        <dgm:presLayoutVars>
          <dgm:hierBranch val="init"/>
        </dgm:presLayoutVars>
      </dgm:prSet>
      <dgm:spPr/>
    </dgm:pt>
    <dgm:pt modelId="{12701743-924A-40C1-85A4-FF1F28F17A76}" type="pres">
      <dgm:prSet presAssocID="{8950FA78-6CE4-4B2F-9249-A4561638BDCD}" presName="rootComposite2" presStyleCnt="0"/>
      <dgm:spPr/>
    </dgm:pt>
    <dgm:pt modelId="{72857FCB-71F7-4A8E-900F-D3668121449F}" type="pres">
      <dgm:prSet presAssocID="{8950FA78-6CE4-4B2F-9249-A4561638BDCD}" presName="rootText2" presStyleLbl="alignAcc1" presStyleIdx="0" presStyleCnt="0">
        <dgm:presLayoutVars>
          <dgm:chPref val="3"/>
        </dgm:presLayoutVars>
      </dgm:prSet>
      <dgm:spPr/>
    </dgm:pt>
    <dgm:pt modelId="{FA26A73B-71AA-4320-9B43-79350E1E7FED}" type="pres">
      <dgm:prSet presAssocID="{8950FA78-6CE4-4B2F-9249-A4561638BDCD}" presName="topArc2" presStyleLbl="parChTrans1D1" presStyleIdx="34" presStyleCnt="36"/>
      <dgm:spPr/>
    </dgm:pt>
    <dgm:pt modelId="{59345790-D010-4553-9D40-6B38BD513436}" type="pres">
      <dgm:prSet presAssocID="{8950FA78-6CE4-4B2F-9249-A4561638BDCD}" presName="bottomArc2" presStyleLbl="parChTrans1D1" presStyleIdx="35" presStyleCnt="36"/>
      <dgm:spPr/>
    </dgm:pt>
    <dgm:pt modelId="{F04F6965-2213-490A-824A-61B1FD5E9D6B}" type="pres">
      <dgm:prSet presAssocID="{8950FA78-6CE4-4B2F-9249-A4561638BDCD}" presName="topConnNode2" presStyleLbl="node3" presStyleIdx="0" presStyleCnt="0"/>
      <dgm:spPr/>
    </dgm:pt>
    <dgm:pt modelId="{8FA33E2C-2A8E-4E60-962A-8CD483959B77}" type="pres">
      <dgm:prSet presAssocID="{8950FA78-6CE4-4B2F-9249-A4561638BDCD}" presName="hierChild4" presStyleCnt="0"/>
      <dgm:spPr/>
    </dgm:pt>
    <dgm:pt modelId="{23820455-533A-41AB-A725-F50A92603140}" type="pres">
      <dgm:prSet presAssocID="{8950FA78-6CE4-4B2F-9249-A4561638BDCD}" presName="hierChild5" presStyleCnt="0"/>
      <dgm:spPr/>
    </dgm:pt>
    <dgm:pt modelId="{5109F429-C3CB-40F6-8331-287B90769DFE}" type="pres">
      <dgm:prSet presAssocID="{92F68D71-CF28-40DE-8514-AF2B33BD9094}" presName="hierChild5" presStyleCnt="0"/>
      <dgm:spPr/>
    </dgm:pt>
    <dgm:pt modelId="{EA25B314-B5DB-4525-A8BF-FD0A0875DDD4}" type="pres">
      <dgm:prSet presAssocID="{7136BE3D-E63A-47D8-9C5D-D565DFE5AEAD}" presName="hierChild3" presStyleCnt="0"/>
      <dgm:spPr/>
    </dgm:pt>
  </dgm:ptLst>
  <dgm:cxnLst>
    <dgm:cxn modelId="{02B25079-8A25-4122-88A5-C871815CF867}" type="presOf" srcId="{8950FA78-6CE4-4B2F-9249-A4561638BDCD}" destId="{72857FCB-71F7-4A8E-900F-D3668121449F}" srcOrd="0" destOrd="0" presId="urn:microsoft.com/office/officeart/2008/layout/HalfCircleOrganizationChart"/>
    <dgm:cxn modelId="{D7451863-5D88-4803-9EE5-BD2C8CE292FC}" type="presOf" srcId="{E01BBFCC-D077-4F3F-8999-453BD98337C8}" destId="{6CC44C1E-26D7-4780-8960-0E6D1CA9A98E}" srcOrd="1" destOrd="0" presId="urn:microsoft.com/office/officeart/2008/layout/HalfCircleOrganizationChart"/>
    <dgm:cxn modelId="{98D18987-36E5-406E-8DE4-AA9CFFDC7E27}" type="presOf" srcId="{41A4DABA-7E9B-497E-A3DD-EF8F6DA598C8}" destId="{2F9E8798-D97B-424B-AAC7-BD951899075D}" srcOrd="0" destOrd="0" presId="urn:microsoft.com/office/officeart/2008/layout/HalfCircleOrganizationChart"/>
    <dgm:cxn modelId="{41698EE4-3F4C-494F-856E-4BFCAD18F0F9}" type="presOf" srcId="{799BA937-D485-4BA6-954F-778CDE8FC32E}" destId="{CAE78FE2-4587-4005-AEC7-6C51E227F363}" srcOrd="0" destOrd="0" presId="urn:microsoft.com/office/officeart/2008/layout/HalfCircleOrganizationChart"/>
    <dgm:cxn modelId="{FE7691E7-C7E3-4562-AA4A-02D5ACDDC1D6}" type="presOf" srcId="{6221D3A5-2BB1-4223-A863-4024DC466EEC}" destId="{C097A533-5F8F-4619-8296-B5A95B8F911A}" srcOrd="0" destOrd="0" presId="urn:microsoft.com/office/officeart/2008/layout/HalfCircleOrganizationChart"/>
    <dgm:cxn modelId="{E34EE67A-EB34-488B-8D5F-59B3077EB444}" srcId="{DA2045D8-D1F6-4282-9D90-F2E24FEDD7E6}" destId="{99BC091B-6D35-43CC-862A-270FC7E06B9F}" srcOrd="2" destOrd="0" parTransId="{BA9C27B6-D65E-4025-BD92-1180611B2EC4}" sibTransId="{D89A9FC8-8A9E-4174-AD5C-2977AE63CDC2}"/>
    <dgm:cxn modelId="{50821C74-F6F9-41EB-A9DB-3F8851AAD108}" type="presOf" srcId="{9BA12A5A-59D5-42F5-873B-78B171817615}" destId="{59F92027-74ED-4071-8B9F-C382E67F9949}" srcOrd="1" destOrd="0" presId="urn:microsoft.com/office/officeart/2008/layout/HalfCircleOrganizationChart"/>
    <dgm:cxn modelId="{3D230D1C-8D1B-4EE6-834A-243C5D58374C}" srcId="{FD805AB8-ABC1-4175-B8B6-6E84F241905D}" destId="{F5AFC756-090B-494A-855A-EE2412738440}" srcOrd="1" destOrd="0" parTransId="{CBCEBE2C-C78E-4544-88FA-E16906078331}" sibTransId="{306DF21A-404B-4CAE-A943-7EEACE84447B}"/>
    <dgm:cxn modelId="{15063619-3413-43D1-B223-9966D1D32D4A}" type="presOf" srcId="{7BA5C133-AD70-4D80-91A7-A044C7AA8C91}" destId="{AF2B0C1B-B2DE-474A-920D-30A1B81BB024}" srcOrd="1" destOrd="0" presId="urn:microsoft.com/office/officeart/2008/layout/HalfCircleOrganizationChart"/>
    <dgm:cxn modelId="{FB5A0CCA-939D-4CA0-9A67-C68086BEB8B0}" srcId="{7136BE3D-E63A-47D8-9C5D-D565DFE5AEAD}" destId="{DA2045D8-D1F6-4282-9D90-F2E24FEDD7E6}" srcOrd="0" destOrd="0" parTransId="{6EA390EA-712D-4A51-84CF-A4B049DFBFC7}" sibTransId="{238EF500-0639-49B3-8BF1-2942F5268029}"/>
    <dgm:cxn modelId="{0F0CA66A-134B-4156-928C-77FE7212AC3F}" type="presOf" srcId="{AE4D683F-67C5-42A6-B148-AADDE4C3408A}" destId="{153EDA6D-208B-4E10-8EE1-5781C4D9BE89}" srcOrd="0" destOrd="0" presId="urn:microsoft.com/office/officeart/2008/layout/HalfCircleOrganizationChart"/>
    <dgm:cxn modelId="{786DB1B7-BF94-4EB0-80F2-58C89EC60F72}" type="presOf" srcId="{FD805AB8-ABC1-4175-B8B6-6E84F241905D}" destId="{7F3F031E-9BF3-4B5F-AD29-D2EF0E25FA8C}" srcOrd="0" destOrd="0" presId="urn:microsoft.com/office/officeart/2008/layout/HalfCircleOrganizationChart"/>
    <dgm:cxn modelId="{A1F616EA-CEF4-4BD2-84A1-C13D0B4FA2FA}" type="presOf" srcId="{7CAB9921-7EB6-4AE1-A5E8-6B25FB7B152F}" destId="{0CD17A1D-C284-4153-87C1-E907128B1EE9}" srcOrd="1" destOrd="0" presId="urn:microsoft.com/office/officeart/2008/layout/HalfCircleOrganizationChart"/>
    <dgm:cxn modelId="{6F66F0B7-199C-4947-B3D6-D07B9D2A0776}" type="presOf" srcId="{DA29CE16-A371-4651-91EB-1CC56DDB3687}" destId="{2FA6B5C6-E263-4E6D-A3EB-8A1EEC46868B}" srcOrd="0" destOrd="0" presId="urn:microsoft.com/office/officeart/2008/layout/HalfCircleOrganizationChart"/>
    <dgm:cxn modelId="{95023FED-0C53-4D2E-A0A4-7C519C4A3148}" srcId="{7BA5C133-AD70-4D80-91A7-A044C7AA8C91}" destId="{74FA130A-DE89-459B-997C-F25E18BCE148}" srcOrd="1" destOrd="0" parTransId="{ADA8D4BD-10D2-4F89-A447-7BEAACAB68D7}" sibTransId="{4A6816BD-1463-48EC-8336-2B528A15A152}"/>
    <dgm:cxn modelId="{5680BEFE-3367-4CED-B187-75D02494E80F}" type="presOf" srcId="{3E037D7A-A216-4283-8837-222C27331E60}" destId="{427E6199-C506-4E5A-9345-552DDD4CBCA2}" srcOrd="1" destOrd="0" presId="urn:microsoft.com/office/officeart/2008/layout/HalfCircleOrganizationChart"/>
    <dgm:cxn modelId="{4A50B624-A4C4-47CB-9C4D-5585D28591D5}" type="presOf" srcId="{C3B8C075-3345-4BDE-8887-6BE909B05B48}" destId="{B6C2C9D8-E23D-472E-AEE5-7694B018A036}" srcOrd="0" destOrd="0" presId="urn:microsoft.com/office/officeart/2008/layout/HalfCircleOrganizationChart"/>
    <dgm:cxn modelId="{390CFEDA-1F69-4449-90FA-7065E53066BC}" type="presOf" srcId="{7CAB9921-7EB6-4AE1-A5E8-6B25FB7B152F}" destId="{6CF1731A-87C6-454F-BC48-BD8A686ACEDD}" srcOrd="0" destOrd="0" presId="urn:microsoft.com/office/officeart/2008/layout/HalfCircleOrganizationChart"/>
    <dgm:cxn modelId="{A273AE0B-1974-4137-B6B6-1EA832CB9F78}" type="presOf" srcId="{0AB04982-925B-4D61-88DB-8E5EB30869FC}" destId="{4F95D175-D5A3-48E3-ADA7-C3FFABD74C54}" srcOrd="0" destOrd="0" presId="urn:microsoft.com/office/officeart/2008/layout/HalfCircleOrganizationChart"/>
    <dgm:cxn modelId="{CF9E36E9-BD83-4454-92B0-C2F1B71B21DD}" type="presOf" srcId="{8F719E0D-7BA3-47BC-AE1C-DE1A513891D3}" destId="{7B48E14E-89A6-4339-A771-962A8F2028A5}" srcOrd="0" destOrd="0" presId="urn:microsoft.com/office/officeart/2008/layout/HalfCircleOrganizationChart"/>
    <dgm:cxn modelId="{05799DB6-8C21-48D9-BBA8-45B6E5124BF2}" type="presOf" srcId="{3E037D7A-A216-4283-8837-222C27331E60}" destId="{C79B73C5-4634-4921-9C93-5895DC0E995F}" srcOrd="0" destOrd="0" presId="urn:microsoft.com/office/officeart/2008/layout/HalfCircleOrganizationChart"/>
    <dgm:cxn modelId="{F3CFC219-7491-4A8E-A25A-C8741244F372}" type="presOf" srcId="{7136BE3D-E63A-47D8-9C5D-D565DFE5AEAD}" destId="{5BA14F37-3164-496B-BFFF-3FED19C1DA30}" srcOrd="0" destOrd="0" presId="urn:microsoft.com/office/officeart/2008/layout/HalfCircleOrganizationChart"/>
    <dgm:cxn modelId="{905A0083-AE27-4D56-BE76-ABE977F65527}" type="presOf" srcId="{9BA12A5A-59D5-42F5-873B-78B171817615}" destId="{F77224EE-AB33-42BF-B228-1F47F1046260}" srcOrd="0" destOrd="0" presId="urn:microsoft.com/office/officeart/2008/layout/HalfCircleOrganizationChart"/>
    <dgm:cxn modelId="{89E3ABA8-FCB2-48CF-AB20-7C32F26B57AC}" type="presOf" srcId="{F5AFC756-090B-494A-855A-EE2412738440}" destId="{720F57F5-AE33-48A1-B76B-283E3854E8FF}" srcOrd="1" destOrd="0" presId="urn:microsoft.com/office/officeart/2008/layout/HalfCircleOrganizationChart"/>
    <dgm:cxn modelId="{189D9FD1-ABFA-4DF9-BA99-086EAE71F831}" srcId="{7136BE3D-E63A-47D8-9C5D-D565DFE5AEAD}" destId="{92F68D71-CF28-40DE-8514-AF2B33BD9094}" srcOrd="4" destOrd="0" parTransId="{799BA937-D485-4BA6-954F-778CDE8FC32E}" sibTransId="{25C2A604-7D08-44CE-9196-D284C61AEDC8}"/>
    <dgm:cxn modelId="{99F62250-76CF-4B72-B982-196D34969511}" type="presOf" srcId="{CBCEBE2C-C78E-4544-88FA-E16906078331}" destId="{ED21A6F8-E1ED-4028-B794-6F3782275402}" srcOrd="0" destOrd="0" presId="urn:microsoft.com/office/officeart/2008/layout/HalfCircleOrganizationChart"/>
    <dgm:cxn modelId="{1CFC29BC-99E1-4B28-97E8-7909A6CA03CA}" srcId="{7136BE3D-E63A-47D8-9C5D-D565DFE5AEAD}" destId="{FD805AB8-ABC1-4175-B8B6-6E84F241905D}" srcOrd="3" destOrd="0" parTransId="{8BFE8EDE-68CF-4298-AD1C-526735D0AF88}" sibTransId="{3B8D2AAE-F001-4A91-9014-938BC4B41855}"/>
    <dgm:cxn modelId="{10DA6F4D-24C4-4766-8B25-04CD803AF0B2}" srcId="{FD805AB8-ABC1-4175-B8B6-6E84F241905D}" destId="{3E037D7A-A216-4283-8837-222C27331E60}" srcOrd="0" destOrd="0" parTransId="{AE4D683F-67C5-42A6-B148-AADDE4C3408A}" sibTransId="{AEE32E6D-021D-4176-932A-8B20D438B2ED}"/>
    <dgm:cxn modelId="{FA83907F-1500-44AE-9CA9-3B2F5CF2CAEF}" srcId="{DA2045D8-D1F6-4282-9D90-F2E24FEDD7E6}" destId="{7CAB9921-7EB6-4AE1-A5E8-6B25FB7B152F}" srcOrd="1" destOrd="0" parTransId="{DD1F15B6-0DC6-4ED0-A357-57AAA46C7588}" sibTransId="{2FFDCAB0-5823-436B-9A8D-E2B0856A2F5A}"/>
    <dgm:cxn modelId="{CB2FED7E-A218-4281-BA91-C8F6A619FB59}" type="presOf" srcId="{7BA5C133-AD70-4D80-91A7-A044C7AA8C91}" destId="{226D47AB-8530-4FA6-A0BA-7543CDEDB41C}" srcOrd="0" destOrd="0" presId="urn:microsoft.com/office/officeart/2008/layout/HalfCircleOrganizationChart"/>
    <dgm:cxn modelId="{A22865A3-AD05-4FC5-A1DE-7F03AD6F2F5F}" srcId="{7BA5C133-AD70-4D80-91A7-A044C7AA8C91}" destId="{355C7863-7158-4720-A260-0DCF87130D15}" srcOrd="0" destOrd="0" parTransId="{8F719E0D-7BA3-47BC-AE1C-DE1A513891D3}" sibTransId="{5B1D895D-79A3-4512-B8D6-F8CF513E35C0}"/>
    <dgm:cxn modelId="{B46DB72F-304F-49E7-ACD6-EE1B22641DC3}" type="presOf" srcId="{92757875-0E98-4F9A-BBB2-1E3636DAEC0B}" destId="{7E8F3CD9-09D9-4953-86AE-228C9D58EBE2}" srcOrd="0" destOrd="0" presId="urn:microsoft.com/office/officeart/2008/layout/HalfCircleOrganizationChart"/>
    <dgm:cxn modelId="{1A64BCD6-781C-4D4B-A224-33DB31078DAB}" type="presOf" srcId="{7136BE3D-E63A-47D8-9C5D-D565DFE5AEAD}" destId="{DA26987A-380F-439E-AE7C-ABF53F9F88A9}" srcOrd="1" destOrd="0" presId="urn:microsoft.com/office/officeart/2008/layout/HalfCircleOrganizationChart"/>
    <dgm:cxn modelId="{91026FCC-6F34-4365-8D32-34A3BE28B6DE}" type="presOf" srcId="{DD1F15B6-0DC6-4ED0-A357-57AAA46C7588}" destId="{C26835EC-0F1E-4552-ABF4-98E4855DE97F}" srcOrd="0" destOrd="0" presId="urn:microsoft.com/office/officeart/2008/layout/HalfCircleOrganizationChart"/>
    <dgm:cxn modelId="{4C516105-E1B0-4170-B59B-1D70C6B33238}" type="presOf" srcId="{99BC091B-6D35-43CC-862A-270FC7E06B9F}" destId="{71A77E4C-3B07-42A6-BAA1-F30D2C5DBF9A}" srcOrd="0" destOrd="0" presId="urn:microsoft.com/office/officeart/2008/layout/HalfCircleOrganizationChart"/>
    <dgm:cxn modelId="{C8298990-8388-4E24-A7A1-3D245DCB3799}" type="presOf" srcId="{92F68D71-CF28-40DE-8514-AF2B33BD9094}" destId="{524BF4CD-539D-4C01-B9B5-4FC228BCE9BF}" srcOrd="0" destOrd="0" presId="urn:microsoft.com/office/officeart/2008/layout/HalfCircleOrganizationChart"/>
    <dgm:cxn modelId="{FCD7E795-5046-4BDE-8D8D-58ABEEDC326F}" type="presOf" srcId="{41A4DABA-7E9B-497E-A3DD-EF8F6DA598C8}" destId="{1C4A9D20-D653-4B64-9B00-DF215685D144}" srcOrd="1" destOrd="0" presId="urn:microsoft.com/office/officeart/2008/layout/HalfCircleOrganizationChart"/>
    <dgm:cxn modelId="{11F6F46A-D9FA-4CA7-9088-94D7309F6EDB}" srcId="{7136BE3D-E63A-47D8-9C5D-D565DFE5AEAD}" destId="{E01BBFCC-D077-4F3F-8999-453BD98337C8}" srcOrd="1" destOrd="0" parTransId="{DDF471C1-4AC3-4DC2-A767-35772AA7383A}" sibTransId="{38C27F6D-05DF-405A-B088-3DF671D37FE8}"/>
    <dgm:cxn modelId="{20E2E6F2-C5B1-4410-93D7-127846175CB0}" type="presOf" srcId="{74FA130A-DE89-459B-997C-F25E18BCE148}" destId="{BB676497-4F70-4971-81BC-52AFD7334517}" srcOrd="1" destOrd="0" presId="urn:microsoft.com/office/officeart/2008/layout/HalfCircleOrganizationChart"/>
    <dgm:cxn modelId="{30C6B68F-CE47-401C-A3B2-272DED807B0F}" srcId="{1F6BFB08-EDA0-46EA-9E5C-170741327352}" destId="{7136BE3D-E63A-47D8-9C5D-D565DFE5AEAD}" srcOrd="0" destOrd="0" parTransId="{82A8B240-2E66-4F12-83F9-9B1349BD31A6}" sibTransId="{94424D89-CF5F-4D8D-AEB3-A319CD38E2C3}"/>
    <dgm:cxn modelId="{344DEABA-A1F0-4EF0-9357-92F90BB948A8}" type="presOf" srcId="{92F68D71-CF28-40DE-8514-AF2B33BD9094}" destId="{AD8FC4E1-337A-4E98-B41E-F98D4B2C48AF}" srcOrd="1" destOrd="0" presId="urn:microsoft.com/office/officeart/2008/layout/HalfCircleOrganizationChart"/>
    <dgm:cxn modelId="{336E0013-4C28-413C-B2F8-8CB4233E3388}" type="presOf" srcId="{355C7863-7158-4720-A260-0DCF87130D15}" destId="{6409A874-47A4-40A2-94EC-FA4B7D50E2D1}" srcOrd="0" destOrd="0" presId="urn:microsoft.com/office/officeart/2008/layout/HalfCircleOrganizationChart"/>
    <dgm:cxn modelId="{2EC961F4-4B08-4C3B-8CA9-9135ABBE884F}" type="presOf" srcId="{ADA8D4BD-10D2-4F89-A447-7BEAACAB68D7}" destId="{70BCB6CB-0835-49A8-B044-97E143D32EDF}" srcOrd="0" destOrd="0" presId="urn:microsoft.com/office/officeart/2008/layout/HalfCircleOrganizationChart"/>
    <dgm:cxn modelId="{2A0DFE63-9F56-4191-96EE-D6C320D8030E}" type="presOf" srcId="{E01BBFCC-D077-4F3F-8999-453BD98337C8}" destId="{5498378A-A46B-45B9-92E6-9BF9E0F5A910}" srcOrd="0" destOrd="0" presId="urn:microsoft.com/office/officeart/2008/layout/HalfCircleOrganizationChart"/>
    <dgm:cxn modelId="{F327642F-7D89-4BB7-83BB-D246F0DF19BA}" srcId="{7BA5C133-AD70-4D80-91A7-A044C7AA8C91}" destId="{41A4DABA-7E9B-497E-A3DD-EF8F6DA598C8}" srcOrd="2" destOrd="0" parTransId="{92757875-0E98-4F9A-BBB2-1E3636DAEC0B}" sibTransId="{2B4971EB-18E1-4F91-A48D-A3B112FD7B5E}"/>
    <dgm:cxn modelId="{AF671732-9DAF-47E3-AF47-25589F27E0C7}" type="presOf" srcId="{DA2045D8-D1F6-4282-9D90-F2E24FEDD7E6}" destId="{4573156B-9037-45B5-BED6-F3AEEB4B57A5}" srcOrd="0" destOrd="0" presId="urn:microsoft.com/office/officeart/2008/layout/HalfCircleOrganizationChart"/>
    <dgm:cxn modelId="{D157935F-24DA-4447-82A4-A8B1CE6B2DA9}" type="presOf" srcId="{DA29CE16-A371-4651-91EB-1CC56DDB3687}" destId="{0A03F8B9-5BCA-487B-8230-7685959E4250}" srcOrd="1" destOrd="0" presId="urn:microsoft.com/office/officeart/2008/layout/HalfCircleOrganizationChart"/>
    <dgm:cxn modelId="{A79B3C0F-CCBC-48D5-BCB8-5307BFF41756}" type="presOf" srcId="{BA9C27B6-D65E-4025-BD92-1180611B2EC4}" destId="{05B643D8-4701-45D1-BF8C-058D989DD1D8}" srcOrd="0" destOrd="0" presId="urn:microsoft.com/office/officeart/2008/layout/HalfCircleOrganizationChart"/>
    <dgm:cxn modelId="{E0E684BD-3D8E-4FA1-BF1E-CA5361ED0500}" type="presOf" srcId="{C3B8C075-3345-4BDE-8887-6BE909B05B48}" destId="{E088ECA8-0B94-4C68-9F89-AFC3FB70E695}" srcOrd="1" destOrd="0" presId="urn:microsoft.com/office/officeart/2008/layout/HalfCircleOrganizationChart"/>
    <dgm:cxn modelId="{AAD93E75-9E44-4438-8FF4-EA0E712AC79C}" type="presOf" srcId="{9D10692D-C0CF-4178-92B7-FDAF262B1BB9}" destId="{3CE34BC3-D60D-4367-B5D7-CDD45D6A391C}" srcOrd="1" destOrd="0" presId="urn:microsoft.com/office/officeart/2008/layout/HalfCircleOrganizationChart"/>
    <dgm:cxn modelId="{750C7BD0-FBC6-4482-8113-5AEEA52B3806}" srcId="{DA2045D8-D1F6-4282-9D90-F2E24FEDD7E6}" destId="{9D10692D-C0CF-4178-92B7-FDAF262B1BB9}" srcOrd="0" destOrd="0" parTransId="{427C6A73-AAFA-412F-B25E-D34A2BE0117D}" sibTransId="{9A2D15B4-0985-4E0C-B9A2-57818497DECC}"/>
    <dgm:cxn modelId="{9D59BB8E-725F-44F1-9C79-08A6EC293D18}" srcId="{DA2045D8-D1F6-4282-9D90-F2E24FEDD7E6}" destId="{C3B8C075-3345-4BDE-8887-6BE909B05B48}" srcOrd="3" destOrd="0" parTransId="{E55D8C89-43B9-4E90-BD8C-4B472310B544}" sibTransId="{2391C19B-9F2F-4A1C-8021-FB4DD52078B0}"/>
    <dgm:cxn modelId="{B47ADC7D-2A1F-4C6C-891B-7A60BB8571DF}" type="presOf" srcId="{427C6A73-AAFA-412F-B25E-D34A2BE0117D}" destId="{61A8DBB1-86BA-425B-80D8-C1AEA876BE92}" srcOrd="0" destOrd="0" presId="urn:microsoft.com/office/officeart/2008/layout/HalfCircleOrganizationChart"/>
    <dgm:cxn modelId="{606B42A1-86D7-4025-9AAE-1CA9A842CFAC}" type="presOf" srcId="{96D96D15-4EFB-4624-87AE-1E7E8A958A07}" destId="{ED3FF58A-4FC2-422E-843F-869B68192D7D}" srcOrd="0" destOrd="0" presId="urn:microsoft.com/office/officeart/2008/layout/HalfCircleOrganizationChart"/>
    <dgm:cxn modelId="{300464B8-BD71-48E7-800F-D974EB8BEDB9}" srcId="{92F68D71-CF28-40DE-8514-AF2B33BD9094}" destId="{8950FA78-6CE4-4B2F-9249-A4561638BDCD}" srcOrd="1" destOrd="0" parTransId="{6221D3A5-2BB1-4223-A863-4024DC466EEC}" sibTransId="{25496FE5-A043-4364-96B4-506C472EF06B}"/>
    <dgm:cxn modelId="{80FCB75A-0702-4366-8B35-849E8EE353CD}" type="presOf" srcId="{6EA390EA-712D-4A51-84CF-A4B049DFBFC7}" destId="{43995BC8-241E-47EA-B2DA-5B5EF58163CA}" srcOrd="0" destOrd="0" presId="urn:microsoft.com/office/officeart/2008/layout/HalfCircleOrganizationChart"/>
    <dgm:cxn modelId="{2176BD4D-391E-4CB2-B206-E5AD8833934E}" type="presOf" srcId="{FD805AB8-ABC1-4175-B8B6-6E84F241905D}" destId="{B9966599-4840-45AF-9A14-B307F552E911}" srcOrd="1" destOrd="0" presId="urn:microsoft.com/office/officeart/2008/layout/HalfCircleOrganizationChart"/>
    <dgm:cxn modelId="{0F20563D-A628-48BC-846C-C42CCC08FE3E}" srcId="{E01BBFCC-D077-4F3F-8999-453BD98337C8}" destId="{9BA12A5A-59D5-42F5-873B-78B171817615}" srcOrd="0" destOrd="0" parTransId="{20B24967-398C-4FD4-A0D6-00431F419E66}" sibTransId="{9262D9BF-F9FD-40E1-B046-ACF3FDCF44B6}"/>
    <dgm:cxn modelId="{0E991534-1EE1-49DB-8394-A4AD60ABF74D}" type="presOf" srcId="{9D10692D-C0CF-4178-92B7-FDAF262B1BB9}" destId="{B76C361A-8E7A-4809-9774-1751F8212EEE}" srcOrd="0" destOrd="0" presId="urn:microsoft.com/office/officeart/2008/layout/HalfCircleOrganizationChart"/>
    <dgm:cxn modelId="{2B9E6E37-4E63-4AB2-AB5F-2A08F5BD2F18}" type="presOf" srcId="{74FA130A-DE89-459B-997C-F25E18BCE148}" destId="{F496883F-BB08-4EEC-A0F2-09193FFF3BED}" srcOrd="0" destOrd="0" presId="urn:microsoft.com/office/officeart/2008/layout/HalfCircleOrganizationChart"/>
    <dgm:cxn modelId="{69FE88C0-F573-4A28-A3FB-22B6A6B7E768}" type="presOf" srcId="{F5AFC756-090B-494A-855A-EE2412738440}" destId="{A699092B-A843-407D-9F69-2CC73A5EAC9C}" srcOrd="0" destOrd="0" presId="urn:microsoft.com/office/officeart/2008/layout/HalfCircleOrganizationChart"/>
    <dgm:cxn modelId="{0341D247-994F-4293-8382-31E1A235E988}" type="presOf" srcId="{355C7863-7158-4720-A260-0DCF87130D15}" destId="{623D0D23-EF98-4835-A1B2-9F6B1B5672FA}" srcOrd="1" destOrd="0" presId="urn:microsoft.com/office/officeart/2008/layout/HalfCircleOrganizationChart"/>
    <dgm:cxn modelId="{3778F701-F5B9-42FB-A26F-CEA858049F92}" type="presOf" srcId="{1F6BFB08-EDA0-46EA-9E5C-170741327352}" destId="{B22DF172-C0FE-4FDC-9A89-E03A6FE11979}" srcOrd="0" destOrd="0" presId="urn:microsoft.com/office/officeart/2008/layout/HalfCircleOrganizationChart"/>
    <dgm:cxn modelId="{2DD43324-9814-4E8E-AF9C-5657BC8EAC0B}" type="presOf" srcId="{E55D8C89-43B9-4E90-BD8C-4B472310B544}" destId="{E7B17FC5-9399-4446-AD20-B8B713D3333D}" srcOrd="0" destOrd="0" presId="urn:microsoft.com/office/officeart/2008/layout/HalfCircleOrganizationChart"/>
    <dgm:cxn modelId="{E8A636F6-0940-4DF0-AFC2-6DDACF7671CA}" type="presOf" srcId="{20B24967-398C-4FD4-A0D6-00431F419E66}" destId="{285816EF-AB1A-4AD2-947A-3FAF1EA3E08A}" srcOrd="0" destOrd="0" presId="urn:microsoft.com/office/officeart/2008/layout/HalfCircleOrganizationChart"/>
    <dgm:cxn modelId="{369DDF93-2521-461B-BE46-F887566AE111}" srcId="{92F68D71-CF28-40DE-8514-AF2B33BD9094}" destId="{DA29CE16-A371-4651-91EB-1CC56DDB3687}" srcOrd="0" destOrd="0" parTransId="{96D96D15-4EFB-4624-87AE-1E7E8A958A07}" sibTransId="{39335F1C-7828-4CD0-96FA-24D1ACBF6F3D}"/>
    <dgm:cxn modelId="{4A417EB2-EA86-497F-A9C2-9987023E593F}" type="presOf" srcId="{DDF471C1-4AC3-4DC2-A767-35772AA7383A}" destId="{DEB4D7E2-B2A3-49EE-98C9-B280D0B5D7F6}" srcOrd="0" destOrd="0" presId="urn:microsoft.com/office/officeart/2008/layout/HalfCircleOrganizationChart"/>
    <dgm:cxn modelId="{EB74706B-DD56-4C7C-8508-BA423B504884}" type="presOf" srcId="{8950FA78-6CE4-4B2F-9249-A4561638BDCD}" destId="{F04F6965-2213-490A-824A-61B1FD5E9D6B}" srcOrd="1" destOrd="0" presId="urn:microsoft.com/office/officeart/2008/layout/HalfCircleOrganizationChart"/>
    <dgm:cxn modelId="{1598F0F6-A173-4F57-9EC6-D83D5669C578}" srcId="{7136BE3D-E63A-47D8-9C5D-D565DFE5AEAD}" destId="{7BA5C133-AD70-4D80-91A7-A044C7AA8C91}" srcOrd="2" destOrd="0" parTransId="{0AB04982-925B-4D61-88DB-8E5EB30869FC}" sibTransId="{5A75A7F7-AC71-49C4-A0CB-FDB7D3A046EA}"/>
    <dgm:cxn modelId="{06E26327-51D4-4149-9311-432018FEF751}" type="presOf" srcId="{DA2045D8-D1F6-4282-9D90-F2E24FEDD7E6}" destId="{6A5E8B30-36EF-4387-A975-9EFED2A128BC}" srcOrd="1" destOrd="0" presId="urn:microsoft.com/office/officeart/2008/layout/HalfCircleOrganizationChart"/>
    <dgm:cxn modelId="{3AD3BCB4-03ED-4D0E-8A43-C933E952454B}" type="presOf" srcId="{8BFE8EDE-68CF-4298-AD1C-526735D0AF88}" destId="{BB3A1D21-8702-4BD0-B52D-674A9E8F413A}" srcOrd="0" destOrd="0" presId="urn:microsoft.com/office/officeart/2008/layout/HalfCircleOrganizationChart"/>
    <dgm:cxn modelId="{812FE9FE-A069-4BAC-B6E9-9548F869D68F}" type="presOf" srcId="{99BC091B-6D35-43CC-862A-270FC7E06B9F}" destId="{AA3E0664-18D6-4010-B684-6F9ECF806C42}" srcOrd="1" destOrd="0" presId="urn:microsoft.com/office/officeart/2008/layout/HalfCircleOrganizationChart"/>
    <dgm:cxn modelId="{667801DC-56D3-4FA7-B8B4-6C9F3F5BC99B}" type="presParOf" srcId="{B22DF172-C0FE-4FDC-9A89-E03A6FE11979}" destId="{EA239E3E-FECF-42F1-B45B-1FD0E42C3482}" srcOrd="0" destOrd="0" presId="urn:microsoft.com/office/officeart/2008/layout/HalfCircleOrganizationChart"/>
    <dgm:cxn modelId="{3A8178D5-1C86-4AAD-A451-A2D1FBB4A332}" type="presParOf" srcId="{EA239E3E-FECF-42F1-B45B-1FD0E42C3482}" destId="{E124C21E-6359-43B1-BBB6-5AE686FA529E}" srcOrd="0" destOrd="0" presId="urn:microsoft.com/office/officeart/2008/layout/HalfCircleOrganizationChart"/>
    <dgm:cxn modelId="{B6EFC59B-3DB2-4F4F-A928-ADF30E4420F0}" type="presParOf" srcId="{E124C21E-6359-43B1-BBB6-5AE686FA529E}" destId="{5BA14F37-3164-496B-BFFF-3FED19C1DA30}" srcOrd="0" destOrd="0" presId="urn:microsoft.com/office/officeart/2008/layout/HalfCircleOrganizationChart"/>
    <dgm:cxn modelId="{DDF77A6E-9549-448B-B623-5DA4FEEABDF2}" type="presParOf" srcId="{E124C21E-6359-43B1-BBB6-5AE686FA529E}" destId="{562BF1BE-83F9-4404-9CBD-A856BE74F71A}" srcOrd="1" destOrd="0" presId="urn:microsoft.com/office/officeart/2008/layout/HalfCircleOrganizationChart"/>
    <dgm:cxn modelId="{2BD20AC4-A8FF-4D51-8B0D-F4EB0F065EB0}" type="presParOf" srcId="{E124C21E-6359-43B1-BBB6-5AE686FA529E}" destId="{F56297BE-38B5-4FE5-A207-DF18E3C87F06}" srcOrd="2" destOrd="0" presId="urn:microsoft.com/office/officeart/2008/layout/HalfCircleOrganizationChart"/>
    <dgm:cxn modelId="{2776DDB1-4F6F-4A88-B115-C9F81857B795}" type="presParOf" srcId="{E124C21E-6359-43B1-BBB6-5AE686FA529E}" destId="{DA26987A-380F-439E-AE7C-ABF53F9F88A9}" srcOrd="3" destOrd="0" presId="urn:microsoft.com/office/officeart/2008/layout/HalfCircleOrganizationChart"/>
    <dgm:cxn modelId="{2F30ECC0-6128-4C49-A592-CDD4317D4A55}" type="presParOf" srcId="{EA239E3E-FECF-42F1-B45B-1FD0E42C3482}" destId="{C35B5D07-A266-4016-8018-E552F0B67685}" srcOrd="1" destOrd="0" presId="urn:microsoft.com/office/officeart/2008/layout/HalfCircleOrganizationChart"/>
    <dgm:cxn modelId="{169589BF-3894-44FD-9458-30F5EE97753D}" type="presParOf" srcId="{C35B5D07-A266-4016-8018-E552F0B67685}" destId="{43995BC8-241E-47EA-B2DA-5B5EF58163CA}" srcOrd="0" destOrd="0" presId="urn:microsoft.com/office/officeart/2008/layout/HalfCircleOrganizationChart"/>
    <dgm:cxn modelId="{0C4AEE52-7032-444A-9D6F-4C44CB4928C6}" type="presParOf" srcId="{C35B5D07-A266-4016-8018-E552F0B67685}" destId="{21052319-F50A-4D41-8B7B-7FFB780EA2F0}" srcOrd="1" destOrd="0" presId="urn:microsoft.com/office/officeart/2008/layout/HalfCircleOrganizationChart"/>
    <dgm:cxn modelId="{A87E32B0-8C25-4BCC-9B34-FD50E2B8A661}" type="presParOf" srcId="{21052319-F50A-4D41-8B7B-7FFB780EA2F0}" destId="{9F92822D-C663-4F4A-9771-0138179CF002}" srcOrd="0" destOrd="0" presId="urn:microsoft.com/office/officeart/2008/layout/HalfCircleOrganizationChart"/>
    <dgm:cxn modelId="{B5FED58F-DE3A-4B14-8CC7-C8AFCF4E1CA5}" type="presParOf" srcId="{9F92822D-C663-4F4A-9771-0138179CF002}" destId="{4573156B-9037-45B5-BED6-F3AEEB4B57A5}" srcOrd="0" destOrd="0" presId="urn:microsoft.com/office/officeart/2008/layout/HalfCircleOrganizationChart"/>
    <dgm:cxn modelId="{ACC785B8-18FC-4F2E-8F17-1A7EF629CC4D}" type="presParOf" srcId="{9F92822D-C663-4F4A-9771-0138179CF002}" destId="{3710F302-990F-4913-B345-6DEC0A7BE328}" srcOrd="1" destOrd="0" presId="urn:microsoft.com/office/officeart/2008/layout/HalfCircleOrganizationChart"/>
    <dgm:cxn modelId="{868CE24D-4DA6-4376-B7D6-11330CC595A6}" type="presParOf" srcId="{9F92822D-C663-4F4A-9771-0138179CF002}" destId="{AC070ADE-4B4F-49BB-8A79-870E2E9D4C2B}" srcOrd="2" destOrd="0" presId="urn:microsoft.com/office/officeart/2008/layout/HalfCircleOrganizationChart"/>
    <dgm:cxn modelId="{86579485-1D7F-4249-8F4B-8A5AFA6624D2}" type="presParOf" srcId="{9F92822D-C663-4F4A-9771-0138179CF002}" destId="{6A5E8B30-36EF-4387-A975-9EFED2A128BC}" srcOrd="3" destOrd="0" presId="urn:microsoft.com/office/officeart/2008/layout/HalfCircleOrganizationChart"/>
    <dgm:cxn modelId="{897DDBDC-DBF0-4B08-9AFA-54B26D6BDB89}" type="presParOf" srcId="{21052319-F50A-4D41-8B7B-7FFB780EA2F0}" destId="{20A49ACC-926B-431D-8DF5-C29DA4F5FA39}" srcOrd="1" destOrd="0" presId="urn:microsoft.com/office/officeart/2008/layout/HalfCircleOrganizationChart"/>
    <dgm:cxn modelId="{12E1EF7D-1CE2-4ECD-B974-0DC5B0928B86}" type="presParOf" srcId="{20A49ACC-926B-431D-8DF5-C29DA4F5FA39}" destId="{61A8DBB1-86BA-425B-80D8-C1AEA876BE92}" srcOrd="0" destOrd="0" presId="urn:microsoft.com/office/officeart/2008/layout/HalfCircleOrganizationChart"/>
    <dgm:cxn modelId="{1D262B78-5527-40AC-B13E-628D08EF79B8}" type="presParOf" srcId="{20A49ACC-926B-431D-8DF5-C29DA4F5FA39}" destId="{1C9AAB82-452A-4681-85BE-48576F9341DD}" srcOrd="1" destOrd="0" presId="urn:microsoft.com/office/officeart/2008/layout/HalfCircleOrganizationChart"/>
    <dgm:cxn modelId="{F2CFB02B-E21D-4CE3-85D8-360F823479BD}" type="presParOf" srcId="{1C9AAB82-452A-4681-85BE-48576F9341DD}" destId="{750A99D2-4780-4B74-B34D-4F86A6127FB8}" srcOrd="0" destOrd="0" presId="urn:microsoft.com/office/officeart/2008/layout/HalfCircleOrganizationChart"/>
    <dgm:cxn modelId="{55B9CD5E-C330-4100-9B8E-DE36833A2D87}" type="presParOf" srcId="{750A99D2-4780-4B74-B34D-4F86A6127FB8}" destId="{B76C361A-8E7A-4809-9774-1751F8212EEE}" srcOrd="0" destOrd="0" presId="urn:microsoft.com/office/officeart/2008/layout/HalfCircleOrganizationChart"/>
    <dgm:cxn modelId="{C5355F65-6724-4654-B858-C561D29FE27E}" type="presParOf" srcId="{750A99D2-4780-4B74-B34D-4F86A6127FB8}" destId="{AC037D8D-6C31-4755-8F6E-09E493618BE3}" srcOrd="1" destOrd="0" presId="urn:microsoft.com/office/officeart/2008/layout/HalfCircleOrganizationChart"/>
    <dgm:cxn modelId="{626D100A-3A48-471C-B15A-B989CFC60328}" type="presParOf" srcId="{750A99D2-4780-4B74-B34D-4F86A6127FB8}" destId="{37007B3D-D070-4B94-9A2C-2C12924B12E3}" srcOrd="2" destOrd="0" presId="urn:microsoft.com/office/officeart/2008/layout/HalfCircleOrganizationChart"/>
    <dgm:cxn modelId="{2EA2957C-0AC7-4DFE-9834-13730496D5C0}" type="presParOf" srcId="{750A99D2-4780-4B74-B34D-4F86A6127FB8}" destId="{3CE34BC3-D60D-4367-B5D7-CDD45D6A391C}" srcOrd="3" destOrd="0" presId="urn:microsoft.com/office/officeart/2008/layout/HalfCircleOrganizationChart"/>
    <dgm:cxn modelId="{3A2700CC-99CD-4137-8D19-1433DE2E48F3}" type="presParOf" srcId="{1C9AAB82-452A-4681-85BE-48576F9341DD}" destId="{F397C42A-C1AD-4849-93B7-C9AEA96AC65B}" srcOrd="1" destOrd="0" presId="urn:microsoft.com/office/officeart/2008/layout/HalfCircleOrganizationChart"/>
    <dgm:cxn modelId="{2CF7CF75-9EA3-4E11-A695-A5C9E6310AF4}" type="presParOf" srcId="{1C9AAB82-452A-4681-85BE-48576F9341DD}" destId="{95B46AC8-3679-40A2-9F11-56EE9CB4DC23}" srcOrd="2" destOrd="0" presId="urn:microsoft.com/office/officeart/2008/layout/HalfCircleOrganizationChart"/>
    <dgm:cxn modelId="{929B1A4B-E187-4160-B4E1-2129594360BC}" type="presParOf" srcId="{20A49ACC-926B-431D-8DF5-C29DA4F5FA39}" destId="{C26835EC-0F1E-4552-ABF4-98E4855DE97F}" srcOrd="2" destOrd="0" presId="urn:microsoft.com/office/officeart/2008/layout/HalfCircleOrganizationChart"/>
    <dgm:cxn modelId="{D4A4543F-A001-4AEF-97D8-A8D17EFAC037}" type="presParOf" srcId="{20A49ACC-926B-431D-8DF5-C29DA4F5FA39}" destId="{38827EBF-EF56-4409-8E38-0A0F537ED873}" srcOrd="3" destOrd="0" presId="urn:microsoft.com/office/officeart/2008/layout/HalfCircleOrganizationChart"/>
    <dgm:cxn modelId="{8D3BE0CE-431D-457E-8FDD-6C8F0C604D7A}" type="presParOf" srcId="{38827EBF-EF56-4409-8E38-0A0F537ED873}" destId="{6F0F990E-C115-428E-851F-3BBCA009AE88}" srcOrd="0" destOrd="0" presId="urn:microsoft.com/office/officeart/2008/layout/HalfCircleOrganizationChart"/>
    <dgm:cxn modelId="{8A932AE3-DC61-4A28-869D-AA3DBED14C30}" type="presParOf" srcId="{6F0F990E-C115-428E-851F-3BBCA009AE88}" destId="{6CF1731A-87C6-454F-BC48-BD8A686ACEDD}" srcOrd="0" destOrd="0" presId="urn:microsoft.com/office/officeart/2008/layout/HalfCircleOrganizationChart"/>
    <dgm:cxn modelId="{ADA0AFE3-48B8-4B56-8854-55CCFDD3336E}" type="presParOf" srcId="{6F0F990E-C115-428E-851F-3BBCA009AE88}" destId="{05248D9D-B8F4-47C8-B670-E258AA37AB74}" srcOrd="1" destOrd="0" presId="urn:microsoft.com/office/officeart/2008/layout/HalfCircleOrganizationChart"/>
    <dgm:cxn modelId="{CC8D3718-9486-4B42-8652-D62D10DCE994}" type="presParOf" srcId="{6F0F990E-C115-428E-851F-3BBCA009AE88}" destId="{CE5BD3A9-3558-4B6B-8B35-1AE897748BA6}" srcOrd="2" destOrd="0" presId="urn:microsoft.com/office/officeart/2008/layout/HalfCircleOrganizationChart"/>
    <dgm:cxn modelId="{51BF338F-CA1E-4841-9A52-11CF628C8EE1}" type="presParOf" srcId="{6F0F990E-C115-428E-851F-3BBCA009AE88}" destId="{0CD17A1D-C284-4153-87C1-E907128B1EE9}" srcOrd="3" destOrd="0" presId="urn:microsoft.com/office/officeart/2008/layout/HalfCircleOrganizationChart"/>
    <dgm:cxn modelId="{D7B3CCAF-3051-4ED6-9BC3-D1D4479194AB}" type="presParOf" srcId="{38827EBF-EF56-4409-8E38-0A0F537ED873}" destId="{339A5F5F-82B6-4D00-A725-6CEB91CE7C0B}" srcOrd="1" destOrd="0" presId="urn:microsoft.com/office/officeart/2008/layout/HalfCircleOrganizationChart"/>
    <dgm:cxn modelId="{1EEE062F-2E9F-44FC-B31D-79CCBDF5EEDA}" type="presParOf" srcId="{38827EBF-EF56-4409-8E38-0A0F537ED873}" destId="{1630BEF1-3F6A-4D5D-9DE7-D2ABD397B272}" srcOrd="2" destOrd="0" presId="urn:microsoft.com/office/officeart/2008/layout/HalfCircleOrganizationChart"/>
    <dgm:cxn modelId="{AED62DA5-FD0D-4755-9173-C2AD90F9E10D}" type="presParOf" srcId="{20A49ACC-926B-431D-8DF5-C29DA4F5FA39}" destId="{05B643D8-4701-45D1-BF8C-058D989DD1D8}" srcOrd="4" destOrd="0" presId="urn:microsoft.com/office/officeart/2008/layout/HalfCircleOrganizationChart"/>
    <dgm:cxn modelId="{A21D7289-35C2-4D90-8A1A-73FFCB51D661}" type="presParOf" srcId="{20A49ACC-926B-431D-8DF5-C29DA4F5FA39}" destId="{CE50D793-1122-4293-9EF6-937FC60E6144}" srcOrd="5" destOrd="0" presId="urn:microsoft.com/office/officeart/2008/layout/HalfCircleOrganizationChart"/>
    <dgm:cxn modelId="{1078F758-5EB0-4D8F-8D55-2E4FAED6F66E}" type="presParOf" srcId="{CE50D793-1122-4293-9EF6-937FC60E6144}" destId="{46A21276-C65F-454D-80D2-9D572A1DB3D4}" srcOrd="0" destOrd="0" presId="urn:microsoft.com/office/officeart/2008/layout/HalfCircleOrganizationChart"/>
    <dgm:cxn modelId="{B9F7A45E-91BF-4CE5-9293-8CFB39C4BA8A}" type="presParOf" srcId="{46A21276-C65F-454D-80D2-9D572A1DB3D4}" destId="{71A77E4C-3B07-42A6-BAA1-F30D2C5DBF9A}" srcOrd="0" destOrd="0" presId="urn:microsoft.com/office/officeart/2008/layout/HalfCircleOrganizationChart"/>
    <dgm:cxn modelId="{9FF1E013-DC86-47EC-A290-AACB37A2E342}" type="presParOf" srcId="{46A21276-C65F-454D-80D2-9D572A1DB3D4}" destId="{7C553125-4D57-4D3F-87A8-0E8402E74DA0}" srcOrd="1" destOrd="0" presId="urn:microsoft.com/office/officeart/2008/layout/HalfCircleOrganizationChart"/>
    <dgm:cxn modelId="{9D17E8F3-84C7-4390-BCB6-D718A85F1CFB}" type="presParOf" srcId="{46A21276-C65F-454D-80D2-9D572A1DB3D4}" destId="{5A9F882C-D979-4CA4-A749-FEE6566B9DE9}" srcOrd="2" destOrd="0" presId="urn:microsoft.com/office/officeart/2008/layout/HalfCircleOrganizationChart"/>
    <dgm:cxn modelId="{13DAB9E5-0740-49E5-8C9A-2B9AD108CF94}" type="presParOf" srcId="{46A21276-C65F-454D-80D2-9D572A1DB3D4}" destId="{AA3E0664-18D6-4010-B684-6F9ECF806C42}" srcOrd="3" destOrd="0" presId="urn:microsoft.com/office/officeart/2008/layout/HalfCircleOrganizationChart"/>
    <dgm:cxn modelId="{D40B45DF-A357-4846-B64C-0E7417129F3E}" type="presParOf" srcId="{CE50D793-1122-4293-9EF6-937FC60E6144}" destId="{04F904AE-6550-43DD-A0E7-1732D1B67BF1}" srcOrd="1" destOrd="0" presId="urn:microsoft.com/office/officeart/2008/layout/HalfCircleOrganizationChart"/>
    <dgm:cxn modelId="{91B2D0B3-83B6-4CDD-ABCB-2432E3446859}" type="presParOf" srcId="{CE50D793-1122-4293-9EF6-937FC60E6144}" destId="{1A712F6E-4451-449F-B4EB-197C8F9BDFE0}" srcOrd="2" destOrd="0" presId="urn:microsoft.com/office/officeart/2008/layout/HalfCircleOrganizationChart"/>
    <dgm:cxn modelId="{BC4C7A9E-CDCC-46C3-A672-DCB0A2CB8677}" type="presParOf" srcId="{20A49ACC-926B-431D-8DF5-C29DA4F5FA39}" destId="{E7B17FC5-9399-4446-AD20-B8B713D3333D}" srcOrd="6" destOrd="0" presId="urn:microsoft.com/office/officeart/2008/layout/HalfCircleOrganizationChart"/>
    <dgm:cxn modelId="{FA8F6AAC-D9CF-4FD5-90F4-C74BAA609B72}" type="presParOf" srcId="{20A49ACC-926B-431D-8DF5-C29DA4F5FA39}" destId="{0CA37C12-75F4-4738-93A0-F59E66586B62}" srcOrd="7" destOrd="0" presId="urn:microsoft.com/office/officeart/2008/layout/HalfCircleOrganizationChart"/>
    <dgm:cxn modelId="{1B2B75E0-6A3D-41D8-ADD1-1CC1480E644F}" type="presParOf" srcId="{0CA37C12-75F4-4738-93A0-F59E66586B62}" destId="{2CC3A9A9-E592-486B-BEEF-106A047B8513}" srcOrd="0" destOrd="0" presId="urn:microsoft.com/office/officeart/2008/layout/HalfCircleOrganizationChart"/>
    <dgm:cxn modelId="{8F08CE0A-7983-4F1E-AEB2-0619EEE094C3}" type="presParOf" srcId="{2CC3A9A9-E592-486B-BEEF-106A047B8513}" destId="{B6C2C9D8-E23D-472E-AEE5-7694B018A036}" srcOrd="0" destOrd="0" presId="urn:microsoft.com/office/officeart/2008/layout/HalfCircleOrganizationChart"/>
    <dgm:cxn modelId="{85DDE474-4CDA-433E-BE5F-9C8F76DD8535}" type="presParOf" srcId="{2CC3A9A9-E592-486B-BEEF-106A047B8513}" destId="{69F4A006-B4CF-4E2B-ADD7-64B067DC7020}" srcOrd="1" destOrd="0" presId="urn:microsoft.com/office/officeart/2008/layout/HalfCircleOrganizationChart"/>
    <dgm:cxn modelId="{EEE40850-4307-49CB-86E7-2454A63BADF7}" type="presParOf" srcId="{2CC3A9A9-E592-486B-BEEF-106A047B8513}" destId="{063BFB44-C6D0-4525-A3FB-7C81194A832B}" srcOrd="2" destOrd="0" presId="urn:microsoft.com/office/officeart/2008/layout/HalfCircleOrganizationChart"/>
    <dgm:cxn modelId="{647513AE-E4FB-4C83-A59E-41A056E4C8FB}" type="presParOf" srcId="{2CC3A9A9-E592-486B-BEEF-106A047B8513}" destId="{E088ECA8-0B94-4C68-9F89-AFC3FB70E695}" srcOrd="3" destOrd="0" presId="urn:microsoft.com/office/officeart/2008/layout/HalfCircleOrganizationChart"/>
    <dgm:cxn modelId="{972D598E-98AF-4680-BC6C-FAE02EBAE698}" type="presParOf" srcId="{0CA37C12-75F4-4738-93A0-F59E66586B62}" destId="{88E78126-F3A8-4C1B-BBEC-E2E065032A21}" srcOrd="1" destOrd="0" presId="urn:microsoft.com/office/officeart/2008/layout/HalfCircleOrganizationChart"/>
    <dgm:cxn modelId="{DE16C141-1B6E-4664-9011-2B360C2D4569}" type="presParOf" srcId="{0CA37C12-75F4-4738-93A0-F59E66586B62}" destId="{6EB9CCF4-D3F3-4328-962C-EBF1E19DDCD6}" srcOrd="2" destOrd="0" presId="urn:microsoft.com/office/officeart/2008/layout/HalfCircleOrganizationChart"/>
    <dgm:cxn modelId="{D38BB8CD-D9A9-4E58-A33D-0F8F1AFAAD56}" type="presParOf" srcId="{21052319-F50A-4D41-8B7B-7FFB780EA2F0}" destId="{79762DD0-8342-4F4E-A632-13E5A4CCAE3D}" srcOrd="2" destOrd="0" presId="urn:microsoft.com/office/officeart/2008/layout/HalfCircleOrganizationChart"/>
    <dgm:cxn modelId="{FAC276D9-F3BD-4058-970C-E5F4F5DCF4D9}" type="presParOf" srcId="{C35B5D07-A266-4016-8018-E552F0B67685}" destId="{DEB4D7E2-B2A3-49EE-98C9-B280D0B5D7F6}" srcOrd="2" destOrd="0" presId="urn:microsoft.com/office/officeart/2008/layout/HalfCircleOrganizationChart"/>
    <dgm:cxn modelId="{E6E9156B-56DF-48A5-A13B-0258B1CFD3CE}" type="presParOf" srcId="{C35B5D07-A266-4016-8018-E552F0B67685}" destId="{F709800B-C9C8-417B-A55E-BD491F6F303A}" srcOrd="3" destOrd="0" presId="urn:microsoft.com/office/officeart/2008/layout/HalfCircleOrganizationChart"/>
    <dgm:cxn modelId="{E9AD1520-00A2-4447-9895-CE8DAAF41612}" type="presParOf" srcId="{F709800B-C9C8-417B-A55E-BD491F6F303A}" destId="{47F96584-FB76-4D55-B619-D3F46DC17240}" srcOrd="0" destOrd="0" presId="urn:microsoft.com/office/officeart/2008/layout/HalfCircleOrganizationChart"/>
    <dgm:cxn modelId="{D5458288-CBF4-45F0-AC8E-45ECB67B10BF}" type="presParOf" srcId="{47F96584-FB76-4D55-B619-D3F46DC17240}" destId="{5498378A-A46B-45B9-92E6-9BF9E0F5A910}" srcOrd="0" destOrd="0" presId="urn:microsoft.com/office/officeart/2008/layout/HalfCircleOrganizationChart"/>
    <dgm:cxn modelId="{49DAA8F1-061C-45AC-88ED-D39D7273C8AA}" type="presParOf" srcId="{47F96584-FB76-4D55-B619-D3F46DC17240}" destId="{329EADBA-86F0-49D2-8D30-216A84C0C4F0}" srcOrd="1" destOrd="0" presId="urn:microsoft.com/office/officeart/2008/layout/HalfCircleOrganizationChart"/>
    <dgm:cxn modelId="{BBE8CB1D-A462-4481-9C91-4BAAD5E3B4E1}" type="presParOf" srcId="{47F96584-FB76-4D55-B619-D3F46DC17240}" destId="{2D8685FB-278E-423A-8DA3-9C17FC4E9EBA}" srcOrd="2" destOrd="0" presId="urn:microsoft.com/office/officeart/2008/layout/HalfCircleOrganizationChart"/>
    <dgm:cxn modelId="{8BD0B4FC-D66E-4D27-9B7A-5A439A3984C2}" type="presParOf" srcId="{47F96584-FB76-4D55-B619-D3F46DC17240}" destId="{6CC44C1E-26D7-4780-8960-0E6D1CA9A98E}" srcOrd="3" destOrd="0" presId="urn:microsoft.com/office/officeart/2008/layout/HalfCircleOrganizationChart"/>
    <dgm:cxn modelId="{DC406A46-2FA9-478B-9B7F-78034DCB4D2B}" type="presParOf" srcId="{F709800B-C9C8-417B-A55E-BD491F6F303A}" destId="{3FC200F4-F1E6-4065-B67B-04D014F0CEA6}" srcOrd="1" destOrd="0" presId="urn:microsoft.com/office/officeart/2008/layout/HalfCircleOrganizationChart"/>
    <dgm:cxn modelId="{9631919E-8624-4724-A456-27D21D15BA12}" type="presParOf" srcId="{3FC200F4-F1E6-4065-B67B-04D014F0CEA6}" destId="{285816EF-AB1A-4AD2-947A-3FAF1EA3E08A}" srcOrd="0" destOrd="0" presId="urn:microsoft.com/office/officeart/2008/layout/HalfCircleOrganizationChart"/>
    <dgm:cxn modelId="{DA2A7AC8-86F2-411E-B7C9-D8B9604FBB68}" type="presParOf" srcId="{3FC200F4-F1E6-4065-B67B-04D014F0CEA6}" destId="{1B89B1CE-8719-49B4-8A4E-401D97CE4382}" srcOrd="1" destOrd="0" presId="urn:microsoft.com/office/officeart/2008/layout/HalfCircleOrganizationChart"/>
    <dgm:cxn modelId="{9140206E-8D0F-4EEC-B62E-90219EE3982A}" type="presParOf" srcId="{1B89B1CE-8719-49B4-8A4E-401D97CE4382}" destId="{7B17D2DA-1015-47F4-B06C-39989F97C971}" srcOrd="0" destOrd="0" presId="urn:microsoft.com/office/officeart/2008/layout/HalfCircleOrganizationChart"/>
    <dgm:cxn modelId="{4F598F33-D07C-4F96-A692-CB9C3CD35804}" type="presParOf" srcId="{7B17D2DA-1015-47F4-B06C-39989F97C971}" destId="{F77224EE-AB33-42BF-B228-1F47F1046260}" srcOrd="0" destOrd="0" presId="urn:microsoft.com/office/officeart/2008/layout/HalfCircleOrganizationChart"/>
    <dgm:cxn modelId="{A3C521EC-5392-47FA-BB1F-5242DA191B6A}" type="presParOf" srcId="{7B17D2DA-1015-47F4-B06C-39989F97C971}" destId="{16C5DC6B-CAC1-49F1-972F-D0C93CB9AD83}" srcOrd="1" destOrd="0" presId="urn:microsoft.com/office/officeart/2008/layout/HalfCircleOrganizationChart"/>
    <dgm:cxn modelId="{277F6D7C-5D90-41C3-9C44-61EA0C3C7A0E}" type="presParOf" srcId="{7B17D2DA-1015-47F4-B06C-39989F97C971}" destId="{45AEFF1B-A963-4B14-9098-C3006F3F2A71}" srcOrd="2" destOrd="0" presId="urn:microsoft.com/office/officeart/2008/layout/HalfCircleOrganizationChart"/>
    <dgm:cxn modelId="{814D099F-CF0E-4C6B-B5A4-2B0CDC6A8168}" type="presParOf" srcId="{7B17D2DA-1015-47F4-B06C-39989F97C971}" destId="{59F92027-74ED-4071-8B9F-C382E67F9949}" srcOrd="3" destOrd="0" presId="urn:microsoft.com/office/officeart/2008/layout/HalfCircleOrganizationChart"/>
    <dgm:cxn modelId="{64936A61-C1E5-48C7-85E8-4B0DBD1AA1B6}" type="presParOf" srcId="{1B89B1CE-8719-49B4-8A4E-401D97CE4382}" destId="{DC1C6124-A855-4C22-AA77-94D3524F7B53}" srcOrd="1" destOrd="0" presId="urn:microsoft.com/office/officeart/2008/layout/HalfCircleOrganizationChart"/>
    <dgm:cxn modelId="{DBF7858A-308A-429A-9DF5-AD2103422C02}" type="presParOf" srcId="{1B89B1CE-8719-49B4-8A4E-401D97CE4382}" destId="{727CC99B-243D-41FA-BF63-52EF0B8E50C7}" srcOrd="2" destOrd="0" presId="urn:microsoft.com/office/officeart/2008/layout/HalfCircleOrganizationChart"/>
    <dgm:cxn modelId="{1A405F2C-B90B-4F1E-A6F6-A4F7DD67629C}" type="presParOf" srcId="{F709800B-C9C8-417B-A55E-BD491F6F303A}" destId="{5A4639E8-99EF-4C94-B332-8071FF0A3535}" srcOrd="2" destOrd="0" presId="urn:microsoft.com/office/officeart/2008/layout/HalfCircleOrganizationChart"/>
    <dgm:cxn modelId="{3C5CE9D5-0C38-4E77-A201-D1B94B1A62F6}" type="presParOf" srcId="{C35B5D07-A266-4016-8018-E552F0B67685}" destId="{4F95D175-D5A3-48E3-ADA7-C3FFABD74C54}" srcOrd="4" destOrd="0" presId="urn:microsoft.com/office/officeart/2008/layout/HalfCircleOrganizationChart"/>
    <dgm:cxn modelId="{CA396148-8DA0-432B-BE23-E0EB3FF2A1F8}" type="presParOf" srcId="{C35B5D07-A266-4016-8018-E552F0B67685}" destId="{D02BC4CA-3CB2-4F5D-80D4-8F193DE1624D}" srcOrd="5" destOrd="0" presId="urn:microsoft.com/office/officeart/2008/layout/HalfCircleOrganizationChart"/>
    <dgm:cxn modelId="{AB875E3E-2489-4FAF-B3DF-B1E5D793A84A}" type="presParOf" srcId="{D02BC4CA-3CB2-4F5D-80D4-8F193DE1624D}" destId="{D5B938A4-A74B-4FB3-8311-AC86BACCC3F8}" srcOrd="0" destOrd="0" presId="urn:microsoft.com/office/officeart/2008/layout/HalfCircleOrganizationChart"/>
    <dgm:cxn modelId="{49D82F92-CAA4-4391-97E9-A20CC352D818}" type="presParOf" srcId="{D5B938A4-A74B-4FB3-8311-AC86BACCC3F8}" destId="{226D47AB-8530-4FA6-A0BA-7543CDEDB41C}" srcOrd="0" destOrd="0" presId="urn:microsoft.com/office/officeart/2008/layout/HalfCircleOrganizationChart"/>
    <dgm:cxn modelId="{34D47E0E-7D8B-4F1F-8C9B-A8982709D75A}" type="presParOf" srcId="{D5B938A4-A74B-4FB3-8311-AC86BACCC3F8}" destId="{02EDE4E6-96CA-4AA2-84D5-4A93977D0889}" srcOrd="1" destOrd="0" presId="urn:microsoft.com/office/officeart/2008/layout/HalfCircleOrganizationChart"/>
    <dgm:cxn modelId="{05DF1F3C-92E5-4FEB-AF64-C7C678846E10}" type="presParOf" srcId="{D5B938A4-A74B-4FB3-8311-AC86BACCC3F8}" destId="{5F809BF7-9DC9-4B1C-90DD-C772E1CCB4A5}" srcOrd="2" destOrd="0" presId="urn:microsoft.com/office/officeart/2008/layout/HalfCircleOrganizationChart"/>
    <dgm:cxn modelId="{9FAD3A82-1FF6-4C94-A384-AFFD87433545}" type="presParOf" srcId="{D5B938A4-A74B-4FB3-8311-AC86BACCC3F8}" destId="{AF2B0C1B-B2DE-474A-920D-30A1B81BB024}" srcOrd="3" destOrd="0" presId="urn:microsoft.com/office/officeart/2008/layout/HalfCircleOrganizationChart"/>
    <dgm:cxn modelId="{500A26E6-9241-4315-BC4B-55E5BCB18C58}" type="presParOf" srcId="{D02BC4CA-3CB2-4F5D-80D4-8F193DE1624D}" destId="{A4F07B16-C8D5-414E-A056-0A34743AD501}" srcOrd="1" destOrd="0" presId="urn:microsoft.com/office/officeart/2008/layout/HalfCircleOrganizationChart"/>
    <dgm:cxn modelId="{B88CDFFB-D2A0-4676-AFFC-6F000F786D0D}" type="presParOf" srcId="{A4F07B16-C8D5-414E-A056-0A34743AD501}" destId="{7B48E14E-89A6-4339-A771-962A8F2028A5}" srcOrd="0" destOrd="0" presId="urn:microsoft.com/office/officeart/2008/layout/HalfCircleOrganizationChart"/>
    <dgm:cxn modelId="{23D0645E-6671-426E-B13E-614227DD9B47}" type="presParOf" srcId="{A4F07B16-C8D5-414E-A056-0A34743AD501}" destId="{B6A6039F-A1ED-4B67-B1F3-7F7E91C0AD70}" srcOrd="1" destOrd="0" presId="urn:microsoft.com/office/officeart/2008/layout/HalfCircleOrganizationChart"/>
    <dgm:cxn modelId="{1B6CAA3B-FDA6-44BA-9AB7-84E150643327}" type="presParOf" srcId="{B6A6039F-A1ED-4B67-B1F3-7F7E91C0AD70}" destId="{7625204A-982C-4549-BE3E-47C37D621284}" srcOrd="0" destOrd="0" presId="urn:microsoft.com/office/officeart/2008/layout/HalfCircleOrganizationChart"/>
    <dgm:cxn modelId="{A9872079-BD50-4FBB-AEEF-DEE3DA2438BA}" type="presParOf" srcId="{7625204A-982C-4549-BE3E-47C37D621284}" destId="{6409A874-47A4-40A2-94EC-FA4B7D50E2D1}" srcOrd="0" destOrd="0" presId="urn:microsoft.com/office/officeart/2008/layout/HalfCircleOrganizationChart"/>
    <dgm:cxn modelId="{5CF418E4-FEB8-4FEA-872A-DCD8DF24AB6F}" type="presParOf" srcId="{7625204A-982C-4549-BE3E-47C37D621284}" destId="{C9B3D330-E2B3-4EE5-ADE9-D23DF9F70AD9}" srcOrd="1" destOrd="0" presId="urn:microsoft.com/office/officeart/2008/layout/HalfCircleOrganizationChart"/>
    <dgm:cxn modelId="{62BCADDD-CE5B-4E8C-AF59-06ED2B3630D8}" type="presParOf" srcId="{7625204A-982C-4549-BE3E-47C37D621284}" destId="{79D893BA-079C-4790-AF13-F582E913B90F}" srcOrd="2" destOrd="0" presId="urn:microsoft.com/office/officeart/2008/layout/HalfCircleOrganizationChart"/>
    <dgm:cxn modelId="{48149825-B449-4C90-825F-8D3378C0717C}" type="presParOf" srcId="{7625204A-982C-4549-BE3E-47C37D621284}" destId="{623D0D23-EF98-4835-A1B2-9F6B1B5672FA}" srcOrd="3" destOrd="0" presId="urn:microsoft.com/office/officeart/2008/layout/HalfCircleOrganizationChart"/>
    <dgm:cxn modelId="{1C9B30EE-A534-4E48-BCE0-4E35730A3B62}" type="presParOf" srcId="{B6A6039F-A1ED-4B67-B1F3-7F7E91C0AD70}" destId="{BA419E7F-EE67-42FF-8847-8DF75DA437FC}" srcOrd="1" destOrd="0" presId="urn:microsoft.com/office/officeart/2008/layout/HalfCircleOrganizationChart"/>
    <dgm:cxn modelId="{1E7BF838-B30A-4111-BB7E-0635470D414E}" type="presParOf" srcId="{B6A6039F-A1ED-4B67-B1F3-7F7E91C0AD70}" destId="{03618A6A-3997-4C8A-BB3F-19962C07A8F8}" srcOrd="2" destOrd="0" presId="urn:microsoft.com/office/officeart/2008/layout/HalfCircleOrganizationChart"/>
    <dgm:cxn modelId="{681D3361-DADA-4C58-BFA9-C9C173A78C77}" type="presParOf" srcId="{A4F07B16-C8D5-414E-A056-0A34743AD501}" destId="{70BCB6CB-0835-49A8-B044-97E143D32EDF}" srcOrd="2" destOrd="0" presId="urn:microsoft.com/office/officeart/2008/layout/HalfCircleOrganizationChart"/>
    <dgm:cxn modelId="{B75214A9-30E9-4AD1-BDAA-B718FC923C22}" type="presParOf" srcId="{A4F07B16-C8D5-414E-A056-0A34743AD501}" destId="{1A640C3A-009C-451B-AF6F-E60E91042E85}" srcOrd="3" destOrd="0" presId="urn:microsoft.com/office/officeart/2008/layout/HalfCircleOrganizationChart"/>
    <dgm:cxn modelId="{57A17DD1-BC36-49B9-863F-95ED5A307A63}" type="presParOf" srcId="{1A640C3A-009C-451B-AF6F-E60E91042E85}" destId="{1B2BACA7-B9C8-480F-AC48-71A02F40EF5B}" srcOrd="0" destOrd="0" presId="urn:microsoft.com/office/officeart/2008/layout/HalfCircleOrganizationChart"/>
    <dgm:cxn modelId="{609D705E-3D1A-477A-B5B0-37ABAAB88A4B}" type="presParOf" srcId="{1B2BACA7-B9C8-480F-AC48-71A02F40EF5B}" destId="{F496883F-BB08-4EEC-A0F2-09193FFF3BED}" srcOrd="0" destOrd="0" presId="urn:microsoft.com/office/officeart/2008/layout/HalfCircleOrganizationChart"/>
    <dgm:cxn modelId="{75FD15BB-4D9D-4938-9B79-8504BFFBEAFD}" type="presParOf" srcId="{1B2BACA7-B9C8-480F-AC48-71A02F40EF5B}" destId="{6334B561-3EFD-48D3-A731-8F11DAF498EE}" srcOrd="1" destOrd="0" presId="urn:microsoft.com/office/officeart/2008/layout/HalfCircleOrganizationChart"/>
    <dgm:cxn modelId="{9C4A2673-E141-42CB-A064-60E392618A9B}" type="presParOf" srcId="{1B2BACA7-B9C8-480F-AC48-71A02F40EF5B}" destId="{52A8E94A-C9F1-4223-951A-D8682D3EC890}" srcOrd="2" destOrd="0" presId="urn:microsoft.com/office/officeart/2008/layout/HalfCircleOrganizationChart"/>
    <dgm:cxn modelId="{4ADBCBCD-1F89-4FFB-9431-AE27086A0810}" type="presParOf" srcId="{1B2BACA7-B9C8-480F-AC48-71A02F40EF5B}" destId="{BB676497-4F70-4971-81BC-52AFD7334517}" srcOrd="3" destOrd="0" presId="urn:microsoft.com/office/officeart/2008/layout/HalfCircleOrganizationChart"/>
    <dgm:cxn modelId="{132B8DF8-FC1F-4276-8854-50A3A0E5E897}" type="presParOf" srcId="{1A640C3A-009C-451B-AF6F-E60E91042E85}" destId="{02450D1C-5E4D-49C2-ACF1-441AD32844B5}" srcOrd="1" destOrd="0" presId="urn:microsoft.com/office/officeart/2008/layout/HalfCircleOrganizationChart"/>
    <dgm:cxn modelId="{B0F4FD52-192C-4537-9421-C6462A5752CC}" type="presParOf" srcId="{1A640C3A-009C-451B-AF6F-E60E91042E85}" destId="{74DAA950-7617-4B17-A291-53B0B9D1D253}" srcOrd="2" destOrd="0" presId="urn:microsoft.com/office/officeart/2008/layout/HalfCircleOrganizationChart"/>
    <dgm:cxn modelId="{CE97C911-4747-4F27-AE9F-07DDAAB6C642}" type="presParOf" srcId="{A4F07B16-C8D5-414E-A056-0A34743AD501}" destId="{7E8F3CD9-09D9-4953-86AE-228C9D58EBE2}" srcOrd="4" destOrd="0" presId="urn:microsoft.com/office/officeart/2008/layout/HalfCircleOrganizationChart"/>
    <dgm:cxn modelId="{AA55C2FC-E95C-4E90-932F-893AF8A5B44C}" type="presParOf" srcId="{A4F07B16-C8D5-414E-A056-0A34743AD501}" destId="{41EFF9A9-2455-470C-B18A-6BE60E50506F}" srcOrd="5" destOrd="0" presId="urn:microsoft.com/office/officeart/2008/layout/HalfCircleOrganizationChart"/>
    <dgm:cxn modelId="{CEB7919A-0909-483A-A0B8-CF7A43E4ED08}" type="presParOf" srcId="{41EFF9A9-2455-470C-B18A-6BE60E50506F}" destId="{1E39081F-7693-4C84-BCDC-18CE087BD31F}" srcOrd="0" destOrd="0" presId="urn:microsoft.com/office/officeart/2008/layout/HalfCircleOrganizationChart"/>
    <dgm:cxn modelId="{C4FE9CA9-5164-47AD-AD4B-9C0E28F2A1C0}" type="presParOf" srcId="{1E39081F-7693-4C84-BCDC-18CE087BD31F}" destId="{2F9E8798-D97B-424B-AAC7-BD951899075D}" srcOrd="0" destOrd="0" presId="urn:microsoft.com/office/officeart/2008/layout/HalfCircleOrganizationChart"/>
    <dgm:cxn modelId="{34C612FD-0E81-4C42-8220-A7FB8795D681}" type="presParOf" srcId="{1E39081F-7693-4C84-BCDC-18CE087BD31F}" destId="{F4F5B2B2-6A90-4DC3-8489-0F8D24941411}" srcOrd="1" destOrd="0" presId="urn:microsoft.com/office/officeart/2008/layout/HalfCircleOrganizationChart"/>
    <dgm:cxn modelId="{29EFAC0E-A660-4256-97B6-AC03A44E2710}" type="presParOf" srcId="{1E39081F-7693-4C84-BCDC-18CE087BD31F}" destId="{8BEDB8DC-194B-4886-9BF9-2104310DB3A5}" srcOrd="2" destOrd="0" presId="urn:microsoft.com/office/officeart/2008/layout/HalfCircleOrganizationChart"/>
    <dgm:cxn modelId="{BDDAAC79-4C55-4948-A013-674D41970FB1}" type="presParOf" srcId="{1E39081F-7693-4C84-BCDC-18CE087BD31F}" destId="{1C4A9D20-D653-4B64-9B00-DF215685D144}" srcOrd="3" destOrd="0" presId="urn:microsoft.com/office/officeart/2008/layout/HalfCircleOrganizationChart"/>
    <dgm:cxn modelId="{10243BEA-5CCA-4A81-A692-6C3CBF29C512}" type="presParOf" srcId="{41EFF9A9-2455-470C-B18A-6BE60E50506F}" destId="{5ED0DEC2-0320-43D5-BBEA-ED920A941427}" srcOrd="1" destOrd="0" presId="urn:microsoft.com/office/officeart/2008/layout/HalfCircleOrganizationChart"/>
    <dgm:cxn modelId="{A15A3344-B2D8-4C59-9D24-E3758F4824FE}" type="presParOf" srcId="{41EFF9A9-2455-470C-B18A-6BE60E50506F}" destId="{7AF13710-E2E4-4390-8D59-86AB7F9FF73C}" srcOrd="2" destOrd="0" presId="urn:microsoft.com/office/officeart/2008/layout/HalfCircleOrganizationChart"/>
    <dgm:cxn modelId="{0E7E7BA6-5590-4385-A368-70A772E538B0}" type="presParOf" srcId="{D02BC4CA-3CB2-4F5D-80D4-8F193DE1624D}" destId="{031B27A2-D917-4E09-8B7F-92F05CA00FE5}" srcOrd="2" destOrd="0" presId="urn:microsoft.com/office/officeart/2008/layout/HalfCircleOrganizationChart"/>
    <dgm:cxn modelId="{21949D91-702D-4FD0-B1B5-07651C2131BA}" type="presParOf" srcId="{C35B5D07-A266-4016-8018-E552F0B67685}" destId="{BB3A1D21-8702-4BD0-B52D-674A9E8F413A}" srcOrd="6" destOrd="0" presId="urn:microsoft.com/office/officeart/2008/layout/HalfCircleOrganizationChart"/>
    <dgm:cxn modelId="{3D1ABF82-5D8E-4A2B-812F-79D1284AF552}" type="presParOf" srcId="{C35B5D07-A266-4016-8018-E552F0B67685}" destId="{0DE58FF6-E3A7-4AE6-A4E0-1D046F3D0D6B}" srcOrd="7" destOrd="0" presId="urn:microsoft.com/office/officeart/2008/layout/HalfCircleOrganizationChart"/>
    <dgm:cxn modelId="{99857C6C-5955-4D49-9842-36569DA3966C}" type="presParOf" srcId="{0DE58FF6-E3A7-4AE6-A4E0-1D046F3D0D6B}" destId="{64EE0C14-28AC-4E52-8D31-D1A35B5C760F}" srcOrd="0" destOrd="0" presId="urn:microsoft.com/office/officeart/2008/layout/HalfCircleOrganizationChart"/>
    <dgm:cxn modelId="{41FBB333-8C1D-405F-9A53-DB3980DA2316}" type="presParOf" srcId="{64EE0C14-28AC-4E52-8D31-D1A35B5C760F}" destId="{7F3F031E-9BF3-4B5F-AD29-D2EF0E25FA8C}" srcOrd="0" destOrd="0" presId="urn:microsoft.com/office/officeart/2008/layout/HalfCircleOrganizationChart"/>
    <dgm:cxn modelId="{9B544472-60FA-40FC-AD37-43316906F80A}" type="presParOf" srcId="{64EE0C14-28AC-4E52-8D31-D1A35B5C760F}" destId="{8EC857E8-4E7F-41C3-A683-B18A317877CE}" srcOrd="1" destOrd="0" presId="urn:microsoft.com/office/officeart/2008/layout/HalfCircleOrganizationChart"/>
    <dgm:cxn modelId="{D1C122E4-0540-487E-B5E2-1E33EAC7794B}" type="presParOf" srcId="{64EE0C14-28AC-4E52-8D31-D1A35B5C760F}" destId="{B2795C75-093D-4AA0-86EB-F734976C35F8}" srcOrd="2" destOrd="0" presId="urn:microsoft.com/office/officeart/2008/layout/HalfCircleOrganizationChart"/>
    <dgm:cxn modelId="{FC057ABF-2BE2-402C-8B49-CDB9EBF839D5}" type="presParOf" srcId="{64EE0C14-28AC-4E52-8D31-D1A35B5C760F}" destId="{B9966599-4840-45AF-9A14-B307F552E911}" srcOrd="3" destOrd="0" presId="urn:microsoft.com/office/officeart/2008/layout/HalfCircleOrganizationChart"/>
    <dgm:cxn modelId="{F3739522-116F-4726-B876-2E9F544D67FC}" type="presParOf" srcId="{0DE58FF6-E3A7-4AE6-A4E0-1D046F3D0D6B}" destId="{54F2B954-CF89-47E8-A7E5-D6A971D85630}" srcOrd="1" destOrd="0" presId="urn:microsoft.com/office/officeart/2008/layout/HalfCircleOrganizationChart"/>
    <dgm:cxn modelId="{E9C12827-870A-46CC-A052-D12EF7F8AED3}" type="presParOf" srcId="{54F2B954-CF89-47E8-A7E5-D6A971D85630}" destId="{153EDA6D-208B-4E10-8EE1-5781C4D9BE89}" srcOrd="0" destOrd="0" presId="urn:microsoft.com/office/officeart/2008/layout/HalfCircleOrganizationChart"/>
    <dgm:cxn modelId="{8255B0F9-5D53-424B-A549-8BE15A01027F}" type="presParOf" srcId="{54F2B954-CF89-47E8-A7E5-D6A971D85630}" destId="{F44EF11C-850D-4350-B527-03196BDB6225}" srcOrd="1" destOrd="0" presId="urn:microsoft.com/office/officeart/2008/layout/HalfCircleOrganizationChart"/>
    <dgm:cxn modelId="{552D3EE5-9965-4EB7-89D8-BDBBB4424AA5}" type="presParOf" srcId="{F44EF11C-850D-4350-B527-03196BDB6225}" destId="{F7C92D60-FEB0-427F-A6A4-7AF9D2126B0F}" srcOrd="0" destOrd="0" presId="urn:microsoft.com/office/officeart/2008/layout/HalfCircleOrganizationChart"/>
    <dgm:cxn modelId="{88BC4B61-7472-4D7B-A45D-0D697D6F27A6}" type="presParOf" srcId="{F7C92D60-FEB0-427F-A6A4-7AF9D2126B0F}" destId="{C79B73C5-4634-4921-9C93-5895DC0E995F}" srcOrd="0" destOrd="0" presId="urn:microsoft.com/office/officeart/2008/layout/HalfCircleOrganizationChart"/>
    <dgm:cxn modelId="{A6CA06C6-341E-4814-B351-1864E9CC0560}" type="presParOf" srcId="{F7C92D60-FEB0-427F-A6A4-7AF9D2126B0F}" destId="{DBE7AE1B-882D-4D96-AE6C-DB9AE1A3C97C}" srcOrd="1" destOrd="0" presId="urn:microsoft.com/office/officeart/2008/layout/HalfCircleOrganizationChart"/>
    <dgm:cxn modelId="{D52AD63E-148E-49BA-9606-63307F684C84}" type="presParOf" srcId="{F7C92D60-FEB0-427F-A6A4-7AF9D2126B0F}" destId="{22FE6BD4-9F39-4B7C-9DAF-FE51F40FB120}" srcOrd="2" destOrd="0" presId="urn:microsoft.com/office/officeart/2008/layout/HalfCircleOrganizationChart"/>
    <dgm:cxn modelId="{CC528140-0BA0-4E11-845F-885D06BAE5D1}" type="presParOf" srcId="{F7C92D60-FEB0-427F-A6A4-7AF9D2126B0F}" destId="{427E6199-C506-4E5A-9345-552DDD4CBCA2}" srcOrd="3" destOrd="0" presId="urn:microsoft.com/office/officeart/2008/layout/HalfCircleOrganizationChart"/>
    <dgm:cxn modelId="{235E493F-2A1C-46D5-8F87-22AE8DD0BE4A}" type="presParOf" srcId="{F44EF11C-850D-4350-B527-03196BDB6225}" destId="{85602BB3-55A4-4740-A0A1-405B3604649C}" srcOrd="1" destOrd="0" presId="urn:microsoft.com/office/officeart/2008/layout/HalfCircleOrganizationChart"/>
    <dgm:cxn modelId="{A60FF19E-7A8F-46A0-871F-59F0D0E67F12}" type="presParOf" srcId="{F44EF11C-850D-4350-B527-03196BDB6225}" destId="{082628A7-9536-4BC0-A090-10A95D2E4662}" srcOrd="2" destOrd="0" presId="urn:microsoft.com/office/officeart/2008/layout/HalfCircleOrganizationChart"/>
    <dgm:cxn modelId="{73AFC0B3-C9F0-4D8D-8333-3A105E022563}" type="presParOf" srcId="{54F2B954-CF89-47E8-A7E5-D6A971D85630}" destId="{ED21A6F8-E1ED-4028-B794-6F3782275402}" srcOrd="2" destOrd="0" presId="urn:microsoft.com/office/officeart/2008/layout/HalfCircleOrganizationChart"/>
    <dgm:cxn modelId="{3731AE3D-9DD7-4EF0-A30B-881353D8DED6}" type="presParOf" srcId="{54F2B954-CF89-47E8-A7E5-D6A971D85630}" destId="{288D6CF1-72D8-4D75-BEB7-755C2AEAA4CA}" srcOrd="3" destOrd="0" presId="urn:microsoft.com/office/officeart/2008/layout/HalfCircleOrganizationChart"/>
    <dgm:cxn modelId="{B33809DF-B8B5-43DF-9DE3-7CABADC1FD84}" type="presParOf" srcId="{288D6CF1-72D8-4D75-BEB7-755C2AEAA4CA}" destId="{05B14ADE-30D8-43D0-8F43-F54CD1CC7D36}" srcOrd="0" destOrd="0" presId="urn:microsoft.com/office/officeart/2008/layout/HalfCircleOrganizationChart"/>
    <dgm:cxn modelId="{8F95CA07-5869-45F6-8027-2E58D1F034A7}" type="presParOf" srcId="{05B14ADE-30D8-43D0-8F43-F54CD1CC7D36}" destId="{A699092B-A843-407D-9F69-2CC73A5EAC9C}" srcOrd="0" destOrd="0" presId="urn:microsoft.com/office/officeart/2008/layout/HalfCircleOrganizationChart"/>
    <dgm:cxn modelId="{C0B54D76-D1DA-407E-8872-B75351D21C53}" type="presParOf" srcId="{05B14ADE-30D8-43D0-8F43-F54CD1CC7D36}" destId="{98C5B6A1-E79E-4F51-A7D0-63F3A8AC1878}" srcOrd="1" destOrd="0" presId="urn:microsoft.com/office/officeart/2008/layout/HalfCircleOrganizationChart"/>
    <dgm:cxn modelId="{DA82F469-B255-4B97-97B4-001D863F71FF}" type="presParOf" srcId="{05B14ADE-30D8-43D0-8F43-F54CD1CC7D36}" destId="{CC15CA2A-A205-48B9-B52A-D24655B8D11D}" srcOrd="2" destOrd="0" presId="urn:microsoft.com/office/officeart/2008/layout/HalfCircleOrganizationChart"/>
    <dgm:cxn modelId="{A0F154A4-7F4E-4421-817A-98E81E424CEE}" type="presParOf" srcId="{05B14ADE-30D8-43D0-8F43-F54CD1CC7D36}" destId="{720F57F5-AE33-48A1-B76B-283E3854E8FF}" srcOrd="3" destOrd="0" presId="urn:microsoft.com/office/officeart/2008/layout/HalfCircleOrganizationChart"/>
    <dgm:cxn modelId="{38B012F5-956B-43FE-8C54-FB9815E1DDDD}" type="presParOf" srcId="{288D6CF1-72D8-4D75-BEB7-755C2AEAA4CA}" destId="{0816999B-EDD5-40D1-9C95-1C7BD5067FCB}" srcOrd="1" destOrd="0" presId="urn:microsoft.com/office/officeart/2008/layout/HalfCircleOrganizationChart"/>
    <dgm:cxn modelId="{783952F6-ECED-4D67-A411-C852A0A14AA0}" type="presParOf" srcId="{288D6CF1-72D8-4D75-BEB7-755C2AEAA4CA}" destId="{DED2DFA6-5BC7-4AD2-92D9-11EA488D7467}" srcOrd="2" destOrd="0" presId="urn:microsoft.com/office/officeart/2008/layout/HalfCircleOrganizationChart"/>
    <dgm:cxn modelId="{C5E1EA28-DFFD-478C-BA86-BD034B44CC7B}" type="presParOf" srcId="{0DE58FF6-E3A7-4AE6-A4E0-1D046F3D0D6B}" destId="{032B8F7B-6F1D-4259-A481-CF0B6C2B2E01}" srcOrd="2" destOrd="0" presId="urn:microsoft.com/office/officeart/2008/layout/HalfCircleOrganizationChart"/>
    <dgm:cxn modelId="{FBC37D06-8AF3-446B-9E0C-C2776B582AC3}" type="presParOf" srcId="{C35B5D07-A266-4016-8018-E552F0B67685}" destId="{CAE78FE2-4587-4005-AEC7-6C51E227F363}" srcOrd="8" destOrd="0" presId="urn:microsoft.com/office/officeart/2008/layout/HalfCircleOrganizationChart"/>
    <dgm:cxn modelId="{C8F14DEC-FF35-469E-9AF8-DB7806CF9325}" type="presParOf" srcId="{C35B5D07-A266-4016-8018-E552F0B67685}" destId="{4DEB7924-14F1-4714-97E7-18125D2DB9A4}" srcOrd="9" destOrd="0" presId="urn:microsoft.com/office/officeart/2008/layout/HalfCircleOrganizationChart"/>
    <dgm:cxn modelId="{38586D58-8789-4470-827A-4E7F6B192ED1}" type="presParOf" srcId="{4DEB7924-14F1-4714-97E7-18125D2DB9A4}" destId="{2DF3A1CA-2C80-4A5C-915A-77C16076C265}" srcOrd="0" destOrd="0" presId="urn:microsoft.com/office/officeart/2008/layout/HalfCircleOrganizationChart"/>
    <dgm:cxn modelId="{03B5FAE2-9262-4289-B9B6-4A5566CEF3F9}" type="presParOf" srcId="{2DF3A1CA-2C80-4A5C-915A-77C16076C265}" destId="{524BF4CD-539D-4C01-B9B5-4FC228BCE9BF}" srcOrd="0" destOrd="0" presId="urn:microsoft.com/office/officeart/2008/layout/HalfCircleOrganizationChart"/>
    <dgm:cxn modelId="{C2EC86F1-F04C-458B-B384-58E62C5D6907}" type="presParOf" srcId="{2DF3A1CA-2C80-4A5C-915A-77C16076C265}" destId="{7DD2CE2D-3852-4C00-8317-A6A888AAB717}" srcOrd="1" destOrd="0" presId="urn:microsoft.com/office/officeart/2008/layout/HalfCircleOrganizationChart"/>
    <dgm:cxn modelId="{3A9947AF-A1D4-43BE-A148-AA54605B9F1E}" type="presParOf" srcId="{2DF3A1CA-2C80-4A5C-915A-77C16076C265}" destId="{CF759253-D25E-4158-B80A-93F8BF5E82BE}" srcOrd="2" destOrd="0" presId="urn:microsoft.com/office/officeart/2008/layout/HalfCircleOrganizationChart"/>
    <dgm:cxn modelId="{7C159982-7C91-49C6-9D50-83A2DD8EAFBC}" type="presParOf" srcId="{2DF3A1CA-2C80-4A5C-915A-77C16076C265}" destId="{AD8FC4E1-337A-4E98-B41E-F98D4B2C48AF}" srcOrd="3" destOrd="0" presId="urn:microsoft.com/office/officeart/2008/layout/HalfCircleOrganizationChart"/>
    <dgm:cxn modelId="{6767CDDE-EA9C-4C41-8B69-6C260DCDAFC6}" type="presParOf" srcId="{4DEB7924-14F1-4714-97E7-18125D2DB9A4}" destId="{DDDFCDEA-160D-4B78-8BCB-27DA27686867}" srcOrd="1" destOrd="0" presId="urn:microsoft.com/office/officeart/2008/layout/HalfCircleOrganizationChart"/>
    <dgm:cxn modelId="{C90477F4-8159-4F10-AC7A-0EBB6755C37E}" type="presParOf" srcId="{DDDFCDEA-160D-4B78-8BCB-27DA27686867}" destId="{ED3FF58A-4FC2-422E-843F-869B68192D7D}" srcOrd="0" destOrd="0" presId="urn:microsoft.com/office/officeart/2008/layout/HalfCircleOrganizationChart"/>
    <dgm:cxn modelId="{A18112EC-D698-48E5-B518-FB59E8D0ECAF}" type="presParOf" srcId="{DDDFCDEA-160D-4B78-8BCB-27DA27686867}" destId="{3E368CE3-CDA2-4276-96BE-3ADA8A1A59E5}" srcOrd="1" destOrd="0" presId="urn:microsoft.com/office/officeart/2008/layout/HalfCircleOrganizationChart"/>
    <dgm:cxn modelId="{DB3EF04E-1AAC-4F85-A2AE-3AE09F11A8D5}" type="presParOf" srcId="{3E368CE3-CDA2-4276-96BE-3ADA8A1A59E5}" destId="{1733C722-D160-488A-BC2E-9EBAEE732409}" srcOrd="0" destOrd="0" presId="urn:microsoft.com/office/officeart/2008/layout/HalfCircleOrganizationChart"/>
    <dgm:cxn modelId="{BB5FCC67-4596-4EF7-B784-EB99792388AE}" type="presParOf" srcId="{1733C722-D160-488A-BC2E-9EBAEE732409}" destId="{2FA6B5C6-E263-4E6D-A3EB-8A1EEC46868B}" srcOrd="0" destOrd="0" presId="urn:microsoft.com/office/officeart/2008/layout/HalfCircleOrganizationChart"/>
    <dgm:cxn modelId="{A6540B4A-BDF7-4D9F-9C74-2D4863D12469}" type="presParOf" srcId="{1733C722-D160-488A-BC2E-9EBAEE732409}" destId="{D839D2D9-D92E-4144-9C7B-C44A7EDF671A}" srcOrd="1" destOrd="0" presId="urn:microsoft.com/office/officeart/2008/layout/HalfCircleOrganizationChart"/>
    <dgm:cxn modelId="{936A2AE1-C28D-454B-82A0-D7D3FCB6FC1D}" type="presParOf" srcId="{1733C722-D160-488A-BC2E-9EBAEE732409}" destId="{02E5A494-7E31-41DF-B854-27812E1B1E0B}" srcOrd="2" destOrd="0" presId="urn:microsoft.com/office/officeart/2008/layout/HalfCircleOrganizationChart"/>
    <dgm:cxn modelId="{1F33683B-62D6-4C83-A226-DFDC7A8C905E}" type="presParOf" srcId="{1733C722-D160-488A-BC2E-9EBAEE732409}" destId="{0A03F8B9-5BCA-487B-8230-7685959E4250}" srcOrd="3" destOrd="0" presId="urn:microsoft.com/office/officeart/2008/layout/HalfCircleOrganizationChart"/>
    <dgm:cxn modelId="{972921E8-9D22-4805-A8FB-9C03E7ED1A12}" type="presParOf" srcId="{3E368CE3-CDA2-4276-96BE-3ADA8A1A59E5}" destId="{955E123E-F3C1-46A6-864D-18E8F5AC72F4}" srcOrd="1" destOrd="0" presId="urn:microsoft.com/office/officeart/2008/layout/HalfCircleOrganizationChart"/>
    <dgm:cxn modelId="{389D8726-2513-4ADD-83FA-2D93990E16BB}" type="presParOf" srcId="{3E368CE3-CDA2-4276-96BE-3ADA8A1A59E5}" destId="{3A6CFC58-5177-402D-B5FB-CAF4CC703B33}" srcOrd="2" destOrd="0" presId="urn:microsoft.com/office/officeart/2008/layout/HalfCircleOrganizationChart"/>
    <dgm:cxn modelId="{7696B2F8-F134-4537-8323-B13CD58DD810}" type="presParOf" srcId="{DDDFCDEA-160D-4B78-8BCB-27DA27686867}" destId="{C097A533-5F8F-4619-8296-B5A95B8F911A}" srcOrd="2" destOrd="0" presId="urn:microsoft.com/office/officeart/2008/layout/HalfCircleOrganizationChart"/>
    <dgm:cxn modelId="{6E4EF244-C15E-4573-9A3E-0E1ECB584B15}" type="presParOf" srcId="{DDDFCDEA-160D-4B78-8BCB-27DA27686867}" destId="{847A7B5D-4D56-42E7-BD1A-1BB7DE9655C0}" srcOrd="3" destOrd="0" presId="urn:microsoft.com/office/officeart/2008/layout/HalfCircleOrganizationChart"/>
    <dgm:cxn modelId="{7726C9BF-DD24-4619-A959-96E5DEA35F0E}" type="presParOf" srcId="{847A7B5D-4D56-42E7-BD1A-1BB7DE9655C0}" destId="{12701743-924A-40C1-85A4-FF1F28F17A76}" srcOrd="0" destOrd="0" presId="urn:microsoft.com/office/officeart/2008/layout/HalfCircleOrganizationChart"/>
    <dgm:cxn modelId="{B956923C-1E13-4398-8A39-C571FC2E4746}" type="presParOf" srcId="{12701743-924A-40C1-85A4-FF1F28F17A76}" destId="{72857FCB-71F7-4A8E-900F-D3668121449F}" srcOrd="0" destOrd="0" presId="urn:microsoft.com/office/officeart/2008/layout/HalfCircleOrganizationChart"/>
    <dgm:cxn modelId="{D67E7601-F685-40DD-995D-ADE685642B9D}" type="presParOf" srcId="{12701743-924A-40C1-85A4-FF1F28F17A76}" destId="{FA26A73B-71AA-4320-9B43-79350E1E7FED}" srcOrd="1" destOrd="0" presId="urn:microsoft.com/office/officeart/2008/layout/HalfCircleOrganizationChart"/>
    <dgm:cxn modelId="{2F6D145E-D9F1-4697-9380-D33DD3389B97}" type="presParOf" srcId="{12701743-924A-40C1-85A4-FF1F28F17A76}" destId="{59345790-D010-4553-9D40-6B38BD513436}" srcOrd="2" destOrd="0" presId="urn:microsoft.com/office/officeart/2008/layout/HalfCircleOrganizationChart"/>
    <dgm:cxn modelId="{A844EEA8-6F00-4ABC-A49E-B37155909D21}" type="presParOf" srcId="{12701743-924A-40C1-85A4-FF1F28F17A76}" destId="{F04F6965-2213-490A-824A-61B1FD5E9D6B}" srcOrd="3" destOrd="0" presId="urn:microsoft.com/office/officeart/2008/layout/HalfCircleOrganizationChart"/>
    <dgm:cxn modelId="{2804907E-3BA2-4D79-BAA8-438D48654F4B}" type="presParOf" srcId="{847A7B5D-4D56-42E7-BD1A-1BB7DE9655C0}" destId="{8FA33E2C-2A8E-4E60-962A-8CD483959B77}" srcOrd="1" destOrd="0" presId="urn:microsoft.com/office/officeart/2008/layout/HalfCircleOrganizationChart"/>
    <dgm:cxn modelId="{BF7C5D6C-1AA4-4C2C-9FD8-586B5D9BCC73}" type="presParOf" srcId="{847A7B5D-4D56-42E7-BD1A-1BB7DE9655C0}" destId="{23820455-533A-41AB-A725-F50A92603140}" srcOrd="2" destOrd="0" presId="urn:microsoft.com/office/officeart/2008/layout/HalfCircleOrganizationChart"/>
    <dgm:cxn modelId="{160E0F0C-513F-4E3E-988C-FBFFF5919E18}" type="presParOf" srcId="{4DEB7924-14F1-4714-97E7-18125D2DB9A4}" destId="{5109F429-C3CB-40F6-8331-287B90769DFE}" srcOrd="2" destOrd="0" presId="urn:microsoft.com/office/officeart/2008/layout/HalfCircleOrganizationChart"/>
    <dgm:cxn modelId="{726B5030-7C70-48D2-BBCB-FD7A81285D90}" type="presParOf" srcId="{EA239E3E-FECF-42F1-B45B-1FD0E42C3482}" destId="{EA25B314-B5DB-4525-A8BF-FD0A0875DDD4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6BFB08-EDA0-46EA-9E5C-170741327352}" type="doc">
      <dgm:prSet loTypeId="urn:microsoft.com/office/officeart/2008/layout/HalfCircleOrganizationChart" loCatId="hierarchy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7136BE3D-E63A-47D8-9C5D-D565DFE5AEAD}">
      <dgm:prSet phldrT="[Texto]" custT="1"/>
      <dgm:spPr/>
      <dgm:t>
        <a:bodyPr/>
        <a:lstStyle/>
        <a:p>
          <a:pPr algn="ctr"/>
          <a:r>
            <a:rPr lang="es-ES" sz="1600" dirty="0"/>
            <a:t>Despliegue LTE en Alcalá de Henares</a:t>
          </a:r>
        </a:p>
      </dgm:t>
    </dgm:pt>
    <dgm:pt modelId="{82A8B240-2E66-4F12-83F9-9B1349BD31A6}" type="parTrans" cxnId="{30C6B68F-CE47-401C-A3B2-272DED807B0F}">
      <dgm:prSet/>
      <dgm:spPr/>
      <dgm:t>
        <a:bodyPr/>
        <a:lstStyle/>
        <a:p>
          <a:pPr algn="ctr"/>
          <a:endParaRPr lang="es-ES"/>
        </a:p>
      </dgm:t>
    </dgm:pt>
    <dgm:pt modelId="{94424D89-CF5F-4D8D-AEB3-A319CD38E2C3}" type="sibTrans" cxnId="{30C6B68F-CE47-401C-A3B2-272DED807B0F}">
      <dgm:prSet/>
      <dgm:spPr/>
      <dgm:t>
        <a:bodyPr/>
        <a:lstStyle/>
        <a:p>
          <a:pPr algn="ctr"/>
          <a:endParaRPr lang="es-ES"/>
        </a:p>
      </dgm:t>
    </dgm:pt>
    <dgm:pt modelId="{DA2045D8-D1F6-4282-9D90-F2E24FEDD7E6}">
      <dgm:prSet phldrT="[Texto]" custT="1"/>
      <dgm:spPr/>
      <dgm:t>
        <a:bodyPr/>
        <a:lstStyle/>
        <a:p>
          <a:pPr algn="ctr"/>
          <a:r>
            <a:rPr lang="es-ES" sz="1400" dirty="0"/>
            <a:t>Dirección del proyecto</a:t>
          </a:r>
        </a:p>
      </dgm:t>
    </dgm:pt>
    <dgm:pt modelId="{6EA390EA-712D-4A51-84CF-A4B049DFBFC7}" type="parTrans" cxnId="{FB5A0CCA-939D-4CA0-9A67-C68086BEB8B0}">
      <dgm:prSet/>
      <dgm:spPr/>
      <dgm:t>
        <a:bodyPr/>
        <a:lstStyle/>
        <a:p>
          <a:pPr algn="ctr"/>
          <a:endParaRPr lang="es-ES"/>
        </a:p>
      </dgm:t>
    </dgm:pt>
    <dgm:pt modelId="{238EF500-0639-49B3-8BF1-2942F5268029}" type="sibTrans" cxnId="{FB5A0CCA-939D-4CA0-9A67-C68086BEB8B0}">
      <dgm:prSet/>
      <dgm:spPr/>
      <dgm:t>
        <a:bodyPr/>
        <a:lstStyle/>
        <a:p>
          <a:pPr algn="ctr"/>
          <a:endParaRPr lang="es-ES"/>
        </a:p>
      </dgm:t>
    </dgm:pt>
    <dgm:pt modelId="{E01BBFCC-D077-4F3F-8999-453BD98337C8}">
      <dgm:prSet phldrT="[Texto]" custT="1"/>
      <dgm:spPr/>
      <dgm:t>
        <a:bodyPr/>
        <a:lstStyle/>
        <a:p>
          <a:pPr algn="ctr"/>
          <a:r>
            <a:rPr lang="es-ES" sz="1400" dirty="0"/>
            <a:t>Diseño de la red</a:t>
          </a:r>
        </a:p>
      </dgm:t>
    </dgm:pt>
    <dgm:pt modelId="{DDF471C1-4AC3-4DC2-A767-35772AA7383A}" type="parTrans" cxnId="{11F6F46A-D9FA-4CA7-9088-94D7309F6EDB}">
      <dgm:prSet/>
      <dgm:spPr/>
      <dgm:t>
        <a:bodyPr/>
        <a:lstStyle/>
        <a:p>
          <a:pPr algn="ctr"/>
          <a:endParaRPr lang="es-ES"/>
        </a:p>
      </dgm:t>
    </dgm:pt>
    <dgm:pt modelId="{38C27F6D-05DF-405A-B088-3DF671D37FE8}" type="sibTrans" cxnId="{11F6F46A-D9FA-4CA7-9088-94D7309F6EDB}">
      <dgm:prSet/>
      <dgm:spPr/>
      <dgm:t>
        <a:bodyPr/>
        <a:lstStyle/>
        <a:p>
          <a:pPr algn="ctr"/>
          <a:endParaRPr lang="es-ES"/>
        </a:p>
      </dgm:t>
    </dgm:pt>
    <dgm:pt modelId="{92F68D71-CF28-40DE-8514-AF2B33BD9094}">
      <dgm:prSet phldrT="[Texto]" custT="1"/>
      <dgm:spPr/>
      <dgm:t>
        <a:bodyPr/>
        <a:lstStyle/>
        <a:p>
          <a:pPr algn="ctr"/>
          <a:r>
            <a:rPr lang="es-ES" sz="1400" dirty="0"/>
            <a:t>Proceso de cierre</a:t>
          </a:r>
          <a:endParaRPr lang="es-ES" sz="1600" dirty="0"/>
        </a:p>
      </dgm:t>
    </dgm:pt>
    <dgm:pt modelId="{799BA937-D485-4BA6-954F-778CDE8FC32E}" type="parTrans" cxnId="{189D9FD1-ABFA-4DF9-BA99-086EAE71F831}">
      <dgm:prSet/>
      <dgm:spPr/>
      <dgm:t>
        <a:bodyPr/>
        <a:lstStyle/>
        <a:p>
          <a:pPr algn="ctr"/>
          <a:endParaRPr lang="es-ES"/>
        </a:p>
      </dgm:t>
    </dgm:pt>
    <dgm:pt modelId="{25C2A604-7D08-44CE-9196-D284C61AEDC8}" type="sibTrans" cxnId="{189D9FD1-ABFA-4DF9-BA99-086EAE71F831}">
      <dgm:prSet/>
      <dgm:spPr/>
      <dgm:t>
        <a:bodyPr/>
        <a:lstStyle/>
        <a:p>
          <a:pPr algn="ctr"/>
          <a:endParaRPr lang="es-ES"/>
        </a:p>
      </dgm:t>
    </dgm:pt>
    <dgm:pt modelId="{9D10692D-C0CF-4178-92B7-FDAF262B1BB9}">
      <dgm:prSet phldrT="[Texto]" custT="1"/>
      <dgm:spPr/>
      <dgm:t>
        <a:bodyPr/>
        <a:lstStyle/>
        <a:p>
          <a:pPr algn="ctr"/>
          <a:r>
            <a:rPr lang="es-ES" sz="1200" dirty="0"/>
            <a:t>Planificación de los puntos</a:t>
          </a:r>
        </a:p>
      </dgm:t>
    </dgm:pt>
    <dgm:pt modelId="{427C6A73-AAFA-412F-B25E-D34A2BE0117D}" type="parTrans" cxnId="{750C7BD0-FBC6-4482-8113-5AEEA52B3806}">
      <dgm:prSet/>
      <dgm:spPr/>
      <dgm:t>
        <a:bodyPr/>
        <a:lstStyle/>
        <a:p>
          <a:pPr algn="ctr"/>
          <a:endParaRPr lang="es-ES"/>
        </a:p>
      </dgm:t>
    </dgm:pt>
    <dgm:pt modelId="{9A2D15B4-0985-4E0C-B9A2-57818497DECC}" type="sibTrans" cxnId="{750C7BD0-FBC6-4482-8113-5AEEA52B3806}">
      <dgm:prSet/>
      <dgm:spPr/>
      <dgm:t>
        <a:bodyPr/>
        <a:lstStyle/>
        <a:p>
          <a:pPr algn="ctr"/>
          <a:endParaRPr lang="es-ES"/>
        </a:p>
      </dgm:t>
    </dgm:pt>
    <dgm:pt modelId="{7CAB9921-7EB6-4AE1-A5E8-6B25FB7B152F}">
      <dgm:prSet phldrT="[Texto]" custT="1"/>
      <dgm:spPr/>
      <dgm:t>
        <a:bodyPr/>
        <a:lstStyle/>
        <a:p>
          <a:pPr algn="ctr"/>
          <a:r>
            <a:rPr lang="es-ES" sz="1200" dirty="0"/>
            <a:t>Reuniones e informes</a:t>
          </a:r>
        </a:p>
      </dgm:t>
    </dgm:pt>
    <dgm:pt modelId="{DD1F15B6-0DC6-4ED0-A357-57AAA46C7588}" type="parTrans" cxnId="{FA83907F-1500-44AE-9CA9-3B2F5CF2CAEF}">
      <dgm:prSet/>
      <dgm:spPr/>
      <dgm:t>
        <a:bodyPr/>
        <a:lstStyle/>
        <a:p>
          <a:pPr algn="ctr"/>
          <a:endParaRPr lang="es-ES"/>
        </a:p>
      </dgm:t>
    </dgm:pt>
    <dgm:pt modelId="{2FFDCAB0-5823-436B-9A8D-E2B0856A2F5A}" type="sibTrans" cxnId="{FA83907F-1500-44AE-9CA9-3B2F5CF2CAEF}">
      <dgm:prSet/>
      <dgm:spPr/>
      <dgm:t>
        <a:bodyPr/>
        <a:lstStyle/>
        <a:p>
          <a:pPr algn="ctr"/>
          <a:endParaRPr lang="es-ES"/>
        </a:p>
      </dgm:t>
    </dgm:pt>
    <dgm:pt modelId="{99BC091B-6D35-43CC-862A-270FC7E06B9F}">
      <dgm:prSet phldrT="[Texto]" custT="1"/>
      <dgm:spPr/>
      <dgm:t>
        <a:bodyPr/>
        <a:lstStyle/>
        <a:p>
          <a:pPr algn="ctr"/>
          <a:r>
            <a:rPr lang="es-ES" sz="1200" dirty="0"/>
            <a:t>Administración y supervisión</a:t>
          </a:r>
        </a:p>
      </dgm:t>
    </dgm:pt>
    <dgm:pt modelId="{BA9C27B6-D65E-4025-BD92-1180611B2EC4}" type="parTrans" cxnId="{E34EE67A-EB34-488B-8D5F-59B3077EB444}">
      <dgm:prSet/>
      <dgm:spPr/>
      <dgm:t>
        <a:bodyPr/>
        <a:lstStyle/>
        <a:p>
          <a:pPr algn="ctr"/>
          <a:endParaRPr lang="es-ES"/>
        </a:p>
      </dgm:t>
    </dgm:pt>
    <dgm:pt modelId="{D89A9FC8-8A9E-4174-AD5C-2977AE63CDC2}" type="sibTrans" cxnId="{E34EE67A-EB34-488B-8D5F-59B3077EB444}">
      <dgm:prSet/>
      <dgm:spPr/>
      <dgm:t>
        <a:bodyPr/>
        <a:lstStyle/>
        <a:p>
          <a:pPr algn="ctr"/>
          <a:endParaRPr lang="es-ES"/>
        </a:p>
      </dgm:t>
    </dgm:pt>
    <dgm:pt modelId="{9BA12A5A-59D5-42F5-873B-78B171817615}">
      <dgm:prSet phldrT="[Texto]" custT="1"/>
      <dgm:spPr/>
      <dgm:t>
        <a:bodyPr/>
        <a:lstStyle/>
        <a:p>
          <a:pPr algn="ctr"/>
          <a:r>
            <a:rPr lang="es-ES" sz="1200" dirty="0"/>
            <a:t>Seguimiento del estado de desarrollo del diseño red </a:t>
          </a:r>
        </a:p>
      </dgm:t>
    </dgm:pt>
    <dgm:pt modelId="{20B24967-398C-4FD4-A0D6-00431F419E66}" type="parTrans" cxnId="{0F20563D-A628-48BC-846C-C42CCC08FE3E}">
      <dgm:prSet/>
      <dgm:spPr/>
      <dgm:t>
        <a:bodyPr/>
        <a:lstStyle/>
        <a:p>
          <a:pPr algn="ctr"/>
          <a:endParaRPr lang="es-ES"/>
        </a:p>
      </dgm:t>
    </dgm:pt>
    <dgm:pt modelId="{9262D9BF-F9FD-40E1-B046-ACF3FDCF44B6}" type="sibTrans" cxnId="{0F20563D-A628-48BC-846C-C42CCC08FE3E}">
      <dgm:prSet/>
      <dgm:spPr/>
      <dgm:t>
        <a:bodyPr/>
        <a:lstStyle/>
        <a:p>
          <a:pPr algn="ctr"/>
          <a:endParaRPr lang="es-ES"/>
        </a:p>
      </dgm:t>
    </dgm:pt>
    <dgm:pt modelId="{355C7863-7158-4720-A260-0DCF87130D15}">
      <dgm:prSet phldrT="[Texto]" custT="1"/>
      <dgm:spPr/>
      <dgm:t>
        <a:bodyPr/>
        <a:lstStyle/>
        <a:p>
          <a:pPr algn="ctr"/>
          <a:r>
            <a:rPr lang="es-ES" sz="1200" dirty="0"/>
            <a:t>Adquisición de materiales</a:t>
          </a:r>
        </a:p>
      </dgm:t>
    </dgm:pt>
    <dgm:pt modelId="{8F719E0D-7BA3-47BC-AE1C-DE1A513891D3}" type="parTrans" cxnId="{A22865A3-AD05-4FC5-A1DE-7F03AD6F2F5F}">
      <dgm:prSet/>
      <dgm:spPr/>
      <dgm:t>
        <a:bodyPr/>
        <a:lstStyle/>
        <a:p>
          <a:pPr algn="ctr"/>
          <a:endParaRPr lang="es-ES"/>
        </a:p>
      </dgm:t>
    </dgm:pt>
    <dgm:pt modelId="{5B1D895D-79A3-4512-B8D6-F8CF513E35C0}" type="sibTrans" cxnId="{A22865A3-AD05-4FC5-A1DE-7F03AD6F2F5F}">
      <dgm:prSet/>
      <dgm:spPr/>
      <dgm:t>
        <a:bodyPr/>
        <a:lstStyle/>
        <a:p>
          <a:pPr algn="ctr"/>
          <a:endParaRPr lang="es-ES"/>
        </a:p>
      </dgm:t>
    </dgm:pt>
    <dgm:pt modelId="{3E037D7A-A216-4283-8837-222C27331E60}">
      <dgm:prSet phldrT="[Texto]" custT="1"/>
      <dgm:spPr/>
      <dgm:t>
        <a:bodyPr/>
        <a:lstStyle/>
        <a:p>
          <a:pPr algn="ctr"/>
          <a:r>
            <a:rPr lang="es-ES" sz="1200"/>
            <a:t>Ajuste de equipos</a:t>
          </a:r>
        </a:p>
      </dgm:t>
    </dgm:pt>
    <dgm:pt modelId="{AE4D683F-67C5-42A6-B148-AADDE4C3408A}" type="parTrans" cxnId="{10DA6F4D-24C4-4766-8B25-04CD803AF0B2}">
      <dgm:prSet/>
      <dgm:spPr/>
      <dgm:t>
        <a:bodyPr/>
        <a:lstStyle/>
        <a:p>
          <a:pPr algn="ctr"/>
          <a:endParaRPr lang="es-ES"/>
        </a:p>
      </dgm:t>
    </dgm:pt>
    <dgm:pt modelId="{AEE32E6D-021D-4176-932A-8B20D438B2ED}" type="sibTrans" cxnId="{10DA6F4D-24C4-4766-8B25-04CD803AF0B2}">
      <dgm:prSet/>
      <dgm:spPr/>
      <dgm:t>
        <a:bodyPr/>
        <a:lstStyle/>
        <a:p>
          <a:pPr algn="ctr"/>
          <a:endParaRPr lang="es-ES"/>
        </a:p>
      </dgm:t>
    </dgm:pt>
    <dgm:pt modelId="{F5AFC756-090B-494A-855A-EE2412738440}">
      <dgm:prSet phldrT="[Texto]" custT="1"/>
      <dgm:spPr/>
      <dgm:t>
        <a:bodyPr/>
        <a:lstStyle/>
        <a:p>
          <a:pPr algn="ctr"/>
          <a:r>
            <a:rPr lang="es-ES" sz="1200"/>
            <a:t>Prueba de cobertura</a:t>
          </a:r>
        </a:p>
      </dgm:t>
    </dgm:pt>
    <dgm:pt modelId="{CBCEBE2C-C78E-4544-88FA-E16906078331}" type="parTrans" cxnId="{3D230D1C-8D1B-4EE6-834A-243C5D58374C}">
      <dgm:prSet/>
      <dgm:spPr/>
      <dgm:t>
        <a:bodyPr/>
        <a:lstStyle/>
        <a:p>
          <a:pPr algn="ctr"/>
          <a:endParaRPr lang="es-ES"/>
        </a:p>
      </dgm:t>
    </dgm:pt>
    <dgm:pt modelId="{306DF21A-404B-4CAE-A943-7EEACE84447B}" type="sibTrans" cxnId="{3D230D1C-8D1B-4EE6-834A-243C5D58374C}">
      <dgm:prSet/>
      <dgm:spPr/>
      <dgm:t>
        <a:bodyPr/>
        <a:lstStyle/>
        <a:p>
          <a:pPr algn="ctr"/>
          <a:endParaRPr lang="es-ES"/>
        </a:p>
      </dgm:t>
    </dgm:pt>
    <dgm:pt modelId="{DA29CE16-A371-4651-91EB-1CC56DDB3687}">
      <dgm:prSet phldrT="[Texto]" custT="1"/>
      <dgm:spPr/>
      <dgm:t>
        <a:bodyPr/>
        <a:lstStyle/>
        <a:p>
          <a:pPr algn="ctr"/>
          <a:r>
            <a:rPr lang="es-ES" sz="1200"/>
            <a:t>Evaluación técnica</a:t>
          </a:r>
        </a:p>
      </dgm:t>
    </dgm:pt>
    <dgm:pt modelId="{96D96D15-4EFB-4624-87AE-1E7E8A958A07}" type="parTrans" cxnId="{369DDF93-2521-461B-BE46-F887566AE111}">
      <dgm:prSet/>
      <dgm:spPr/>
      <dgm:t>
        <a:bodyPr/>
        <a:lstStyle/>
        <a:p>
          <a:pPr algn="ctr"/>
          <a:endParaRPr lang="es-ES"/>
        </a:p>
      </dgm:t>
    </dgm:pt>
    <dgm:pt modelId="{39335F1C-7828-4CD0-96FA-24D1ACBF6F3D}" type="sibTrans" cxnId="{369DDF93-2521-461B-BE46-F887566AE111}">
      <dgm:prSet/>
      <dgm:spPr/>
      <dgm:t>
        <a:bodyPr/>
        <a:lstStyle/>
        <a:p>
          <a:pPr algn="ctr"/>
          <a:endParaRPr lang="es-ES"/>
        </a:p>
      </dgm:t>
    </dgm:pt>
    <dgm:pt modelId="{8950FA78-6CE4-4B2F-9249-A4561638BDCD}">
      <dgm:prSet phldrT="[Texto]" custT="1"/>
      <dgm:spPr/>
      <dgm:t>
        <a:bodyPr/>
        <a:lstStyle/>
        <a:p>
          <a:pPr algn="ctr"/>
          <a:r>
            <a:rPr lang="es-ES" sz="1200"/>
            <a:t>Evaluación económica</a:t>
          </a:r>
        </a:p>
      </dgm:t>
    </dgm:pt>
    <dgm:pt modelId="{6221D3A5-2BB1-4223-A863-4024DC466EEC}" type="parTrans" cxnId="{300464B8-BD71-48E7-800F-D974EB8BEDB9}">
      <dgm:prSet/>
      <dgm:spPr/>
      <dgm:t>
        <a:bodyPr/>
        <a:lstStyle/>
        <a:p>
          <a:pPr algn="ctr"/>
          <a:endParaRPr lang="es-ES"/>
        </a:p>
      </dgm:t>
    </dgm:pt>
    <dgm:pt modelId="{25496FE5-A043-4364-96B4-506C472EF06B}" type="sibTrans" cxnId="{300464B8-BD71-48E7-800F-D974EB8BEDB9}">
      <dgm:prSet/>
      <dgm:spPr/>
      <dgm:t>
        <a:bodyPr/>
        <a:lstStyle/>
        <a:p>
          <a:pPr algn="ctr"/>
          <a:endParaRPr lang="es-ES"/>
        </a:p>
      </dgm:t>
    </dgm:pt>
    <dgm:pt modelId="{FD805AB8-ABC1-4175-B8B6-6E84F241905D}">
      <dgm:prSet phldrT="[Texto]" custT="1"/>
      <dgm:spPr/>
      <dgm:t>
        <a:bodyPr/>
        <a:lstStyle/>
        <a:p>
          <a:pPr algn="ctr"/>
          <a:r>
            <a:rPr lang="es-ES" sz="1400"/>
            <a:t>Pruebas</a:t>
          </a:r>
        </a:p>
      </dgm:t>
    </dgm:pt>
    <dgm:pt modelId="{3B8D2AAE-F001-4A91-9014-938BC4B41855}" type="sibTrans" cxnId="{1CFC29BC-99E1-4B28-97E8-7909A6CA03CA}">
      <dgm:prSet/>
      <dgm:spPr/>
      <dgm:t>
        <a:bodyPr/>
        <a:lstStyle/>
        <a:p>
          <a:pPr algn="ctr"/>
          <a:endParaRPr lang="es-ES"/>
        </a:p>
      </dgm:t>
    </dgm:pt>
    <dgm:pt modelId="{8BFE8EDE-68CF-4298-AD1C-526735D0AF88}" type="parTrans" cxnId="{1CFC29BC-99E1-4B28-97E8-7909A6CA03CA}">
      <dgm:prSet/>
      <dgm:spPr/>
      <dgm:t>
        <a:bodyPr/>
        <a:lstStyle/>
        <a:p>
          <a:pPr algn="ctr"/>
          <a:endParaRPr lang="es-ES"/>
        </a:p>
      </dgm:t>
    </dgm:pt>
    <dgm:pt modelId="{41A4DABA-7E9B-497E-A3DD-EF8F6DA598C8}">
      <dgm:prSet phldrT="[Texto]" custT="1"/>
      <dgm:spPr/>
      <dgm:t>
        <a:bodyPr/>
        <a:lstStyle/>
        <a:p>
          <a:pPr algn="ctr"/>
          <a:r>
            <a:rPr lang="es-ES" sz="1200" dirty="0"/>
            <a:t>Obtención de licencias</a:t>
          </a:r>
        </a:p>
      </dgm:t>
    </dgm:pt>
    <dgm:pt modelId="{92757875-0E98-4F9A-BBB2-1E3636DAEC0B}" type="parTrans" cxnId="{F327642F-7D89-4BB7-83BB-D246F0DF19BA}">
      <dgm:prSet/>
      <dgm:spPr/>
      <dgm:t>
        <a:bodyPr/>
        <a:lstStyle/>
        <a:p>
          <a:endParaRPr lang="es-ES"/>
        </a:p>
      </dgm:t>
    </dgm:pt>
    <dgm:pt modelId="{2B4971EB-18E1-4F91-A48D-A3B112FD7B5E}" type="sibTrans" cxnId="{F327642F-7D89-4BB7-83BB-D246F0DF19BA}">
      <dgm:prSet/>
      <dgm:spPr/>
      <dgm:t>
        <a:bodyPr/>
        <a:lstStyle/>
        <a:p>
          <a:endParaRPr lang="es-ES"/>
        </a:p>
      </dgm:t>
    </dgm:pt>
    <dgm:pt modelId="{C3B8C075-3345-4BDE-8887-6BE909B05B48}">
      <dgm:prSet phldrT="[Texto]" custT="1"/>
      <dgm:spPr/>
      <dgm:t>
        <a:bodyPr/>
        <a:lstStyle/>
        <a:p>
          <a:pPr algn="ctr"/>
          <a:r>
            <a:rPr lang="es-ES" sz="1200" dirty="0"/>
            <a:t>Elección empresa subcontratada</a:t>
          </a:r>
        </a:p>
      </dgm:t>
    </dgm:pt>
    <dgm:pt modelId="{E55D8C89-43B9-4E90-BD8C-4B472310B544}" type="parTrans" cxnId="{9D59BB8E-725F-44F1-9C79-08A6EC293D18}">
      <dgm:prSet/>
      <dgm:spPr/>
      <dgm:t>
        <a:bodyPr/>
        <a:lstStyle/>
        <a:p>
          <a:endParaRPr lang="es-ES"/>
        </a:p>
      </dgm:t>
    </dgm:pt>
    <dgm:pt modelId="{2391C19B-9F2F-4A1C-8021-FB4DD52078B0}" type="sibTrans" cxnId="{9D59BB8E-725F-44F1-9C79-08A6EC293D18}">
      <dgm:prSet/>
      <dgm:spPr/>
      <dgm:t>
        <a:bodyPr/>
        <a:lstStyle/>
        <a:p>
          <a:endParaRPr lang="es-ES"/>
        </a:p>
      </dgm:t>
    </dgm:pt>
    <dgm:pt modelId="{74FA130A-DE89-459B-997C-F25E18BCE148}">
      <dgm:prSet phldrT="[Texto]" custT="1"/>
      <dgm:spPr/>
      <dgm:t>
        <a:bodyPr/>
        <a:lstStyle/>
        <a:p>
          <a:pPr algn="ctr"/>
          <a:r>
            <a:rPr lang="es-ES" sz="1200" dirty="0"/>
            <a:t>Selección de proveedores</a:t>
          </a:r>
        </a:p>
      </dgm:t>
    </dgm:pt>
    <dgm:pt modelId="{ADA8D4BD-10D2-4F89-A447-7BEAACAB68D7}" type="parTrans" cxnId="{95023FED-0C53-4D2E-A0A4-7C519C4A3148}">
      <dgm:prSet/>
      <dgm:spPr/>
      <dgm:t>
        <a:bodyPr/>
        <a:lstStyle/>
        <a:p>
          <a:endParaRPr lang="es-ES"/>
        </a:p>
      </dgm:t>
    </dgm:pt>
    <dgm:pt modelId="{4A6816BD-1463-48EC-8336-2B528A15A152}" type="sibTrans" cxnId="{95023FED-0C53-4D2E-A0A4-7C519C4A3148}">
      <dgm:prSet/>
      <dgm:spPr/>
      <dgm:t>
        <a:bodyPr/>
        <a:lstStyle/>
        <a:p>
          <a:endParaRPr lang="es-ES"/>
        </a:p>
      </dgm:t>
    </dgm:pt>
    <dgm:pt modelId="{7BA5C133-AD70-4D80-91A7-A044C7AA8C91}">
      <dgm:prSet phldrT="[Texto]" custT="1"/>
      <dgm:spPr/>
      <dgm:t>
        <a:bodyPr/>
        <a:lstStyle/>
        <a:p>
          <a:pPr algn="ctr"/>
          <a:r>
            <a:rPr lang="es-ES" sz="1400" dirty="0"/>
            <a:t>Implementación</a:t>
          </a:r>
        </a:p>
      </dgm:t>
    </dgm:pt>
    <dgm:pt modelId="{5A75A7F7-AC71-49C4-A0CB-FDB7D3A046EA}" type="sibTrans" cxnId="{1598F0F6-A173-4F57-9EC6-D83D5669C578}">
      <dgm:prSet/>
      <dgm:spPr/>
      <dgm:t>
        <a:bodyPr/>
        <a:lstStyle/>
        <a:p>
          <a:pPr algn="ctr"/>
          <a:endParaRPr lang="es-ES"/>
        </a:p>
      </dgm:t>
    </dgm:pt>
    <dgm:pt modelId="{0AB04982-925B-4D61-88DB-8E5EB30869FC}" type="parTrans" cxnId="{1598F0F6-A173-4F57-9EC6-D83D5669C578}">
      <dgm:prSet/>
      <dgm:spPr/>
      <dgm:t>
        <a:bodyPr/>
        <a:lstStyle/>
        <a:p>
          <a:pPr algn="ctr"/>
          <a:endParaRPr lang="es-ES"/>
        </a:p>
      </dgm:t>
    </dgm:pt>
    <dgm:pt modelId="{B22DF172-C0FE-4FDC-9A89-E03A6FE11979}" type="pres">
      <dgm:prSet presAssocID="{1F6BFB08-EDA0-46EA-9E5C-170741327352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A239E3E-FECF-42F1-B45B-1FD0E42C3482}" type="pres">
      <dgm:prSet presAssocID="{7136BE3D-E63A-47D8-9C5D-D565DFE5AEAD}" presName="hierRoot1" presStyleCnt="0">
        <dgm:presLayoutVars>
          <dgm:hierBranch val="init"/>
        </dgm:presLayoutVars>
      </dgm:prSet>
      <dgm:spPr/>
    </dgm:pt>
    <dgm:pt modelId="{E124C21E-6359-43B1-BBB6-5AE686FA529E}" type="pres">
      <dgm:prSet presAssocID="{7136BE3D-E63A-47D8-9C5D-D565DFE5AEAD}" presName="rootComposite1" presStyleCnt="0"/>
      <dgm:spPr/>
    </dgm:pt>
    <dgm:pt modelId="{5BA14F37-3164-496B-BFFF-3FED19C1DA30}" type="pres">
      <dgm:prSet presAssocID="{7136BE3D-E63A-47D8-9C5D-D565DFE5AEAD}" presName="rootText1" presStyleLbl="alignAcc1" presStyleIdx="0" presStyleCnt="0" custScaleX="173181">
        <dgm:presLayoutVars>
          <dgm:chPref val="3"/>
        </dgm:presLayoutVars>
      </dgm:prSet>
      <dgm:spPr/>
    </dgm:pt>
    <dgm:pt modelId="{562BF1BE-83F9-4404-9CBD-A856BE74F71A}" type="pres">
      <dgm:prSet presAssocID="{7136BE3D-E63A-47D8-9C5D-D565DFE5AEAD}" presName="topArc1" presStyleLbl="parChTrans1D1" presStyleIdx="0" presStyleCnt="36"/>
      <dgm:spPr/>
    </dgm:pt>
    <dgm:pt modelId="{F56297BE-38B5-4FE5-A207-DF18E3C87F06}" type="pres">
      <dgm:prSet presAssocID="{7136BE3D-E63A-47D8-9C5D-D565DFE5AEAD}" presName="bottomArc1" presStyleLbl="parChTrans1D1" presStyleIdx="1" presStyleCnt="36"/>
      <dgm:spPr/>
    </dgm:pt>
    <dgm:pt modelId="{DA26987A-380F-439E-AE7C-ABF53F9F88A9}" type="pres">
      <dgm:prSet presAssocID="{7136BE3D-E63A-47D8-9C5D-D565DFE5AEAD}" presName="topConnNode1" presStyleLbl="node1" presStyleIdx="0" presStyleCnt="0"/>
      <dgm:spPr/>
    </dgm:pt>
    <dgm:pt modelId="{C35B5D07-A266-4016-8018-E552F0B67685}" type="pres">
      <dgm:prSet presAssocID="{7136BE3D-E63A-47D8-9C5D-D565DFE5AEAD}" presName="hierChild2" presStyleCnt="0"/>
      <dgm:spPr/>
    </dgm:pt>
    <dgm:pt modelId="{43995BC8-241E-47EA-B2DA-5B5EF58163CA}" type="pres">
      <dgm:prSet presAssocID="{6EA390EA-712D-4A51-84CF-A4B049DFBFC7}" presName="Name28" presStyleLbl="parChTrans1D2" presStyleIdx="0" presStyleCnt="5"/>
      <dgm:spPr/>
    </dgm:pt>
    <dgm:pt modelId="{21052319-F50A-4D41-8B7B-7FFB780EA2F0}" type="pres">
      <dgm:prSet presAssocID="{DA2045D8-D1F6-4282-9D90-F2E24FEDD7E6}" presName="hierRoot2" presStyleCnt="0">
        <dgm:presLayoutVars>
          <dgm:hierBranch val="init"/>
        </dgm:presLayoutVars>
      </dgm:prSet>
      <dgm:spPr/>
    </dgm:pt>
    <dgm:pt modelId="{9F92822D-C663-4F4A-9771-0138179CF002}" type="pres">
      <dgm:prSet presAssocID="{DA2045D8-D1F6-4282-9D90-F2E24FEDD7E6}" presName="rootComposite2" presStyleCnt="0"/>
      <dgm:spPr/>
    </dgm:pt>
    <dgm:pt modelId="{4573156B-9037-45B5-BED6-F3AEEB4B57A5}" type="pres">
      <dgm:prSet presAssocID="{DA2045D8-D1F6-4282-9D90-F2E24FEDD7E6}" presName="rootText2" presStyleLbl="alignAcc1" presStyleIdx="0" presStyleCnt="0">
        <dgm:presLayoutVars>
          <dgm:chPref val="3"/>
        </dgm:presLayoutVars>
      </dgm:prSet>
      <dgm:spPr/>
    </dgm:pt>
    <dgm:pt modelId="{3710F302-990F-4913-B345-6DEC0A7BE328}" type="pres">
      <dgm:prSet presAssocID="{DA2045D8-D1F6-4282-9D90-F2E24FEDD7E6}" presName="topArc2" presStyleLbl="parChTrans1D1" presStyleIdx="2" presStyleCnt="36"/>
      <dgm:spPr/>
    </dgm:pt>
    <dgm:pt modelId="{AC070ADE-4B4F-49BB-8A79-870E2E9D4C2B}" type="pres">
      <dgm:prSet presAssocID="{DA2045D8-D1F6-4282-9D90-F2E24FEDD7E6}" presName="bottomArc2" presStyleLbl="parChTrans1D1" presStyleIdx="3" presStyleCnt="36"/>
      <dgm:spPr/>
    </dgm:pt>
    <dgm:pt modelId="{6A5E8B30-36EF-4387-A975-9EFED2A128BC}" type="pres">
      <dgm:prSet presAssocID="{DA2045D8-D1F6-4282-9D90-F2E24FEDD7E6}" presName="topConnNode2" presStyleLbl="node2" presStyleIdx="0" presStyleCnt="0"/>
      <dgm:spPr/>
    </dgm:pt>
    <dgm:pt modelId="{20A49ACC-926B-431D-8DF5-C29DA4F5FA39}" type="pres">
      <dgm:prSet presAssocID="{DA2045D8-D1F6-4282-9D90-F2E24FEDD7E6}" presName="hierChild4" presStyleCnt="0"/>
      <dgm:spPr/>
    </dgm:pt>
    <dgm:pt modelId="{61A8DBB1-86BA-425B-80D8-C1AEA876BE92}" type="pres">
      <dgm:prSet presAssocID="{427C6A73-AAFA-412F-B25E-D34A2BE0117D}" presName="Name28" presStyleLbl="parChTrans1D3" presStyleIdx="0" presStyleCnt="12"/>
      <dgm:spPr/>
    </dgm:pt>
    <dgm:pt modelId="{1C9AAB82-452A-4681-85BE-48576F9341DD}" type="pres">
      <dgm:prSet presAssocID="{9D10692D-C0CF-4178-92B7-FDAF262B1BB9}" presName="hierRoot2" presStyleCnt="0">
        <dgm:presLayoutVars>
          <dgm:hierBranch val="init"/>
        </dgm:presLayoutVars>
      </dgm:prSet>
      <dgm:spPr/>
    </dgm:pt>
    <dgm:pt modelId="{750A99D2-4780-4B74-B34D-4F86A6127FB8}" type="pres">
      <dgm:prSet presAssocID="{9D10692D-C0CF-4178-92B7-FDAF262B1BB9}" presName="rootComposite2" presStyleCnt="0"/>
      <dgm:spPr/>
    </dgm:pt>
    <dgm:pt modelId="{B76C361A-8E7A-4809-9774-1751F8212EEE}" type="pres">
      <dgm:prSet presAssocID="{9D10692D-C0CF-4178-92B7-FDAF262B1BB9}" presName="rootText2" presStyleLbl="alignAcc1" presStyleIdx="0" presStyleCnt="0">
        <dgm:presLayoutVars>
          <dgm:chPref val="3"/>
        </dgm:presLayoutVars>
      </dgm:prSet>
      <dgm:spPr/>
    </dgm:pt>
    <dgm:pt modelId="{AC037D8D-6C31-4755-8F6E-09E493618BE3}" type="pres">
      <dgm:prSet presAssocID="{9D10692D-C0CF-4178-92B7-FDAF262B1BB9}" presName="topArc2" presStyleLbl="parChTrans1D1" presStyleIdx="4" presStyleCnt="36"/>
      <dgm:spPr/>
    </dgm:pt>
    <dgm:pt modelId="{37007B3D-D070-4B94-9A2C-2C12924B12E3}" type="pres">
      <dgm:prSet presAssocID="{9D10692D-C0CF-4178-92B7-FDAF262B1BB9}" presName="bottomArc2" presStyleLbl="parChTrans1D1" presStyleIdx="5" presStyleCnt="36"/>
      <dgm:spPr/>
    </dgm:pt>
    <dgm:pt modelId="{3CE34BC3-D60D-4367-B5D7-CDD45D6A391C}" type="pres">
      <dgm:prSet presAssocID="{9D10692D-C0CF-4178-92B7-FDAF262B1BB9}" presName="topConnNode2" presStyleLbl="node3" presStyleIdx="0" presStyleCnt="0"/>
      <dgm:spPr/>
    </dgm:pt>
    <dgm:pt modelId="{F397C42A-C1AD-4849-93B7-C9AEA96AC65B}" type="pres">
      <dgm:prSet presAssocID="{9D10692D-C0CF-4178-92B7-FDAF262B1BB9}" presName="hierChild4" presStyleCnt="0"/>
      <dgm:spPr/>
    </dgm:pt>
    <dgm:pt modelId="{95B46AC8-3679-40A2-9F11-56EE9CB4DC23}" type="pres">
      <dgm:prSet presAssocID="{9D10692D-C0CF-4178-92B7-FDAF262B1BB9}" presName="hierChild5" presStyleCnt="0"/>
      <dgm:spPr/>
    </dgm:pt>
    <dgm:pt modelId="{C26835EC-0F1E-4552-ABF4-98E4855DE97F}" type="pres">
      <dgm:prSet presAssocID="{DD1F15B6-0DC6-4ED0-A357-57AAA46C7588}" presName="Name28" presStyleLbl="parChTrans1D3" presStyleIdx="1" presStyleCnt="12"/>
      <dgm:spPr/>
    </dgm:pt>
    <dgm:pt modelId="{38827EBF-EF56-4409-8E38-0A0F537ED873}" type="pres">
      <dgm:prSet presAssocID="{7CAB9921-7EB6-4AE1-A5E8-6B25FB7B152F}" presName="hierRoot2" presStyleCnt="0">
        <dgm:presLayoutVars>
          <dgm:hierBranch val="init"/>
        </dgm:presLayoutVars>
      </dgm:prSet>
      <dgm:spPr/>
    </dgm:pt>
    <dgm:pt modelId="{6F0F990E-C115-428E-851F-3BBCA009AE88}" type="pres">
      <dgm:prSet presAssocID="{7CAB9921-7EB6-4AE1-A5E8-6B25FB7B152F}" presName="rootComposite2" presStyleCnt="0"/>
      <dgm:spPr/>
    </dgm:pt>
    <dgm:pt modelId="{6CF1731A-87C6-454F-BC48-BD8A686ACEDD}" type="pres">
      <dgm:prSet presAssocID="{7CAB9921-7EB6-4AE1-A5E8-6B25FB7B152F}" presName="rootText2" presStyleLbl="alignAcc1" presStyleIdx="0" presStyleCnt="0">
        <dgm:presLayoutVars>
          <dgm:chPref val="3"/>
        </dgm:presLayoutVars>
      </dgm:prSet>
      <dgm:spPr/>
    </dgm:pt>
    <dgm:pt modelId="{05248D9D-B8F4-47C8-B670-E258AA37AB74}" type="pres">
      <dgm:prSet presAssocID="{7CAB9921-7EB6-4AE1-A5E8-6B25FB7B152F}" presName="topArc2" presStyleLbl="parChTrans1D1" presStyleIdx="6" presStyleCnt="36"/>
      <dgm:spPr/>
    </dgm:pt>
    <dgm:pt modelId="{CE5BD3A9-3558-4B6B-8B35-1AE897748BA6}" type="pres">
      <dgm:prSet presAssocID="{7CAB9921-7EB6-4AE1-A5E8-6B25FB7B152F}" presName="bottomArc2" presStyleLbl="parChTrans1D1" presStyleIdx="7" presStyleCnt="36"/>
      <dgm:spPr/>
    </dgm:pt>
    <dgm:pt modelId="{0CD17A1D-C284-4153-87C1-E907128B1EE9}" type="pres">
      <dgm:prSet presAssocID="{7CAB9921-7EB6-4AE1-A5E8-6B25FB7B152F}" presName="topConnNode2" presStyleLbl="node3" presStyleIdx="0" presStyleCnt="0"/>
      <dgm:spPr/>
    </dgm:pt>
    <dgm:pt modelId="{339A5F5F-82B6-4D00-A725-6CEB91CE7C0B}" type="pres">
      <dgm:prSet presAssocID="{7CAB9921-7EB6-4AE1-A5E8-6B25FB7B152F}" presName="hierChild4" presStyleCnt="0"/>
      <dgm:spPr/>
    </dgm:pt>
    <dgm:pt modelId="{1630BEF1-3F6A-4D5D-9DE7-D2ABD397B272}" type="pres">
      <dgm:prSet presAssocID="{7CAB9921-7EB6-4AE1-A5E8-6B25FB7B152F}" presName="hierChild5" presStyleCnt="0"/>
      <dgm:spPr/>
    </dgm:pt>
    <dgm:pt modelId="{05B643D8-4701-45D1-BF8C-058D989DD1D8}" type="pres">
      <dgm:prSet presAssocID="{BA9C27B6-D65E-4025-BD92-1180611B2EC4}" presName="Name28" presStyleLbl="parChTrans1D3" presStyleIdx="2" presStyleCnt="12"/>
      <dgm:spPr/>
    </dgm:pt>
    <dgm:pt modelId="{CE50D793-1122-4293-9EF6-937FC60E6144}" type="pres">
      <dgm:prSet presAssocID="{99BC091B-6D35-43CC-862A-270FC7E06B9F}" presName="hierRoot2" presStyleCnt="0">
        <dgm:presLayoutVars>
          <dgm:hierBranch val="init"/>
        </dgm:presLayoutVars>
      </dgm:prSet>
      <dgm:spPr/>
    </dgm:pt>
    <dgm:pt modelId="{46A21276-C65F-454D-80D2-9D572A1DB3D4}" type="pres">
      <dgm:prSet presAssocID="{99BC091B-6D35-43CC-862A-270FC7E06B9F}" presName="rootComposite2" presStyleCnt="0"/>
      <dgm:spPr/>
    </dgm:pt>
    <dgm:pt modelId="{71A77E4C-3B07-42A6-BAA1-F30D2C5DBF9A}" type="pres">
      <dgm:prSet presAssocID="{99BC091B-6D35-43CC-862A-270FC7E06B9F}" presName="rootText2" presStyleLbl="alignAcc1" presStyleIdx="0" presStyleCnt="0">
        <dgm:presLayoutVars>
          <dgm:chPref val="3"/>
        </dgm:presLayoutVars>
      </dgm:prSet>
      <dgm:spPr/>
    </dgm:pt>
    <dgm:pt modelId="{7C553125-4D57-4D3F-87A8-0E8402E74DA0}" type="pres">
      <dgm:prSet presAssocID="{99BC091B-6D35-43CC-862A-270FC7E06B9F}" presName="topArc2" presStyleLbl="parChTrans1D1" presStyleIdx="8" presStyleCnt="36"/>
      <dgm:spPr/>
    </dgm:pt>
    <dgm:pt modelId="{5A9F882C-D979-4CA4-A749-FEE6566B9DE9}" type="pres">
      <dgm:prSet presAssocID="{99BC091B-6D35-43CC-862A-270FC7E06B9F}" presName="bottomArc2" presStyleLbl="parChTrans1D1" presStyleIdx="9" presStyleCnt="36"/>
      <dgm:spPr/>
    </dgm:pt>
    <dgm:pt modelId="{AA3E0664-18D6-4010-B684-6F9ECF806C42}" type="pres">
      <dgm:prSet presAssocID="{99BC091B-6D35-43CC-862A-270FC7E06B9F}" presName="topConnNode2" presStyleLbl="node3" presStyleIdx="0" presStyleCnt="0"/>
      <dgm:spPr/>
    </dgm:pt>
    <dgm:pt modelId="{04F904AE-6550-43DD-A0E7-1732D1B67BF1}" type="pres">
      <dgm:prSet presAssocID="{99BC091B-6D35-43CC-862A-270FC7E06B9F}" presName="hierChild4" presStyleCnt="0"/>
      <dgm:spPr/>
    </dgm:pt>
    <dgm:pt modelId="{1A712F6E-4451-449F-B4EB-197C8F9BDFE0}" type="pres">
      <dgm:prSet presAssocID="{99BC091B-6D35-43CC-862A-270FC7E06B9F}" presName="hierChild5" presStyleCnt="0"/>
      <dgm:spPr/>
    </dgm:pt>
    <dgm:pt modelId="{E7B17FC5-9399-4446-AD20-B8B713D3333D}" type="pres">
      <dgm:prSet presAssocID="{E55D8C89-43B9-4E90-BD8C-4B472310B544}" presName="Name28" presStyleLbl="parChTrans1D3" presStyleIdx="3" presStyleCnt="12"/>
      <dgm:spPr/>
    </dgm:pt>
    <dgm:pt modelId="{0CA37C12-75F4-4738-93A0-F59E66586B62}" type="pres">
      <dgm:prSet presAssocID="{C3B8C075-3345-4BDE-8887-6BE909B05B48}" presName="hierRoot2" presStyleCnt="0">
        <dgm:presLayoutVars>
          <dgm:hierBranch val="init"/>
        </dgm:presLayoutVars>
      </dgm:prSet>
      <dgm:spPr/>
    </dgm:pt>
    <dgm:pt modelId="{2CC3A9A9-E592-486B-BEEF-106A047B8513}" type="pres">
      <dgm:prSet presAssocID="{C3B8C075-3345-4BDE-8887-6BE909B05B48}" presName="rootComposite2" presStyleCnt="0"/>
      <dgm:spPr/>
    </dgm:pt>
    <dgm:pt modelId="{B6C2C9D8-E23D-472E-AEE5-7694B018A036}" type="pres">
      <dgm:prSet presAssocID="{C3B8C075-3345-4BDE-8887-6BE909B05B48}" presName="rootText2" presStyleLbl="alignAcc1" presStyleIdx="0" presStyleCnt="0">
        <dgm:presLayoutVars>
          <dgm:chPref val="3"/>
        </dgm:presLayoutVars>
      </dgm:prSet>
      <dgm:spPr/>
    </dgm:pt>
    <dgm:pt modelId="{69F4A006-B4CF-4E2B-ADD7-64B067DC7020}" type="pres">
      <dgm:prSet presAssocID="{C3B8C075-3345-4BDE-8887-6BE909B05B48}" presName="topArc2" presStyleLbl="parChTrans1D1" presStyleIdx="10" presStyleCnt="36"/>
      <dgm:spPr/>
    </dgm:pt>
    <dgm:pt modelId="{063BFB44-C6D0-4525-A3FB-7C81194A832B}" type="pres">
      <dgm:prSet presAssocID="{C3B8C075-3345-4BDE-8887-6BE909B05B48}" presName="bottomArc2" presStyleLbl="parChTrans1D1" presStyleIdx="11" presStyleCnt="36"/>
      <dgm:spPr/>
    </dgm:pt>
    <dgm:pt modelId="{E088ECA8-0B94-4C68-9F89-AFC3FB70E695}" type="pres">
      <dgm:prSet presAssocID="{C3B8C075-3345-4BDE-8887-6BE909B05B48}" presName="topConnNode2" presStyleLbl="node3" presStyleIdx="0" presStyleCnt="0"/>
      <dgm:spPr/>
    </dgm:pt>
    <dgm:pt modelId="{88E78126-F3A8-4C1B-BBEC-E2E065032A21}" type="pres">
      <dgm:prSet presAssocID="{C3B8C075-3345-4BDE-8887-6BE909B05B48}" presName="hierChild4" presStyleCnt="0"/>
      <dgm:spPr/>
    </dgm:pt>
    <dgm:pt modelId="{6EB9CCF4-D3F3-4328-962C-EBF1E19DDCD6}" type="pres">
      <dgm:prSet presAssocID="{C3B8C075-3345-4BDE-8887-6BE909B05B48}" presName="hierChild5" presStyleCnt="0"/>
      <dgm:spPr/>
    </dgm:pt>
    <dgm:pt modelId="{79762DD0-8342-4F4E-A632-13E5A4CCAE3D}" type="pres">
      <dgm:prSet presAssocID="{DA2045D8-D1F6-4282-9D90-F2E24FEDD7E6}" presName="hierChild5" presStyleCnt="0"/>
      <dgm:spPr/>
    </dgm:pt>
    <dgm:pt modelId="{DEB4D7E2-B2A3-49EE-98C9-B280D0B5D7F6}" type="pres">
      <dgm:prSet presAssocID="{DDF471C1-4AC3-4DC2-A767-35772AA7383A}" presName="Name28" presStyleLbl="parChTrans1D2" presStyleIdx="1" presStyleCnt="5"/>
      <dgm:spPr/>
    </dgm:pt>
    <dgm:pt modelId="{F709800B-C9C8-417B-A55E-BD491F6F303A}" type="pres">
      <dgm:prSet presAssocID="{E01BBFCC-D077-4F3F-8999-453BD98337C8}" presName="hierRoot2" presStyleCnt="0">
        <dgm:presLayoutVars>
          <dgm:hierBranch val="init"/>
        </dgm:presLayoutVars>
      </dgm:prSet>
      <dgm:spPr/>
    </dgm:pt>
    <dgm:pt modelId="{47F96584-FB76-4D55-B619-D3F46DC17240}" type="pres">
      <dgm:prSet presAssocID="{E01BBFCC-D077-4F3F-8999-453BD98337C8}" presName="rootComposite2" presStyleCnt="0"/>
      <dgm:spPr/>
    </dgm:pt>
    <dgm:pt modelId="{5498378A-A46B-45B9-92E6-9BF9E0F5A910}" type="pres">
      <dgm:prSet presAssocID="{E01BBFCC-D077-4F3F-8999-453BD98337C8}" presName="rootText2" presStyleLbl="alignAcc1" presStyleIdx="0" presStyleCnt="0">
        <dgm:presLayoutVars>
          <dgm:chPref val="3"/>
        </dgm:presLayoutVars>
      </dgm:prSet>
      <dgm:spPr/>
    </dgm:pt>
    <dgm:pt modelId="{329EADBA-86F0-49D2-8D30-216A84C0C4F0}" type="pres">
      <dgm:prSet presAssocID="{E01BBFCC-D077-4F3F-8999-453BD98337C8}" presName="topArc2" presStyleLbl="parChTrans1D1" presStyleIdx="12" presStyleCnt="36"/>
      <dgm:spPr/>
    </dgm:pt>
    <dgm:pt modelId="{2D8685FB-278E-423A-8DA3-9C17FC4E9EBA}" type="pres">
      <dgm:prSet presAssocID="{E01BBFCC-D077-4F3F-8999-453BD98337C8}" presName="bottomArc2" presStyleLbl="parChTrans1D1" presStyleIdx="13" presStyleCnt="36"/>
      <dgm:spPr/>
    </dgm:pt>
    <dgm:pt modelId="{6CC44C1E-26D7-4780-8960-0E6D1CA9A98E}" type="pres">
      <dgm:prSet presAssocID="{E01BBFCC-D077-4F3F-8999-453BD98337C8}" presName="topConnNode2" presStyleLbl="node2" presStyleIdx="0" presStyleCnt="0"/>
      <dgm:spPr/>
    </dgm:pt>
    <dgm:pt modelId="{3FC200F4-F1E6-4065-B67B-04D014F0CEA6}" type="pres">
      <dgm:prSet presAssocID="{E01BBFCC-D077-4F3F-8999-453BD98337C8}" presName="hierChild4" presStyleCnt="0"/>
      <dgm:spPr/>
    </dgm:pt>
    <dgm:pt modelId="{285816EF-AB1A-4AD2-947A-3FAF1EA3E08A}" type="pres">
      <dgm:prSet presAssocID="{20B24967-398C-4FD4-A0D6-00431F419E66}" presName="Name28" presStyleLbl="parChTrans1D3" presStyleIdx="4" presStyleCnt="12"/>
      <dgm:spPr/>
    </dgm:pt>
    <dgm:pt modelId="{1B89B1CE-8719-49B4-8A4E-401D97CE4382}" type="pres">
      <dgm:prSet presAssocID="{9BA12A5A-59D5-42F5-873B-78B171817615}" presName="hierRoot2" presStyleCnt="0">
        <dgm:presLayoutVars>
          <dgm:hierBranch val="init"/>
        </dgm:presLayoutVars>
      </dgm:prSet>
      <dgm:spPr/>
    </dgm:pt>
    <dgm:pt modelId="{7B17D2DA-1015-47F4-B06C-39989F97C971}" type="pres">
      <dgm:prSet presAssocID="{9BA12A5A-59D5-42F5-873B-78B171817615}" presName="rootComposite2" presStyleCnt="0"/>
      <dgm:spPr/>
    </dgm:pt>
    <dgm:pt modelId="{F77224EE-AB33-42BF-B228-1F47F1046260}" type="pres">
      <dgm:prSet presAssocID="{9BA12A5A-59D5-42F5-873B-78B171817615}" presName="rootText2" presStyleLbl="alignAcc1" presStyleIdx="0" presStyleCnt="0">
        <dgm:presLayoutVars>
          <dgm:chPref val="3"/>
        </dgm:presLayoutVars>
      </dgm:prSet>
      <dgm:spPr/>
    </dgm:pt>
    <dgm:pt modelId="{16C5DC6B-CAC1-49F1-972F-D0C93CB9AD83}" type="pres">
      <dgm:prSet presAssocID="{9BA12A5A-59D5-42F5-873B-78B171817615}" presName="topArc2" presStyleLbl="parChTrans1D1" presStyleIdx="14" presStyleCnt="36"/>
      <dgm:spPr/>
    </dgm:pt>
    <dgm:pt modelId="{45AEFF1B-A963-4B14-9098-C3006F3F2A71}" type="pres">
      <dgm:prSet presAssocID="{9BA12A5A-59D5-42F5-873B-78B171817615}" presName="bottomArc2" presStyleLbl="parChTrans1D1" presStyleIdx="15" presStyleCnt="36"/>
      <dgm:spPr/>
    </dgm:pt>
    <dgm:pt modelId="{59F92027-74ED-4071-8B9F-C382E67F9949}" type="pres">
      <dgm:prSet presAssocID="{9BA12A5A-59D5-42F5-873B-78B171817615}" presName="topConnNode2" presStyleLbl="node3" presStyleIdx="0" presStyleCnt="0"/>
      <dgm:spPr/>
    </dgm:pt>
    <dgm:pt modelId="{DC1C6124-A855-4C22-AA77-94D3524F7B53}" type="pres">
      <dgm:prSet presAssocID="{9BA12A5A-59D5-42F5-873B-78B171817615}" presName="hierChild4" presStyleCnt="0"/>
      <dgm:spPr/>
    </dgm:pt>
    <dgm:pt modelId="{727CC99B-243D-41FA-BF63-52EF0B8E50C7}" type="pres">
      <dgm:prSet presAssocID="{9BA12A5A-59D5-42F5-873B-78B171817615}" presName="hierChild5" presStyleCnt="0"/>
      <dgm:spPr/>
    </dgm:pt>
    <dgm:pt modelId="{5A4639E8-99EF-4C94-B332-8071FF0A3535}" type="pres">
      <dgm:prSet presAssocID="{E01BBFCC-D077-4F3F-8999-453BD98337C8}" presName="hierChild5" presStyleCnt="0"/>
      <dgm:spPr/>
    </dgm:pt>
    <dgm:pt modelId="{4F95D175-D5A3-48E3-ADA7-C3FFABD74C54}" type="pres">
      <dgm:prSet presAssocID="{0AB04982-925B-4D61-88DB-8E5EB30869FC}" presName="Name28" presStyleLbl="parChTrans1D2" presStyleIdx="2" presStyleCnt="5"/>
      <dgm:spPr/>
    </dgm:pt>
    <dgm:pt modelId="{D02BC4CA-3CB2-4F5D-80D4-8F193DE1624D}" type="pres">
      <dgm:prSet presAssocID="{7BA5C133-AD70-4D80-91A7-A044C7AA8C91}" presName="hierRoot2" presStyleCnt="0">
        <dgm:presLayoutVars>
          <dgm:hierBranch val="init"/>
        </dgm:presLayoutVars>
      </dgm:prSet>
      <dgm:spPr/>
    </dgm:pt>
    <dgm:pt modelId="{D5B938A4-A74B-4FB3-8311-AC86BACCC3F8}" type="pres">
      <dgm:prSet presAssocID="{7BA5C133-AD70-4D80-91A7-A044C7AA8C91}" presName="rootComposite2" presStyleCnt="0"/>
      <dgm:spPr/>
    </dgm:pt>
    <dgm:pt modelId="{226D47AB-8530-4FA6-A0BA-7543CDEDB41C}" type="pres">
      <dgm:prSet presAssocID="{7BA5C133-AD70-4D80-91A7-A044C7AA8C91}" presName="rootText2" presStyleLbl="alignAcc1" presStyleIdx="0" presStyleCnt="0">
        <dgm:presLayoutVars>
          <dgm:chPref val="3"/>
        </dgm:presLayoutVars>
      </dgm:prSet>
      <dgm:spPr/>
    </dgm:pt>
    <dgm:pt modelId="{02EDE4E6-96CA-4AA2-84D5-4A93977D0889}" type="pres">
      <dgm:prSet presAssocID="{7BA5C133-AD70-4D80-91A7-A044C7AA8C91}" presName="topArc2" presStyleLbl="parChTrans1D1" presStyleIdx="16" presStyleCnt="36"/>
      <dgm:spPr/>
    </dgm:pt>
    <dgm:pt modelId="{5F809BF7-9DC9-4B1C-90DD-C772E1CCB4A5}" type="pres">
      <dgm:prSet presAssocID="{7BA5C133-AD70-4D80-91A7-A044C7AA8C91}" presName="bottomArc2" presStyleLbl="parChTrans1D1" presStyleIdx="17" presStyleCnt="36"/>
      <dgm:spPr/>
    </dgm:pt>
    <dgm:pt modelId="{AF2B0C1B-B2DE-474A-920D-30A1B81BB024}" type="pres">
      <dgm:prSet presAssocID="{7BA5C133-AD70-4D80-91A7-A044C7AA8C91}" presName="topConnNode2" presStyleLbl="node2" presStyleIdx="0" presStyleCnt="0"/>
      <dgm:spPr/>
    </dgm:pt>
    <dgm:pt modelId="{A4F07B16-C8D5-414E-A056-0A34743AD501}" type="pres">
      <dgm:prSet presAssocID="{7BA5C133-AD70-4D80-91A7-A044C7AA8C91}" presName="hierChild4" presStyleCnt="0"/>
      <dgm:spPr/>
    </dgm:pt>
    <dgm:pt modelId="{7B48E14E-89A6-4339-A771-962A8F2028A5}" type="pres">
      <dgm:prSet presAssocID="{8F719E0D-7BA3-47BC-AE1C-DE1A513891D3}" presName="Name28" presStyleLbl="parChTrans1D3" presStyleIdx="5" presStyleCnt="12"/>
      <dgm:spPr/>
    </dgm:pt>
    <dgm:pt modelId="{B6A6039F-A1ED-4B67-B1F3-7F7E91C0AD70}" type="pres">
      <dgm:prSet presAssocID="{355C7863-7158-4720-A260-0DCF87130D15}" presName="hierRoot2" presStyleCnt="0">
        <dgm:presLayoutVars>
          <dgm:hierBranch val="init"/>
        </dgm:presLayoutVars>
      </dgm:prSet>
      <dgm:spPr/>
    </dgm:pt>
    <dgm:pt modelId="{7625204A-982C-4549-BE3E-47C37D621284}" type="pres">
      <dgm:prSet presAssocID="{355C7863-7158-4720-A260-0DCF87130D15}" presName="rootComposite2" presStyleCnt="0"/>
      <dgm:spPr/>
    </dgm:pt>
    <dgm:pt modelId="{6409A874-47A4-40A2-94EC-FA4B7D50E2D1}" type="pres">
      <dgm:prSet presAssocID="{355C7863-7158-4720-A260-0DCF87130D15}" presName="rootText2" presStyleLbl="alignAcc1" presStyleIdx="0" presStyleCnt="0">
        <dgm:presLayoutVars>
          <dgm:chPref val="3"/>
        </dgm:presLayoutVars>
      </dgm:prSet>
      <dgm:spPr/>
    </dgm:pt>
    <dgm:pt modelId="{C9B3D330-E2B3-4EE5-ADE9-D23DF9F70AD9}" type="pres">
      <dgm:prSet presAssocID="{355C7863-7158-4720-A260-0DCF87130D15}" presName="topArc2" presStyleLbl="parChTrans1D1" presStyleIdx="18" presStyleCnt="36"/>
      <dgm:spPr/>
    </dgm:pt>
    <dgm:pt modelId="{79D893BA-079C-4790-AF13-F582E913B90F}" type="pres">
      <dgm:prSet presAssocID="{355C7863-7158-4720-A260-0DCF87130D15}" presName="bottomArc2" presStyleLbl="parChTrans1D1" presStyleIdx="19" presStyleCnt="36"/>
      <dgm:spPr/>
    </dgm:pt>
    <dgm:pt modelId="{623D0D23-EF98-4835-A1B2-9F6B1B5672FA}" type="pres">
      <dgm:prSet presAssocID="{355C7863-7158-4720-A260-0DCF87130D15}" presName="topConnNode2" presStyleLbl="node3" presStyleIdx="0" presStyleCnt="0"/>
      <dgm:spPr/>
    </dgm:pt>
    <dgm:pt modelId="{BA419E7F-EE67-42FF-8847-8DF75DA437FC}" type="pres">
      <dgm:prSet presAssocID="{355C7863-7158-4720-A260-0DCF87130D15}" presName="hierChild4" presStyleCnt="0"/>
      <dgm:spPr/>
    </dgm:pt>
    <dgm:pt modelId="{03618A6A-3997-4C8A-BB3F-19962C07A8F8}" type="pres">
      <dgm:prSet presAssocID="{355C7863-7158-4720-A260-0DCF87130D15}" presName="hierChild5" presStyleCnt="0"/>
      <dgm:spPr/>
    </dgm:pt>
    <dgm:pt modelId="{70BCB6CB-0835-49A8-B044-97E143D32EDF}" type="pres">
      <dgm:prSet presAssocID="{ADA8D4BD-10D2-4F89-A447-7BEAACAB68D7}" presName="Name28" presStyleLbl="parChTrans1D3" presStyleIdx="6" presStyleCnt="12"/>
      <dgm:spPr/>
    </dgm:pt>
    <dgm:pt modelId="{1A640C3A-009C-451B-AF6F-E60E91042E85}" type="pres">
      <dgm:prSet presAssocID="{74FA130A-DE89-459B-997C-F25E18BCE148}" presName="hierRoot2" presStyleCnt="0">
        <dgm:presLayoutVars>
          <dgm:hierBranch val="init"/>
        </dgm:presLayoutVars>
      </dgm:prSet>
      <dgm:spPr/>
    </dgm:pt>
    <dgm:pt modelId="{1B2BACA7-B9C8-480F-AC48-71A02F40EF5B}" type="pres">
      <dgm:prSet presAssocID="{74FA130A-DE89-459B-997C-F25E18BCE148}" presName="rootComposite2" presStyleCnt="0"/>
      <dgm:spPr/>
    </dgm:pt>
    <dgm:pt modelId="{F496883F-BB08-4EEC-A0F2-09193FFF3BED}" type="pres">
      <dgm:prSet presAssocID="{74FA130A-DE89-459B-997C-F25E18BCE148}" presName="rootText2" presStyleLbl="alignAcc1" presStyleIdx="0" presStyleCnt="0">
        <dgm:presLayoutVars>
          <dgm:chPref val="3"/>
        </dgm:presLayoutVars>
      </dgm:prSet>
      <dgm:spPr/>
    </dgm:pt>
    <dgm:pt modelId="{6334B561-3EFD-48D3-A731-8F11DAF498EE}" type="pres">
      <dgm:prSet presAssocID="{74FA130A-DE89-459B-997C-F25E18BCE148}" presName="topArc2" presStyleLbl="parChTrans1D1" presStyleIdx="20" presStyleCnt="36"/>
      <dgm:spPr/>
    </dgm:pt>
    <dgm:pt modelId="{52A8E94A-C9F1-4223-951A-D8682D3EC890}" type="pres">
      <dgm:prSet presAssocID="{74FA130A-DE89-459B-997C-F25E18BCE148}" presName="bottomArc2" presStyleLbl="parChTrans1D1" presStyleIdx="21" presStyleCnt="36"/>
      <dgm:spPr/>
    </dgm:pt>
    <dgm:pt modelId="{BB676497-4F70-4971-81BC-52AFD7334517}" type="pres">
      <dgm:prSet presAssocID="{74FA130A-DE89-459B-997C-F25E18BCE148}" presName="topConnNode2" presStyleLbl="node3" presStyleIdx="0" presStyleCnt="0"/>
      <dgm:spPr/>
    </dgm:pt>
    <dgm:pt modelId="{02450D1C-5E4D-49C2-ACF1-441AD32844B5}" type="pres">
      <dgm:prSet presAssocID="{74FA130A-DE89-459B-997C-F25E18BCE148}" presName="hierChild4" presStyleCnt="0"/>
      <dgm:spPr/>
    </dgm:pt>
    <dgm:pt modelId="{74DAA950-7617-4B17-A291-53B0B9D1D253}" type="pres">
      <dgm:prSet presAssocID="{74FA130A-DE89-459B-997C-F25E18BCE148}" presName="hierChild5" presStyleCnt="0"/>
      <dgm:spPr/>
    </dgm:pt>
    <dgm:pt modelId="{7E8F3CD9-09D9-4953-86AE-228C9D58EBE2}" type="pres">
      <dgm:prSet presAssocID="{92757875-0E98-4F9A-BBB2-1E3636DAEC0B}" presName="Name28" presStyleLbl="parChTrans1D3" presStyleIdx="7" presStyleCnt="12"/>
      <dgm:spPr/>
    </dgm:pt>
    <dgm:pt modelId="{41EFF9A9-2455-470C-B18A-6BE60E50506F}" type="pres">
      <dgm:prSet presAssocID="{41A4DABA-7E9B-497E-A3DD-EF8F6DA598C8}" presName="hierRoot2" presStyleCnt="0">
        <dgm:presLayoutVars>
          <dgm:hierBranch val="init"/>
        </dgm:presLayoutVars>
      </dgm:prSet>
      <dgm:spPr/>
    </dgm:pt>
    <dgm:pt modelId="{1E39081F-7693-4C84-BCDC-18CE087BD31F}" type="pres">
      <dgm:prSet presAssocID="{41A4DABA-7E9B-497E-A3DD-EF8F6DA598C8}" presName="rootComposite2" presStyleCnt="0"/>
      <dgm:spPr/>
    </dgm:pt>
    <dgm:pt modelId="{2F9E8798-D97B-424B-AAC7-BD951899075D}" type="pres">
      <dgm:prSet presAssocID="{41A4DABA-7E9B-497E-A3DD-EF8F6DA598C8}" presName="rootText2" presStyleLbl="alignAcc1" presStyleIdx="0" presStyleCnt="0">
        <dgm:presLayoutVars>
          <dgm:chPref val="3"/>
        </dgm:presLayoutVars>
      </dgm:prSet>
      <dgm:spPr/>
    </dgm:pt>
    <dgm:pt modelId="{F4F5B2B2-6A90-4DC3-8489-0F8D24941411}" type="pres">
      <dgm:prSet presAssocID="{41A4DABA-7E9B-497E-A3DD-EF8F6DA598C8}" presName="topArc2" presStyleLbl="parChTrans1D1" presStyleIdx="22" presStyleCnt="36"/>
      <dgm:spPr/>
    </dgm:pt>
    <dgm:pt modelId="{8BEDB8DC-194B-4886-9BF9-2104310DB3A5}" type="pres">
      <dgm:prSet presAssocID="{41A4DABA-7E9B-497E-A3DD-EF8F6DA598C8}" presName="bottomArc2" presStyleLbl="parChTrans1D1" presStyleIdx="23" presStyleCnt="36"/>
      <dgm:spPr/>
    </dgm:pt>
    <dgm:pt modelId="{1C4A9D20-D653-4B64-9B00-DF215685D144}" type="pres">
      <dgm:prSet presAssocID="{41A4DABA-7E9B-497E-A3DD-EF8F6DA598C8}" presName="topConnNode2" presStyleLbl="node3" presStyleIdx="0" presStyleCnt="0"/>
      <dgm:spPr/>
    </dgm:pt>
    <dgm:pt modelId="{5ED0DEC2-0320-43D5-BBEA-ED920A941427}" type="pres">
      <dgm:prSet presAssocID="{41A4DABA-7E9B-497E-A3DD-EF8F6DA598C8}" presName="hierChild4" presStyleCnt="0"/>
      <dgm:spPr/>
    </dgm:pt>
    <dgm:pt modelId="{7AF13710-E2E4-4390-8D59-86AB7F9FF73C}" type="pres">
      <dgm:prSet presAssocID="{41A4DABA-7E9B-497E-A3DD-EF8F6DA598C8}" presName="hierChild5" presStyleCnt="0"/>
      <dgm:spPr/>
    </dgm:pt>
    <dgm:pt modelId="{031B27A2-D917-4E09-8B7F-92F05CA00FE5}" type="pres">
      <dgm:prSet presAssocID="{7BA5C133-AD70-4D80-91A7-A044C7AA8C91}" presName="hierChild5" presStyleCnt="0"/>
      <dgm:spPr/>
    </dgm:pt>
    <dgm:pt modelId="{BB3A1D21-8702-4BD0-B52D-674A9E8F413A}" type="pres">
      <dgm:prSet presAssocID="{8BFE8EDE-68CF-4298-AD1C-526735D0AF88}" presName="Name28" presStyleLbl="parChTrans1D2" presStyleIdx="3" presStyleCnt="5"/>
      <dgm:spPr/>
    </dgm:pt>
    <dgm:pt modelId="{0DE58FF6-E3A7-4AE6-A4E0-1D046F3D0D6B}" type="pres">
      <dgm:prSet presAssocID="{FD805AB8-ABC1-4175-B8B6-6E84F241905D}" presName="hierRoot2" presStyleCnt="0">
        <dgm:presLayoutVars>
          <dgm:hierBranch val="init"/>
        </dgm:presLayoutVars>
      </dgm:prSet>
      <dgm:spPr/>
    </dgm:pt>
    <dgm:pt modelId="{64EE0C14-28AC-4E52-8D31-D1A35B5C760F}" type="pres">
      <dgm:prSet presAssocID="{FD805AB8-ABC1-4175-B8B6-6E84F241905D}" presName="rootComposite2" presStyleCnt="0"/>
      <dgm:spPr/>
    </dgm:pt>
    <dgm:pt modelId="{7F3F031E-9BF3-4B5F-AD29-D2EF0E25FA8C}" type="pres">
      <dgm:prSet presAssocID="{FD805AB8-ABC1-4175-B8B6-6E84F241905D}" presName="rootText2" presStyleLbl="alignAcc1" presStyleIdx="0" presStyleCnt="0">
        <dgm:presLayoutVars>
          <dgm:chPref val="3"/>
        </dgm:presLayoutVars>
      </dgm:prSet>
      <dgm:spPr/>
    </dgm:pt>
    <dgm:pt modelId="{8EC857E8-4E7F-41C3-A683-B18A317877CE}" type="pres">
      <dgm:prSet presAssocID="{FD805AB8-ABC1-4175-B8B6-6E84F241905D}" presName="topArc2" presStyleLbl="parChTrans1D1" presStyleIdx="24" presStyleCnt="36"/>
      <dgm:spPr/>
    </dgm:pt>
    <dgm:pt modelId="{B2795C75-093D-4AA0-86EB-F734976C35F8}" type="pres">
      <dgm:prSet presAssocID="{FD805AB8-ABC1-4175-B8B6-6E84F241905D}" presName="bottomArc2" presStyleLbl="parChTrans1D1" presStyleIdx="25" presStyleCnt="36"/>
      <dgm:spPr/>
    </dgm:pt>
    <dgm:pt modelId="{B9966599-4840-45AF-9A14-B307F552E911}" type="pres">
      <dgm:prSet presAssocID="{FD805AB8-ABC1-4175-B8B6-6E84F241905D}" presName="topConnNode2" presStyleLbl="node2" presStyleIdx="0" presStyleCnt="0"/>
      <dgm:spPr/>
    </dgm:pt>
    <dgm:pt modelId="{54F2B954-CF89-47E8-A7E5-D6A971D85630}" type="pres">
      <dgm:prSet presAssocID="{FD805AB8-ABC1-4175-B8B6-6E84F241905D}" presName="hierChild4" presStyleCnt="0"/>
      <dgm:spPr/>
    </dgm:pt>
    <dgm:pt modelId="{153EDA6D-208B-4E10-8EE1-5781C4D9BE89}" type="pres">
      <dgm:prSet presAssocID="{AE4D683F-67C5-42A6-B148-AADDE4C3408A}" presName="Name28" presStyleLbl="parChTrans1D3" presStyleIdx="8" presStyleCnt="12"/>
      <dgm:spPr/>
    </dgm:pt>
    <dgm:pt modelId="{F44EF11C-850D-4350-B527-03196BDB6225}" type="pres">
      <dgm:prSet presAssocID="{3E037D7A-A216-4283-8837-222C27331E60}" presName="hierRoot2" presStyleCnt="0">
        <dgm:presLayoutVars>
          <dgm:hierBranch val="init"/>
        </dgm:presLayoutVars>
      </dgm:prSet>
      <dgm:spPr/>
    </dgm:pt>
    <dgm:pt modelId="{F7C92D60-FEB0-427F-A6A4-7AF9D2126B0F}" type="pres">
      <dgm:prSet presAssocID="{3E037D7A-A216-4283-8837-222C27331E60}" presName="rootComposite2" presStyleCnt="0"/>
      <dgm:spPr/>
    </dgm:pt>
    <dgm:pt modelId="{C79B73C5-4634-4921-9C93-5895DC0E995F}" type="pres">
      <dgm:prSet presAssocID="{3E037D7A-A216-4283-8837-222C27331E60}" presName="rootText2" presStyleLbl="alignAcc1" presStyleIdx="0" presStyleCnt="0">
        <dgm:presLayoutVars>
          <dgm:chPref val="3"/>
        </dgm:presLayoutVars>
      </dgm:prSet>
      <dgm:spPr/>
    </dgm:pt>
    <dgm:pt modelId="{DBE7AE1B-882D-4D96-AE6C-DB9AE1A3C97C}" type="pres">
      <dgm:prSet presAssocID="{3E037D7A-A216-4283-8837-222C27331E60}" presName="topArc2" presStyleLbl="parChTrans1D1" presStyleIdx="26" presStyleCnt="36"/>
      <dgm:spPr/>
    </dgm:pt>
    <dgm:pt modelId="{22FE6BD4-9F39-4B7C-9DAF-FE51F40FB120}" type="pres">
      <dgm:prSet presAssocID="{3E037D7A-A216-4283-8837-222C27331E60}" presName="bottomArc2" presStyleLbl="parChTrans1D1" presStyleIdx="27" presStyleCnt="36"/>
      <dgm:spPr/>
    </dgm:pt>
    <dgm:pt modelId="{427E6199-C506-4E5A-9345-552DDD4CBCA2}" type="pres">
      <dgm:prSet presAssocID="{3E037D7A-A216-4283-8837-222C27331E60}" presName="topConnNode2" presStyleLbl="node3" presStyleIdx="0" presStyleCnt="0"/>
      <dgm:spPr/>
    </dgm:pt>
    <dgm:pt modelId="{85602BB3-55A4-4740-A0A1-405B3604649C}" type="pres">
      <dgm:prSet presAssocID="{3E037D7A-A216-4283-8837-222C27331E60}" presName="hierChild4" presStyleCnt="0"/>
      <dgm:spPr/>
    </dgm:pt>
    <dgm:pt modelId="{082628A7-9536-4BC0-A090-10A95D2E4662}" type="pres">
      <dgm:prSet presAssocID="{3E037D7A-A216-4283-8837-222C27331E60}" presName="hierChild5" presStyleCnt="0"/>
      <dgm:spPr/>
    </dgm:pt>
    <dgm:pt modelId="{ED21A6F8-E1ED-4028-B794-6F3782275402}" type="pres">
      <dgm:prSet presAssocID="{CBCEBE2C-C78E-4544-88FA-E16906078331}" presName="Name28" presStyleLbl="parChTrans1D3" presStyleIdx="9" presStyleCnt="12"/>
      <dgm:spPr/>
    </dgm:pt>
    <dgm:pt modelId="{288D6CF1-72D8-4D75-BEB7-755C2AEAA4CA}" type="pres">
      <dgm:prSet presAssocID="{F5AFC756-090B-494A-855A-EE2412738440}" presName="hierRoot2" presStyleCnt="0">
        <dgm:presLayoutVars>
          <dgm:hierBranch val="init"/>
        </dgm:presLayoutVars>
      </dgm:prSet>
      <dgm:spPr/>
    </dgm:pt>
    <dgm:pt modelId="{05B14ADE-30D8-43D0-8F43-F54CD1CC7D36}" type="pres">
      <dgm:prSet presAssocID="{F5AFC756-090B-494A-855A-EE2412738440}" presName="rootComposite2" presStyleCnt="0"/>
      <dgm:spPr/>
    </dgm:pt>
    <dgm:pt modelId="{A699092B-A843-407D-9F69-2CC73A5EAC9C}" type="pres">
      <dgm:prSet presAssocID="{F5AFC756-090B-494A-855A-EE2412738440}" presName="rootText2" presStyleLbl="alignAcc1" presStyleIdx="0" presStyleCnt="0">
        <dgm:presLayoutVars>
          <dgm:chPref val="3"/>
        </dgm:presLayoutVars>
      </dgm:prSet>
      <dgm:spPr/>
    </dgm:pt>
    <dgm:pt modelId="{98C5B6A1-E79E-4F51-A7D0-63F3A8AC1878}" type="pres">
      <dgm:prSet presAssocID="{F5AFC756-090B-494A-855A-EE2412738440}" presName="topArc2" presStyleLbl="parChTrans1D1" presStyleIdx="28" presStyleCnt="36"/>
      <dgm:spPr/>
    </dgm:pt>
    <dgm:pt modelId="{CC15CA2A-A205-48B9-B52A-D24655B8D11D}" type="pres">
      <dgm:prSet presAssocID="{F5AFC756-090B-494A-855A-EE2412738440}" presName="bottomArc2" presStyleLbl="parChTrans1D1" presStyleIdx="29" presStyleCnt="36"/>
      <dgm:spPr/>
    </dgm:pt>
    <dgm:pt modelId="{720F57F5-AE33-48A1-B76B-283E3854E8FF}" type="pres">
      <dgm:prSet presAssocID="{F5AFC756-090B-494A-855A-EE2412738440}" presName="topConnNode2" presStyleLbl="node3" presStyleIdx="0" presStyleCnt="0"/>
      <dgm:spPr/>
    </dgm:pt>
    <dgm:pt modelId="{0816999B-EDD5-40D1-9C95-1C7BD5067FCB}" type="pres">
      <dgm:prSet presAssocID="{F5AFC756-090B-494A-855A-EE2412738440}" presName="hierChild4" presStyleCnt="0"/>
      <dgm:spPr/>
    </dgm:pt>
    <dgm:pt modelId="{DED2DFA6-5BC7-4AD2-92D9-11EA488D7467}" type="pres">
      <dgm:prSet presAssocID="{F5AFC756-090B-494A-855A-EE2412738440}" presName="hierChild5" presStyleCnt="0"/>
      <dgm:spPr/>
    </dgm:pt>
    <dgm:pt modelId="{032B8F7B-6F1D-4259-A481-CF0B6C2B2E01}" type="pres">
      <dgm:prSet presAssocID="{FD805AB8-ABC1-4175-B8B6-6E84F241905D}" presName="hierChild5" presStyleCnt="0"/>
      <dgm:spPr/>
    </dgm:pt>
    <dgm:pt modelId="{CAE78FE2-4587-4005-AEC7-6C51E227F363}" type="pres">
      <dgm:prSet presAssocID="{799BA937-D485-4BA6-954F-778CDE8FC32E}" presName="Name28" presStyleLbl="parChTrans1D2" presStyleIdx="4" presStyleCnt="5"/>
      <dgm:spPr/>
    </dgm:pt>
    <dgm:pt modelId="{4DEB7924-14F1-4714-97E7-18125D2DB9A4}" type="pres">
      <dgm:prSet presAssocID="{92F68D71-CF28-40DE-8514-AF2B33BD9094}" presName="hierRoot2" presStyleCnt="0">
        <dgm:presLayoutVars>
          <dgm:hierBranch val="init"/>
        </dgm:presLayoutVars>
      </dgm:prSet>
      <dgm:spPr/>
    </dgm:pt>
    <dgm:pt modelId="{2DF3A1CA-2C80-4A5C-915A-77C16076C265}" type="pres">
      <dgm:prSet presAssocID="{92F68D71-CF28-40DE-8514-AF2B33BD9094}" presName="rootComposite2" presStyleCnt="0"/>
      <dgm:spPr/>
    </dgm:pt>
    <dgm:pt modelId="{524BF4CD-539D-4C01-B9B5-4FC228BCE9BF}" type="pres">
      <dgm:prSet presAssocID="{92F68D71-CF28-40DE-8514-AF2B33BD9094}" presName="rootText2" presStyleLbl="alignAcc1" presStyleIdx="0" presStyleCnt="0">
        <dgm:presLayoutVars>
          <dgm:chPref val="3"/>
        </dgm:presLayoutVars>
      </dgm:prSet>
      <dgm:spPr/>
    </dgm:pt>
    <dgm:pt modelId="{7DD2CE2D-3852-4C00-8317-A6A888AAB717}" type="pres">
      <dgm:prSet presAssocID="{92F68D71-CF28-40DE-8514-AF2B33BD9094}" presName="topArc2" presStyleLbl="parChTrans1D1" presStyleIdx="30" presStyleCnt="36"/>
      <dgm:spPr/>
    </dgm:pt>
    <dgm:pt modelId="{CF759253-D25E-4158-B80A-93F8BF5E82BE}" type="pres">
      <dgm:prSet presAssocID="{92F68D71-CF28-40DE-8514-AF2B33BD9094}" presName="bottomArc2" presStyleLbl="parChTrans1D1" presStyleIdx="31" presStyleCnt="36"/>
      <dgm:spPr/>
    </dgm:pt>
    <dgm:pt modelId="{AD8FC4E1-337A-4E98-B41E-F98D4B2C48AF}" type="pres">
      <dgm:prSet presAssocID="{92F68D71-CF28-40DE-8514-AF2B33BD9094}" presName="topConnNode2" presStyleLbl="node2" presStyleIdx="0" presStyleCnt="0"/>
      <dgm:spPr/>
    </dgm:pt>
    <dgm:pt modelId="{DDDFCDEA-160D-4B78-8BCB-27DA27686867}" type="pres">
      <dgm:prSet presAssocID="{92F68D71-CF28-40DE-8514-AF2B33BD9094}" presName="hierChild4" presStyleCnt="0"/>
      <dgm:spPr/>
    </dgm:pt>
    <dgm:pt modelId="{ED3FF58A-4FC2-422E-843F-869B68192D7D}" type="pres">
      <dgm:prSet presAssocID="{96D96D15-4EFB-4624-87AE-1E7E8A958A07}" presName="Name28" presStyleLbl="parChTrans1D3" presStyleIdx="10" presStyleCnt="12"/>
      <dgm:spPr/>
    </dgm:pt>
    <dgm:pt modelId="{3E368CE3-CDA2-4276-96BE-3ADA8A1A59E5}" type="pres">
      <dgm:prSet presAssocID="{DA29CE16-A371-4651-91EB-1CC56DDB3687}" presName="hierRoot2" presStyleCnt="0">
        <dgm:presLayoutVars>
          <dgm:hierBranch val="init"/>
        </dgm:presLayoutVars>
      </dgm:prSet>
      <dgm:spPr/>
    </dgm:pt>
    <dgm:pt modelId="{1733C722-D160-488A-BC2E-9EBAEE732409}" type="pres">
      <dgm:prSet presAssocID="{DA29CE16-A371-4651-91EB-1CC56DDB3687}" presName="rootComposite2" presStyleCnt="0"/>
      <dgm:spPr/>
    </dgm:pt>
    <dgm:pt modelId="{2FA6B5C6-E263-4E6D-A3EB-8A1EEC46868B}" type="pres">
      <dgm:prSet presAssocID="{DA29CE16-A371-4651-91EB-1CC56DDB3687}" presName="rootText2" presStyleLbl="alignAcc1" presStyleIdx="0" presStyleCnt="0">
        <dgm:presLayoutVars>
          <dgm:chPref val="3"/>
        </dgm:presLayoutVars>
      </dgm:prSet>
      <dgm:spPr/>
    </dgm:pt>
    <dgm:pt modelId="{D839D2D9-D92E-4144-9C7B-C44A7EDF671A}" type="pres">
      <dgm:prSet presAssocID="{DA29CE16-A371-4651-91EB-1CC56DDB3687}" presName="topArc2" presStyleLbl="parChTrans1D1" presStyleIdx="32" presStyleCnt="36"/>
      <dgm:spPr/>
    </dgm:pt>
    <dgm:pt modelId="{02E5A494-7E31-41DF-B854-27812E1B1E0B}" type="pres">
      <dgm:prSet presAssocID="{DA29CE16-A371-4651-91EB-1CC56DDB3687}" presName="bottomArc2" presStyleLbl="parChTrans1D1" presStyleIdx="33" presStyleCnt="36"/>
      <dgm:spPr/>
    </dgm:pt>
    <dgm:pt modelId="{0A03F8B9-5BCA-487B-8230-7685959E4250}" type="pres">
      <dgm:prSet presAssocID="{DA29CE16-A371-4651-91EB-1CC56DDB3687}" presName="topConnNode2" presStyleLbl="node3" presStyleIdx="0" presStyleCnt="0"/>
      <dgm:spPr/>
    </dgm:pt>
    <dgm:pt modelId="{955E123E-F3C1-46A6-864D-18E8F5AC72F4}" type="pres">
      <dgm:prSet presAssocID="{DA29CE16-A371-4651-91EB-1CC56DDB3687}" presName="hierChild4" presStyleCnt="0"/>
      <dgm:spPr/>
    </dgm:pt>
    <dgm:pt modelId="{3A6CFC58-5177-402D-B5FB-CAF4CC703B33}" type="pres">
      <dgm:prSet presAssocID="{DA29CE16-A371-4651-91EB-1CC56DDB3687}" presName="hierChild5" presStyleCnt="0"/>
      <dgm:spPr/>
    </dgm:pt>
    <dgm:pt modelId="{C097A533-5F8F-4619-8296-B5A95B8F911A}" type="pres">
      <dgm:prSet presAssocID="{6221D3A5-2BB1-4223-A863-4024DC466EEC}" presName="Name28" presStyleLbl="parChTrans1D3" presStyleIdx="11" presStyleCnt="12"/>
      <dgm:spPr/>
    </dgm:pt>
    <dgm:pt modelId="{847A7B5D-4D56-42E7-BD1A-1BB7DE9655C0}" type="pres">
      <dgm:prSet presAssocID="{8950FA78-6CE4-4B2F-9249-A4561638BDCD}" presName="hierRoot2" presStyleCnt="0">
        <dgm:presLayoutVars>
          <dgm:hierBranch val="init"/>
        </dgm:presLayoutVars>
      </dgm:prSet>
      <dgm:spPr/>
    </dgm:pt>
    <dgm:pt modelId="{12701743-924A-40C1-85A4-FF1F28F17A76}" type="pres">
      <dgm:prSet presAssocID="{8950FA78-6CE4-4B2F-9249-A4561638BDCD}" presName="rootComposite2" presStyleCnt="0"/>
      <dgm:spPr/>
    </dgm:pt>
    <dgm:pt modelId="{72857FCB-71F7-4A8E-900F-D3668121449F}" type="pres">
      <dgm:prSet presAssocID="{8950FA78-6CE4-4B2F-9249-A4561638BDCD}" presName="rootText2" presStyleLbl="alignAcc1" presStyleIdx="0" presStyleCnt="0">
        <dgm:presLayoutVars>
          <dgm:chPref val="3"/>
        </dgm:presLayoutVars>
      </dgm:prSet>
      <dgm:spPr/>
    </dgm:pt>
    <dgm:pt modelId="{FA26A73B-71AA-4320-9B43-79350E1E7FED}" type="pres">
      <dgm:prSet presAssocID="{8950FA78-6CE4-4B2F-9249-A4561638BDCD}" presName="topArc2" presStyleLbl="parChTrans1D1" presStyleIdx="34" presStyleCnt="36"/>
      <dgm:spPr/>
    </dgm:pt>
    <dgm:pt modelId="{59345790-D010-4553-9D40-6B38BD513436}" type="pres">
      <dgm:prSet presAssocID="{8950FA78-6CE4-4B2F-9249-A4561638BDCD}" presName="bottomArc2" presStyleLbl="parChTrans1D1" presStyleIdx="35" presStyleCnt="36"/>
      <dgm:spPr/>
    </dgm:pt>
    <dgm:pt modelId="{F04F6965-2213-490A-824A-61B1FD5E9D6B}" type="pres">
      <dgm:prSet presAssocID="{8950FA78-6CE4-4B2F-9249-A4561638BDCD}" presName="topConnNode2" presStyleLbl="node3" presStyleIdx="0" presStyleCnt="0"/>
      <dgm:spPr/>
    </dgm:pt>
    <dgm:pt modelId="{8FA33E2C-2A8E-4E60-962A-8CD483959B77}" type="pres">
      <dgm:prSet presAssocID="{8950FA78-6CE4-4B2F-9249-A4561638BDCD}" presName="hierChild4" presStyleCnt="0"/>
      <dgm:spPr/>
    </dgm:pt>
    <dgm:pt modelId="{23820455-533A-41AB-A725-F50A92603140}" type="pres">
      <dgm:prSet presAssocID="{8950FA78-6CE4-4B2F-9249-A4561638BDCD}" presName="hierChild5" presStyleCnt="0"/>
      <dgm:spPr/>
    </dgm:pt>
    <dgm:pt modelId="{5109F429-C3CB-40F6-8331-287B90769DFE}" type="pres">
      <dgm:prSet presAssocID="{92F68D71-CF28-40DE-8514-AF2B33BD9094}" presName="hierChild5" presStyleCnt="0"/>
      <dgm:spPr/>
    </dgm:pt>
    <dgm:pt modelId="{EA25B314-B5DB-4525-A8BF-FD0A0875DDD4}" type="pres">
      <dgm:prSet presAssocID="{7136BE3D-E63A-47D8-9C5D-D565DFE5AEAD}" presName="hierChild3" presStyleCnt="0"/>
      <dgm:spPr/>
    </dgm:pt>
  </dgm:ptLst>
  <dgm:cxnLst>
    <dgm:cxn modelId="{10DA6F4D-24C4-4766-8B25-04CD803AF0B2}" srcId="{FD805AB8-ABC1-4175-B8B6-6E84F241905D}" destId="{3E037D7A-A216-4283-8837-222C27331E60}" srcOrd="0" destOrd="0" parTransId="{AE4D683F-67C5-42A6-B148-AADDE4C3408A}" sibTransId="{AEE32E6D-021D-4176-932A-8B20D438B2ED}"/>
    <dgm:cxn modelId="{9D59BB8E-725F-44F1-9C79-08A6EC293D18}" srcId="{DA2045D8-D1F6-4282-9D90-F2E24FEDD7E6}" destId="{C3B8C075-3345-4BDE-8887-6BE909B05B48}" srcOrd="3" destOrd="0" parTransId="{E55D8C89-43B9-4E90-BD8C-4B472310B544}" sibTransId="{2391C19B-9F2F-4A1C-8021-FB4DD52078B0}"/>
    <dgm:cxn modelId="{B47ADC7D-2A1F-4C6C-891B-7A60BB8571DF}" type="presOf" srcId="{427C6A73-AAFA-412F-B25E-D34A2BE0117D}" destId="{61A8DBB1-86BA-425B-80D8-C1AEA876BE92}" srcOrd="0" destOrd="0" presId="urn:microsoft.com/office/officeart/2008/layout/HalfCircleOrganizationChart"/>
    <dgm:cxn modelId="{5680BEFE-3367-4CED-B187-75D02494E80F}" type="presOf" srcId="{3E037D7A-A216-4283-8837-222C27331E60}" destId="{427E6199-C506-4E5A-9345-552DDD4CBCA2}" srcOrd="1" destOrd="0" presId="urn:microsoft.com/office/officeart/2008/layout/HalfCircleOrganizationChart"/>
    <dgm:cxn modelId="{41698EE4-3F4C-494F-856E-4BFCAD18F0F9}" type="presOf" srcId="{799BA937-D485-4BA6-954F-778CDE8FC32E}" destId="{CAE78FE2-4587-4005-AEC7-6C51E227F363}" srcOrd="0" destOrd="0" presId="urn:microsoft.com/office/officeart/2008/layout/HalfCircleOrganizationChart"/>
    <dgm:cxn modelId="{99F62250-76CF-4B72-B982-196D34969511}" type="presOf" srcId="{CBCEBE2C-C78E-4544-88FA-E16906078331}" destId="{ED21A6F8-E1ED-4028-B794-6F3782275402}" srcOrd="0" destOrd="0" presId="urn:microsoft.com/office/officeart/2008/layout/HalfCircleOrganizationChart"/>
    <dgm:cxn modelId="{A1F616EA-CEF4-4BD2-84A1-C13D0B4FA2FA}" type="presOf" srcId="{7CAB9921-7EB6-4AE1-A5E8-6B25FB7B152F}" destId="{0CD17A1D-C284-4153-87C1-E907128B1EE9}" srcOrd="1" destOrd="0" presId="urn:microsoft.com/office/officeart/2008/layout/HalfCircleOrganizationChart"/>
    <dgm:cxn modelId="{336E0013-4C28-413C-B2F8-8CB4233E3388}" type="presOf" srcId="{355C7863-7158-4720-A260-0DCF87130D15}" destId="{6409A874-47A4-40A2-94EC-FA4B7D50E2D1}" srcOrd="0" destOrd="0" presId="urn:microsoft.com/office/officeart/2008/layout/HalfCircleOrganizationChart"/>
    <dgm:cxn modelId="{0E991534-1EE1-49DB-8394-A4AD60ABF74D}" type="presOf" srcId="{9D10692D-C0CF-4178-92B7-FDAF262B1BB9}" destId="{B76C361A-8E7A-4809-9774-1751F8212EEE}" srcOrd="0" destOrd="0" presId="urn:microsoft.com/office/officeart/2008/layout/HalfCircleOrganizationChart"/>
    <dgm:cxn modelId="{0F20563D-A628-48BC-846C-C42CCC08FE3E}" srcId="{E01BBFCC-D077-4F3F-8999-453BD98337C8}" destId="{9BA12A5A-59D5-42F5-873B-78B171817615}" srcOrd="0" destOrd="0" parTransId="{20B24967-398C-4FD4-A0D6-00431F419E66}" sibTransId="{9262D9BF-F9FD-40E1-B046-ACF3FDCF44B6}"/>
    <dgm:cxn modelId="{FCD7E795-5046-4BDE-8D8D-58ABEEDC326F}" type="presOf" srcId="{41A4DABA-7E9B-497E-A3DD-EF8F6DA598C8}" destId="{1C4A9D20-D653-4B64-9B00-DF215685D144}" srcOrd="1" destOrd="0" presId="urn:microsoft.com/office/officeart/2008/layout/HalfCircleOrganizationChart"/>
    <dgm:cxn modelId="{30C6B68F-CE47-401C-A3B2-272DED807B0F}" srcId="{1F6BFB08-EDA0-46EA-9E5C-170741327352}" destId="{7136BE3D-E63A-47D8-9C5D-D565DFE5AEAD}" srcOrd="0" destOrd="0" parTransId="{82A8B240-2E66-4F12-83F9-9B1349BD31A6}" sibTransId="{94424D89-CF5F-4D8D-AEB3-A319CD38E2C3}"/>
    <dgm:cxn modelId="{11F6F46A-D9FA-4CA7-9088-94D7309F6EDB}" srcId="{7136BE3D-E63A-47D8-9C5D-D565DFE5AEAD}" destId="{E01BBFCC-D077-4F3F-8999-453BD98337C8}" srcOrd="1" destOrd="0" parTransId="{DDF471C1-4AC3-4DC2-A767-35772AA7383A}" sibTransId="{38C27F6D-05DF-405A-B088-3DF671D37FE8}"/>
    <dgm:cxn modelId="{D157935F-24DA-4447-82A4-A8B1CE6B2DA9}" type="presOf" srcId="{DA29CE16-A371-4651-91EB-1CC56DDB3687}" destId="{0A03F8B9-5BCA-487B-8230-7685959E4250}" srcOrd="1" destOrd="0" presId="urn:microsoft.com/office/officeart/2008/layout/HalfCircleOrganizationChart"/>
    <dgm:cxn modelId="{369DDF93-2521-461B-BE46-F887566AE111}" srcId="{92F68D71-CF28-40DE-8514-AF2B33BD9094}" destId="{DA29CE16-A371-4651-91EB-1CC56DDB3687}" srcOrd="0" destOrd="0" parTransId="{96D96D15-4EFB-4624-87AE-1E7E8A958A07}" sibTransId="{39335F1C-7828-4CD0-96FA-24D1ACBF6F3D}"/>
    <dgm:cxn modelId="{812FE9FE-A069-4BAC-B6E9-9548F869D68F}" type="presOf" srcId="{99BC091B-6D35-43CC-862A-270FC7E06B9F}" destId="{AA3E0664-18D6-4010-B684-6F9ECF806C42}" srcOrd="1" destOrd="0" presId="urn:microsoft.com/office/officeart/2008/layout/HalfCircleOrganizationChart"/>
    <dgm:cxn modelId="{3AD3BCB4-03ED-4D0E-8A43-C933E952454B}" type="presOf" srcId="{8BFE8EDE-68CF-4298-AD1C-526735D0AF88}" destId="{BB3A1D21-8702-4BD0-B52D-674A9E8F413A}" srcOrd="0" destOrd="0" presId="urn:microsoft.com/office/officeart/2008/layout/HalfCircleOrganizationChart"/>
    <dgm:cxn modelId="{80FCB75A-0702-4366-8B35-849E8EE353CD}" type="presOf" srcId="{6EA390EA-712D-4A51-84CF-A4B049DFBFC7}" destId="{43995BC8-241E-47EA-B2DA-5B5EF58163CA}" srcOrd="0" destOrd="0" presId="urn:microsoft.com/office/officeart/2008/layout/HalfCircleOrganizationChart"/>
    <dgm:cxn modelId="{05799DB6-8C21-48D9-BBA8-45B6E5124BF2}" type="presOf" srcId="{3E037D7A-A216-4283-8837-222C27331E60}" destId="{C79B73C5-4634-4921-9C93-5895DC0E995F}" srcOrd="0" destOrd="0" presId="urn:microsoft.com/office/officeart/2008/layout/HalfCircleOrganizationChart"/>
    <dgm:cxn modelId="{D7451863-5D88-4803-9EE5-BD2C8CE292FC}" type="presOf" srcId="{E01BBFCC-D077-4F3F-8999-453BD98337C8}" destId="{6CC44C1E-26D7-4780-8960-0E6D1CA9A98E}" srcOrd="1" destOrd="0" presId="urn:microsoft.com/office/officeart/2008/layout/HalfCircleOrganizationChart"/>
    <dgm:cxn modelId="{189D9FD1-ABFA-4DF9-BA99-086EAE71F831}" srcId="{7136BE3D-E63A-47D8-9C5D-D565DFE5AEAD}" destId="{92F68D71-CF28-40DE-8514-AF2B33BD9094}" srcOrd="4" destOrd="0" parTransId="{799BA937-D485-4BA6-954F-778CDE8FC32E}" sibTransId="{25C2A604-7D08-44CE-9196-D284C61AEDC8}"/>
    <dgm:cxn modelId="{69FE88C0-F573-4A28-A3FB-22B6A6B7E768}" type="presOf" srcId="{F5AFC756-090B-494A-855A-EE2412738440}" destId="{A699092B-A843-407D-9F69-2CC73A5EAC9C}" srcOrd="0" destOrd="0" presId="urn:microsoft.com/office/officeart/2008/layout/HalfCircleOrganizationChart"/>
    <dgm:cxn modelId="{2DD43324-9814-4E8E-AF9C-5657BC8EAC0B}" type="presOf" srcId="{E55D8C89-43B9-4E90-BD8C-4B472310B544}" destId="{E7B17FC5-9399-4446-AD20-B8B713D3333D}" srcOrd="0" destOrd="0" presId="urn:microsoft.com/office/officeart/2008/layout/HalfCircleOrganizationChart"/>
    <dgm:cxn modelId="{606B42A1-86D7-4025-9AAE-1CA9A842CFAC}" type="presOf" srcId="{96D96D15-4EFB-4624-87AE-1E7E8A958A07}" destId="{ED3FF58A-4FC2-422E-843F-869B68192D7D}" srcOrd="0" destOrd="0" presId="urn:microsoft.com/office/officeart/2008/layout/HalfCircleOrganizationChart"/>
    <dgm:cxn modelId="{FB5A0CCA-939D-4CA0-9A67-C68086BEB8B0}" srcId="{7136BE3D-E63A-47D8-9C5D-D565DFE5AEAD}" destId="{DA2045D8-D1F6-4282-9D90-F2E24FEDD7E6}" srcOrd="0" destOrd="0" parTransId="{6EA390EA-712D-4A51-84CF-A4B049DFBFC7}" sibTransId="{238EF500-0639-49B3-8BF1-2942F5268029}"/>
    <dgm:cxn modelId="{CB2FED7E-A218-4281-BA91-C8F6A619FB59}" type="presOf" srcId="{7BA5C133-AD70-4D80-91A7-A044C7AA8C91}" destId="{226D47AB-8530-4FA6-A0BA-7543CDEDB41C}" srcOrd="0" destOrd="0" presId="urn:microsoft.com/office/officeart/2008/layout/HalfCircleOrganizationChart"/>
    <dgm:cxn modelId="{905A0083-AE27-4D56-BE76-ABE977F65527}" type="presOf" srcId="{9BA12A5A-59D5-42F5-873B-78B171817615}" destId="{F77224EE-AB33-42BF-B228-1F47F1046260}" srcOrd="0" destOrd="0" presId="urn:microsoft.com/office/officeart/2008/layout/HalfCircleOrganizationChart"/>
    <dgm:cxn modelId="{20E2E6F2-C5B1-4410-93D7-127846175CB0}" type="presOf" srcId="{74FA130A-DE89-459B-997C-F25E18BCE148}" destId="{BB676497-4F70-4971-81BC-52AFD7334517}" srcOrd="1" destOrd="0" presId="urn:microsoft.com/office/officeart/2008/layout/HalfCircleOrganizationChart"/>
    <dgm:cxn modelId="{0F0CA66A-134B-4156-928C-77FE7212AC3F}" type="presOf" srcId="{AE4D683F-67C5-42A6-B148-AADDE4C3408A}" destId="{153EDA6D-208B-4E10-8EE1-5781C4D9BE89}" srcOrd="0" destOrd="0" presId="urn:microsoft.com/office/officeart/2008/layout/HalfCircleOrganizationChart"/>
    <dgm:cxn modelId="{F327642F-7D89-4BB7-83BB-D246F0DF19BA}" srcId="{7BA5C133-AD70-4D80-91A7-A044C7AA8C91}" destId="{41A4DABA-7E9B-497E-A3DD-EF8F6DA598C8}" srcOrd="2" destOrd="0" parTransId="{92757875-0E98-4F9A-BBB2-1E3636DAEC0B}" sibTransId="{2B4971EB-18E1-4F91-A48D-A3B112FD7B5E}"/>
    <dgm:cxn modelId="{3D230D1C-8D1B-4EE6-834A-243C5D58374C}" srcId="{FD805AB8-ABC1-4175-B8B6-6E84F241905D}" destId="{F5AFC756-090B-494A-855A-EE2412738440}" srcOrd="1" destOrd="0" parTransId="{CBCEBE2C-C78E-4544-88FA-E16906078331}" sibTransId="{306DF21A-404B-4CAE-A943-7EEACE84447B}"/>
    <dgm:cxn modelId="{A22865A3-AD05-4FC5-A1DE-7F03AD6F2F5F}" srcId="{7BA5C133-AD70-4D80-91A7-A044C7AA8C91}" destId="{355C7863-7158-4720-A260-0DCF87130D15}" srcOrd="0" destOrd="0" parTransId="{8F719E0D-7BA3-47BC-AE1C-DE1A513891D3}" sibTransId="{5B1D895D-79A3-4512-B8D6-F8CF513E35C0}"/>
    <dgm:cxn modelId="{15063619-3413-43D1-B223-9966D1D32D4A}" type="presOf" srcId="{7BA5C133-AD70-4D80-91A7-A044C7AA8C91}" destId="{AF2B0C1B-B2DE-474A-920D-30A1B81BB024}" srcOrd="1" destOrd="0" presId="urn:microsoft.com/office/officeart/2008/layout/HalfCircleOrganizationChart"/>
    <dgm:cxn modelId="{1A64BCD6-781C-4D4B-A224-33DB31078DAB}" type="presOf" srcId="{7136BE3D-E63A-47D8-9C5D-D565DFE5AEAD}" destId="{DA26987A-380F-439E-AE7C-ABF53F9F88A9}" srcOrd="1" destOrd="0" presId="urn:microsoft.com/office/officeart/2008/layout/HalfCircleOrganizationChart"/>
    <dgm:cxn modelId="{3778F701-F5B9-42FB-A26F-CEA858049F92}" type="presOf" srcId="{1F6BFB08-EDA0-46EA-9E5C-170741327352}" destId="{B22DF172-C0FE-4FDC-9A89-E03A6FE11979}" srcOrd="0" destOrd="0" presId="urn:microsoft.com/office/officeart/2008/layout/HalfCircleOrganizationChart"/>
    <dgm:cxn modelId="{2176BD4D-391E-4CB2-B206-E5AD8833934E}" type="presOf" srcId="{FD805AB8-ABC1-4175-B8B6-6E84F241905D}" destId="{B9966599-4840-45AF-9A14-B307F552E911}" srcOrd="1" destOrd="0" presId="urn:microsoft.com/office/officeart/2008/layout/HalfCircleOrganizationChart"/>
    <dgm:cxn modelId="{4A417EB2-EA86-497F-A9C2-9987023E593F}" type="presOf" srcId="{DDF471C1-4AC3-4DC2-A767-35772AA7383A}" destId="{DEB4D7E2-B2A3-49EE-98C9-B280D0B5D7F6}" srcOrd="0" destOrd="0" presId="urn:microsoft.com/office/officeart/2008/layout/HalfCircleOrganizationChart"/>
    <dgm:cxn modelId="{0341D247-994F-4293-8382-31E1A235E988}" type="presOf" srcId="{355C7863-7158-4720-A260-0DCF87130D15}" destId="{623D0D23-EF98-4835-A1B2-9F6B1B5672FA}" srcOrd="1" destOrd="0" presId="urn:microsoft.com/office/officeart/2008/layout/HalfCircleOrganizationChart"/>
    <dgm:cxn modelId="{AAD93E75-9E44-4438-8FF4-EA0E712AC79C}" type="presOf" srcId="{9D10692D-C0CF-4178-92B7-FDAF262B1BB9}" destId="{3CE34BC3-D60D-4367-B5D7-CDD45D6A391C}" srcOrd="1" destOrd="0" presId="urn:microsoft.com/office/officeart/2008/layout/HalfCircleOrganizationChart"/>
    <dgm:cxn modelId="{E8A636F6-0940-4DF0-AFC2-6DDACF7671CA}" type="presOf" srcId="{20B24967-398C-4FD4-A0D6-00431F419E66}" destId="{285816EF-AB1A-4AD2-947A-3FAF1EA3E08A}" srcOrd="0" destOrd="0" presId="urn:microsoft.com/office/officeart/2008/layout/HalfCircleOrganizationChart"/>
    <dgm:cxn modelId="{1598F0F6-A173-4F57-9EC6-D83D5669C578}" srcId="{7136BE3D-E63A-47D8-9C5D-D565DFE5AEAD}" destId="{7BA5C133-AD70-4D80-91A7-A044C7AA8C91}" srcOrd="2" destOrd="0" parTransId="{0AB04982-925B-4D61-88DB-8E5EB30869FC}" sibTransId="{5A75A7F7-AC71-49C4-A0CB-FDB7D3A046EA}"/>
    <dgm:cxn modelId="{2EC961F4-4B08-4C3B-8CA9-9135ABBE884F}" type="presOf" srcId="{ADA8D4BD-10D2-4F89-A447-7BEAACAB68D7}" destId="{70BCB6CB-0835-49A8-B044-97E143D32EDF}" srcOrd="0" destOrd="0" presId="urn:microsoft.com/office/officeart/2008/layout/HalfCircleOrganizationChart"/>
    <dgm:cxn modelId="{2A0DFE63-9F56-4191-96EE-D6C320D8030E}" type="presOf" srcId="{E01BBFCC-D077-4F3F-8999-453BD98337C8}" destId="{5498378A-A46B-45B9-92E6-9BF9E0F5A910}" srcOrd="0" destOrd="0" presId="urn:microsoft.com/office/officeart/2008/layout/HalfCircleOrganizationChart"/>
    <dgm:cxn modelId="{AF671732-9DAF-47E3-AF47-25589F27E0C7}" type="presOf" srcId="{DA2045D8-D1F6-4282-9D90-F2E24FEDD7E6}" destId="{4573156B-9037-45B5-BED6-F3AEEB4B57A5}" srcOrd="0" destOrd="0" presId="urn:microsoft.com/office/officeart/2008/layout/HalfCircleOrganizationChart"/>
    <dgm:cxn modelId="{50821C74-F6F9-41EB-A9DB-3F8851AAD108}" type="presOf" srcId="{9BA12A5A-59D5-42F5-873B-78B171817615}" destId="{59F92027-74ED-4071-8B9F-C382E67F9949}" srcOrd="1" destOrd="0" presId="urn:microsoft.com/office/officeart/2008/layout/HalfCircleOrganizationChart"/>
    <dgm:cxn modelId="{CF9E36E9-BD83-4454-92B0-C2F1B71B21DD}" type="presOf" srcId="{8F719E0D-7BA3-47BC-AE1C-DE1A513891D3}" destId="{7B48E14E-89A6-4339-A771-962A8F2028A5}" srcOrd="0" destOrd="0" presId="urn:microsoft.com/office/officeart/2008/layout/HalfCircleOrganizationChart"/>
    <dgm:cxn modelId="{1CFC29BC-99E1-4B28-97E8-7909A6CA03CA}" srcId="{7136BE3D-E63A-47D8-9C5D-D565DFE5AEAD}" destId="{FD805AB8-ABC1-4175-B8B6-6E84F241905D}" srcOrd="3" destOrd="0" parTransId="{8BFE8EDE-68CF-4298-AD1C-526735D0AF88}" sibTransId="{3B8D2AAE-F001-4A91-9014-938BC4B41855}"/>
    <dgm:cxn modelId="{4A50B624-A4C4-47CB-9C4D-5585D28591D5}" type="presOf" srcId="{C3B8C075-3345-4BDE-8887-6BE909B05B48}" destId="{B6C2C9D8-E23D-472E-AEE5-7694B018A036}" srcOrd="0" destOrd="0" presId="urn:microsoft.com/office/officeart/2008/layout/HalfCircleOrganizationChart"/>
    <dgm:cxn modelId="{300464B8-BD71-48E7-800F-D974EB8BEDB9}" srcId="{92F68D71-CF28-40DE-8514-AF2B33BD9094}" destId="{8950FA78-6CE4-4B2F-9249-A4561638BDCD}" srcOrd="1" destOrd="0" parTransId="{6221D3A5-2BB1-4223-A863-4024DC466EEC}" sibTransId="{25496FE5-A043-4364-96B4-506C472EF06B}"/>
    <dgm:cxn modelId="{FE7691E7-C7E3-4562-AA4A-02D5ACDDC1D6}" type="presOf" srcId="{6221D3A5-2BB1-4223-A863-4024DC466EEC}" destId="{C097A533-5F8F-4619-8296-B5A95B8F911A}" srcOrd="0" destOrd="0" presId="urn:microsoft.com/office/officeart/2008/layout/HalfCircleOrganizationChart"/>
    <dgm:cxn modelId="{F3CFC219-7491-4A8E-A25A-C8741244F372}" type="presOf" srcId="{7136BE3D-E63A-47D8-9C5D-D565DFE5AEAD}" destId="{5BA14F37-3164-496B-BFFF-3FED19C1DA30}" srcOrd="0" destOrd="0" presId="urn:microsoft.com/office/officeart/2008/layout/HalfCircleOrganizationChart"/>
    <dgm:cxn modelId="{91026FCC-6F34-4365-8D32-34A3BE28B6DE}" type="presOf" srcId="{DD1F15B6-0DC6-4ED0-A357-57AAA46C7588}" destId="{C26835EC-0F1E-4552-ABF4-98E4855DE97F}" srcOrd="0" destOrd="0" presId="urn:microsoft.com/office/officeart/2008/layout/HalfCircleOrganizationChart"/>
    <dgm:cxn modelId="{89E3ABA8-FCB2-48CF-AB20-7C32F26B57AC}" type="presOf" srcId="{F5AFC756-090B-494A-855A-EE2412738440}" destId="{720F57F5-AE33-48A1-B76B-283E3854E8FF}" srcOrd="1" destOrd="0" presId="urn:microsoft.com/office/officeart/2008/layout/HalfCircleOrganizationChart"/>
    <dgm:cxn modelId="{4C516105-E1B0-4170-B59B-1D70C6B33238}" type="presOf" srcId="{99BC091B-6D35-43CC-862A-270FC7E06B9F}" destId="{71A77E4C-3B07-42A6-BAA1-F30D2C5DBF9A}" srcOrd="0" destOrd="0" presId="urn:microsoft.com/office/officeart/2008/layout/HalfCircleOrganizationChart"/>
    <dgm:cxn modelId="{95023FED-0C53-4D2E-A0A4-7C519C4A3148}" srcId="{7BA5C133-AD70-4D80-91A7-A044C7AA8C91}" destId="{74FA130A-DE89-459B-997C-F25E18BCE148}" srcOrd="1" destOrd="0" parTransId="{ADA8D4BD-10D2-4F89-A447-7BEAACAB68D7}" sibTransId="{4A6816BD-1463-48EC-8336-2B528A15A152}"/>
    <dgm:cxn modelId="{A273AE0B-1974-4137-B6B6-1EA832CB9F78}" type="presOf" srcId="{0AB04982-925B-4D61-88DB-8E5EB30869FC}" destId="{4F95D175-D5A3-48E3-ADA7-C3FFABD74C54}" srcOrd="0" destOrd="0" presId="urn:microsoft.com/office/officeart/2008/layout/HalfCircleOrganizationChart"/>
    <dgm:cxn modelId="{C8298990-8388-4E24-A7A1-3D245DCB3799}" type="presOf" srcId="{92F68D71-CF28-40DE-8514-AF2B33BD9094}" destId="{524BF4CD-539D-4C01-B9B5-4FC228BCE9BF}" srcOrd="0" destOrd="0" presId="urn:microsoft.com/office/officeart/2008/layout/HalfCircleOrganizationChart"/>
    <dgm:cxn modelId="{6F66F0B7-199C-4947-B3D6-D07B9D2A0776}" type="presOf" srcId="{DA29CE16-A371-4651-91EB-1CC56DDB3687}" destId="{2FA6B5C6-E263-4E6D-A3EB-8A1EEC46868B}" srcOrd="0" destOrd="0" presId="urn:microsoft.com/office/officeart/2008/layout/HalfCircleOrganizationChart"/>
    <dgm:cxn modelId="{EB74706B-DD56-4C7C-8508-BA423B504884}" type="presOf" srcId="{8950FA78-6CE4-4B2F-9249-A4561638BDCD}" destId="{F04F6965-2213-490A-824A-61B1FD5E9D6B}" srcOrd="1" destOrd="0" presId="urn:microsoft.com/office/officeart/2008/layout/HalfCircleOrganizationChart"/>
    <dgm:cxn modelId="{2B9E6E37-4E63-4AB2-AB5F-2A08F5BD2F18}" type="presOf" srcId="{74FA130A-DE89-459B-997C-F25E18BCE148}" destId="{F496883F-BB08-4EEC-A0F2-09193FFF3BED}" srcOrd="0" destOrd="0" presId="urn:microsoft.com/office/officeart/2008/layout/HalfCircleOrganizationChart"/>
    <dgm:cxn modelId="{786DB1B7-BF94-4EB0-80F2-58C89EC60F72}" type="presOf" srcId="{FD805AB8-ABC1-4175-B8B6-6E84F241905D}" destId="{7F3F031E-9BF3-4B5F-AD29-D2EF0E25FA8C}" srcOrd="0" destOrd="0" presId="urn:microsoft.com/office/officeart/2008/layout/HalfCircleOrganizationChart"/>
    <dgm:cxn modelId="{FA83907F-1500-44AE-9CA9-3B2F5CF2CAEF}" srcId="{DA2045D8-D1F6-4282-9D90-F2E24FEDD7E6}" destId="{7CAB9921-7EB6-4AE1-A5E8-6B25FB7B152F}" srcOrd="1" destOrd="0" parTransId="{DD1F15B6-0DC6-4ED0-A357-57AAA46C7588}" sibTransId="{2FFDCAB0-5823-436B-9A8D-E2B0856A2F5A}"/>
    <dgm:cxn modelId="{E0E684BD-3D8E-4FA1-BF1E-CA5361ED0500}" type="presOf" srcId="{C3B8C075-3345-4BDE-8887-6BE909B05B48}" destId="{E088ECA8-0B94-4C68-9F89-AFC3FB70E695}" srcOrd="1" destOrd="0" presId="urn:microsoft.com/office/officeart/2008/layout/HalfCircleOrganizationChart"/>
    <dgm:cxn modelId="{06E26327-51D4-4149-9311-432018FEF751}" type="presOf" srcId="{DA2045D8-D1F6-4282-9D90-F2E24FEDD7E6}" destId="{6A5E8B30-36EF-4387-A975-9EFED2A128BC}" srcOrd="1" destOrd="0" presId="urn:microsoft.com/office/officeart/2008/layout/HalfCircleOrganizationChart"/>
    <dgm:cxn modelId="{E34EE67A-EB34-488B-8D5F-59B3077EB444}" srcId="{DA2045D8-D1F6-4282-9D90-F2E24FEDD7E6}" destId="{99BC091B-6D35-43CC-862A-270FC7E06B9F}" srcOrd="2" destOrd="0" parTransId="{BA9C27B6-D65E-4025-BD92-1180611B2EC4}" sibTransId="{D89A9FC8-8A9E-4174-AD5C-2977AE63CDC2}"/>
    <dgm:cxn modelId="{750C7BD0-FBC6-4482-8113-5AEEA52B3806}" srcId="{DA2045D8-D1F6-4282-9D90-F2E24FEDD7E6}" destId="{9D10692D-C0CF-4178-92B7-FDAF262B1BB9}" srcOrd="0" destOrd="0" parTransId="{427C6A73-AAFA-412F-B25E-D34A2BE0117D}" sibTransId="{9A2D15B4-0985-4E0C-B9A2-57818497DECC}"/>
    <dgm:cxn modelId="{B46DB72F-304F-49E7-ACD6-EE1B22641DC3}" type="presOf" srcId="{92757875-0E98-4F9A-BBB2-1E3636DAEC0B}" destId="{7E8F3CD9-09D9-4953-86AE-228C9D58EBE2}" srcOrd="0" destOrd="0" presId="urn:microsoft.com/office/officeart/2008/layout/HalfCircleOrganizationChart"/>
    <dgm:cxn modelId="{02B25079-8A25-4122-88A5-C871815CF867}" type="presOf" srcId="{8950FA78-6CE4-4B2F-9249-A4561638BDCD}" destId="{72857FCB-71F7-4A8E-900F-D3668121449F}" srcOrd="0" destOrd="0" presId="urn:microsoft.com/office/officeart/2008/layout/HalfCircleOrganizationChart"/>
    <dgm:cxn modelId="{A79B3C0F-CCBC-48D5-BCB8-5307BFF41756}" type="presOf" srcId="{BA9C27B6-D65E-4025-BD92-1180611B2EC4}" destId="{05B643D8-4701-45D1-BF8C-058D989DD1D8}" srcOrd="0" destOrd="0" presId="urn:microsoft.com/office/officeart/2008/layout/HalfCircleOrganizationChart"/>
    <dgm:cxn modelId="{390CFEDA-1F69-4449-90FA-7065E53066BC}" type="presOf" srcId="{7CAB9921-7EB6-4AE1-A5E8-6B25FB7B152F}" destId="{6CF1731A-87C6-454F-BC48-BD8A686ACEDD}" srcOrd="0" destOrd="0" presId="urn:microsoft.com/office/officeart/2008/layout/HalfCircleOrganizationChart"/>
    <dgm:cxn modelId="{98D18987-36E5-406E-8DE4-AA9CFFDC7E27}" type="presOf" srcId="{41A4DABA-7E9B-497E-A3DD-EF8F6DA598C8}" destId="{2F9E8798-D97B-424B-AAC7-BD951899075D}" srcOrd="0" destOrd="0" presId="urn:microsoft.com/office/officeart/2008/layout/HalfCircleOrganizationChart"/>
    <dgm:cxn modelId="{344DEABA-A1F0-4EF0-9357-92F90BB948A8}" type="presOf" srcId="{92F68D71-CF28-40DE-8514-AF2B33BD9094}" destId="{AD8FC4E1-337A-4E98-B41E-F98D4B2C48AF}" srcOrd="1" destOrd="0" presId="urn:microsoft.com/office/officeart/2008/layout/HalfCircleOrganizationChart"/>
    <dgm:cxn modelId="{667801DC-56D3-4FA7-B8B4-6C9F3F5BC99B}" type="presParOf" srcId="{B22DF172-C0FE-4FDC-9A89-E03A6FE11979}" destId="{EA239E3E-FECF-42F1-B45B-1FD0E42C3482}" srcOrd="0" destOrd="0" presId="urn:microsoft.com/office/officeart/2008/layout/HalfCircleOrganizationChart"/>
    <dgm:cxn modelId="{3A8178D5-1C86-4AAD-A451-A2D1FBB4A332}" type="presParOf" srcId="{EA239E3E-FECF-42F1-B45B-1FD0E42C3482}" destId="{E124C21E-6359-43B1-BBB6-5AE686FA529E}" srcOrd="0" destOrd="0" presId="urn:microsoft.com/office/officeart/2008/layout/HalfCircleOrganizationChart"/>
    <dgm:cxn modelId="{B6EFC59B-3DB2-4F4F-A928-ADF30E4420F0}" type="presParOf" srcId="{E124C21E-6359-43B1-BBB6-5AE686FA529E}" destId="{5BA14F37-3164-496B-BFFF-3FED19C1DA30}" srcOrd="0" destOrd="0" presId="urn:microsoft.com/office/officeart/2008/layout/HalfCircleOrganizationChart"/>
    <dgm:cxn modelId="{DDF77A6E-9549-448B-B623-5DA4FEEABDF2}" type="presParOf" srcId="{E124C21E-6359-43B1-BBB6-5AE686FA529E}" destId="{562BF1BE-83F9-4404-9CBD-A856BE74F71A}" srcOrd="1" destOrd="0" presId="urn:microsoft.com/office/officeart/2008/layout/HalfCircleOrganizationChart"/>
    <dgm:cxn modelId="{2BD20AC4-A8FF-4D51-8B0D-F4EB0F065EB0}" type="presParOf" srcId="{E124C21E-6359-43B1-BBB6-5AE686FA529E}" destId="{F56297BE-38B5-4FE5-A207-DF18E3C87F06}" srcOrd="2" destOrd="0" presId="urn:microsoft.com/office/officeart/2008/layout/HalfCircleOrganizationChart"/>
    <dgm:cxn modelId="{2776DDB1-4F6F-4A88-B115-C9F81857B795}" type="presParOf" srcId="{E124C21E-6359-43B1-BBB6-5AE686FA529E}" destId="{DA26987A-380F-439E-AE7C-ABF53F9F88A9}" srcOrd="3" destOrd="0" presId="urn:microsoft.com/office/officeart/2008/layout/HalfCircleOrganizationChart"/>
    <dgm:cxn modelId="{2F30ECC0-6128-4C49-A592-CDD4317D4A55}" type="presParOf" srcId="{EA239E3E-FECF-42F1-B45B-1FD0E42C3482}" destId="{C35B5D07-A266-4016-8018-E552F0B67685}" srcOrd="1" destOrd="0" presId="urn:microsoft.com/office/officeart/2008/layout/HalfCircleOrganizationChart"/>
    <dgm:cxn modelId="{169589BF-3894-44FD-9458-30F5EE97753D}" type="presParOf" srcId="{C35B5D07-A266-4016-8018-E552F0B67685}" destId="{43995BC8-241E-47EA-B2DA-5B5EF58163CA}" srcOrd="0" destOrd="0" presId="urn:microsoft.com/office/officeart/2008/layout/HalfCircleOrganizationChart"/>
    <dgm:cxn modelId="{0C4AEE52-7032-444A-9D6F-4C44CB4928C6}" type="presParOf" srcId="{C35B5D07-A266-4016-8018-E552F0B67685}" destId="{21052319-F50A-4D41-8B7B-7FFB780EA2F0}" srcOrd="1" destOrd="0" presId="urn:microsoft.com/office/officeart/2008/layout/HalfCircleOrganizationChart"/>
    <dgm:cxn modelId="{A87E32B0-8C25-4BCC-9B34-FD50E2B8A661}" type="presParOf" srcId="{21052319-F50A-4D41-8B7B-7FFB780EA2F0}" destId="{9F92822D-C663-4F4A-9771-0138179CF002}" srcOrd="0" destOrd="0" presId="urn:microsoft.com/office/officeart/2008/layout/HalfCircleOrganizationChart"/>
    <dgm:cxn modelId="{B5FED58F-DE3A-4B14-8CC7-C8AFCF4E1CA5}" type="presParOf" srcId="{9F92822D-C663-4F4A-9771-0138179CF002}" destId="{4573156B-9037-45B5-BED6-F3AEEB4B57A5}" srcOrd="0" destOrd="0" presId="urn:microsoft.com/office/officeart/2008/layout/HalfCircleOrganizationChart"/>
    <dgm:cxn modelId="{ACC785B8-18FC-4F2E-8F17-1A7EF629CC4D}" type="presParOf" srcId="{9F92822D-C663-4F4A-9771-0138179CF002}" destId="{3710F302-990F-4913-B345-6DEC0A7BE328}" srcOrd="1" destOrd="0" presId="urn:microsoft.com/office/officeart/2008/layout/HalfCircleOrganizationChart"/>
    <dgm:cxn modelId="{868CE24D-4DA6-4376-B7D6-11330CC595A6}" type="presParOf" srcId="{9F92822D-C663-4F4A-9771-0138179CF002}" destId="{AC070ADE-4B4F-49BB-8A79-870E2E9D4C2B}" srcOrd="2" destOrd="0" presId="urn:microsoft.com/office/officeart/2008/layout/HalfCircleOrganizationChart"/>
    <dgm:cxn modelId="{86579485-1D7F-4249-8F4B-8A5AFA6624D2}" type="presParOf" srcId="{9F92822D-C663-4F4A-9771-0138179CF002}" destId="{6A5E8B30-36EF-4387-A975-9EFED2A128BC}" srcOrd="3" destOrd="0" presId="urn:microsoft.com/office/officeart/2008/layout/HalfCircleOrganizationChart"/>
    <dgm:cxn modelId="{897DDBDC-DBF0-4B08-9AFA-54B26D6BDB89}" type="presParOf" srcId="{21052319-F50A-4D41-8B7B-7FFB780EA2F0}" destId="{20A49ACC-926B-431D-8DF5-C29DA4F5FA39}" srcOrd="1" destOrd="0" presId="urn:microsoft.com/office/officeart/2008/layout/HalfCircleOrganizationChart"/>
    <dgm:cxn modelId="{12E1EF7D-1CE2-4ECD-B974-0DC5B0928B86}" type="presParOf" srcId="{20A49ACC-926B-431D-8DF5-C29DA4F5FA39}" destId="{61A8DBB1-86BA-425B-80D8-C1AEA876BE92}" srcOrd="0" destOrd="0" presId="urn:microsoft.com/office/officeart/2008/layout/HalfCircleOrganizationChart"/>
    <dgm:cxn modelId="{1D262B78-5527-40AC-B13E-628D08EF79B8}" type="presParOf" srcId="{20A49ACC-926B-431D-8DF5-C29DA4F5FA39}" destId="{1C9AAB82-452A-4681-85BE-48576F9341DD}" srcOrd="1" destOrd="0" presId="urn:microsoft.com/office/officeart/2008/layout/HalfCircleOrganizationChart"/>
    <dgm:cxn modelId="{F2CFB02B-E21D-4CE3-85D8-360F823479BD}" type="presParOf" srcId="{1C9AAB82-452A-4681-85BE-48576F9341DD}" destId="{750A99D2-4780-4B74-B34D-4F86A6127FB8}" srcOrd="0" destOrd="0" presId="urn:microsoft.com/office/officeart/2008/layout/HalfCircleOrganizationChart"/>
    <dgm:cxn modelId="{55B9CD5E-C330-4100-9B8E-DE36833A2D87}" type="presParOf" srcId="{750A99D2-4780-4B74-B34D-4F86A6127FB8}" destId="{B76C361A-8E7A-4809-9774-1751F8212EEE}" srcOrd="0" destOrd="0" presId="urn:microsoft.com/office/officeart/2008/layout/HalfCircleOrganizationChart"/>
    <dgm:cxn modelId="{C5355F65-6724-4654-B858-C561D29FE27E}" type="presParOf" srcId="{750A99D2-4780-4B74-B34D-4F86A6127FB8}" destId="{AC037D8D-6C31-4755-8F6E-09E493618BE3}" srcOrd="1" destOrd="0" presId="urn:microsoft.com/office/officeart/2008/layout/HalfCircleOrganizationChart"/>
    <dgm:cxn modelId="{626D100A-3A48-471C-B15A-B989CFC60328}" type="presParOf" srcId="{750A99D2-4780-4B74-B34D-4F86A6127FB8}" destId="{37007B3D-D070-4B94-9A2C-2C12924B12E3}" srcOrd="2" destOrd="0" presId="urn:microsoft.com/office/officeart/2008/layout/HalfCircleOrganizationChart"/>
    <dgm:cxn modelId="{2EA2957C-0AC7-4DFE-9834-13730496D5C0}" type="presParOf" srcId="{750A99D2-4780-4B74-B34D-4F86A6127FB8}" destId="{3CE34BC3-D60D-4367-B5D7-CDD45D6A391C}" srcOrd="3" destOrd="0" presId="urn:microsoft.com/office/officeart/2008/layout/HalfCircleOrganizationChart"/>
    <dgm:cxn modelId="{3A2700CC-99CD-4137-8D19-1433DE2E48F3}" type="presParOf" srcId="{1C9AAB82-452A-4681-85BE-48576F9341DD}" destId="{F397C42A-C1AD-4849-93B7-C9AEA96AC65B}" srcOrd="1" destOrd="0" presId="urn:microsoft.com/office/officeart/2008/layout/HalfCircleOrganizationChart"/>
    <dgm:cxn modelId="{2CF7CF75-9EA3-4E11-A695-A5C9E6310AF4}" type="presParOf" srcId="{1C9AAB82-452A-4681-85BE-48576F9341DD}" destId="{95B46AC8-3679-40A2-9F11-56EE9CB4DC23}" srcOrd="2" destOrd="0" presId="urn:microsoft.com/office/officeart/2008/layout/HalfCircleOrganizationChart"/>
    <dgm:cxn modelId="{929B1A4B-E187-4160-B4E1-2129594360BC}" type="presParOf" srcId="{20A49ACC-926B-431D-8DF5-C29DA4F5FA39}" destId="{C26835EC-0F1E-4552-ABF4-98E4855DE97F}" srcOrd="2" destOrd="0" presId="urn:microsoft.com/office/officeart/2008/layout/HalfCircleOrganizationChart"/>
    <dgm:cxn modelId="{D4A4543F-A001-4AEF-97D8-A8D17EFAC037}" type="presParOf" srcId="{20A49ACC-926B-431D-8DF5-C29DA4F5FA39}" destId="{38827EBF-EF56-4409-8E38-0A0F537ED873}" srcOrd="3" destOrd="0" presId="urn:microsoft.com/office/officeart/2008/layout/HalfCircleOrganizationChart"/>
    <dgm:cxn modelId="{8D3BE0CE-431D-457E-8FDD-6C8F0C604D7A}" type="presParOf" srcId="{38827EBF-EF56-4409-8E38-0A0F537ED873}" destId="{6F0F990E-C115-428E-851F-3BBCA009AE88}" srcOrd="0" destOrd="0" presId="urn:microsoft.com/office/officeart/2008/layout/HalfCircleOrganizationChart"/>
    <dgm:cxn modelId="{8A932AE3-DC61-4A28-869D-AA3DBED14C30}" type="presParOf" srcId="{6F0F990E-C115-428E-851F-3BBCA009AE88}" destId="{6CF1731A-87C6-454F-BC48-BD8A686ACEDD}" srcOrd="0" destOrd="0" presId="urn:microsoft.com/office/officeart/2008/layout/HalfCircleOrganizationChart"/>
    <dgm:cxn modelId="{ADA0AFE3-48B8-4B56-8854-55CCFDD3336E}" type="presParOf" srcId="{6F0F990E-C115-428E-851F-3BBCA009AE88}" destId="{05248D9D-B8F4-47C8-B670-E258AA37AB74}" srcOrd="1" destOrd="0" presId="urn:microsoft.com/office/officeart/2008/layout/HalfCircleOrganizationChart"/>
    <dgm:cxn modelId="{CC8D3718-9486-4B42-8652-D62D10DCE994}" type="presParOf" srcId="{6F0F990E-C115-428E-851F-3BBCA009AE88}" destId="{CE5BD3A9-3558-4B6B-8B35-1AE897748BA6}" srcOrd="2" destOrd="0" presId="urn:microsoft.com/office/officeart/2008/layout/HalfCircleOrganizationChart"/>
    <dgm:cxn modelId="{51BF338F-CA1E-4841-9A52-11CF628C8EE1}" type="presParOf" srcId="{6F0F990E-C115-428E-851F-3BBCA009AE88}" destId="{0CD17A1D-C284-4153-87C1-E907128B1EE9}" srcOrd="3" destOrd="0" presId="urn:microsoft.com/office/officeart/2008/layout/HalfCircleOrganizationChart"/>
    <dgm:cxn modelId="{D7B3CCAF-3051-4ED6-9BC3-D1D4479194AB}" type="presParOf" srcId="{38827EBF-EF56-4409-8E38-0A0F537ED873}" destId="{339A5F5F-82B6-4D00-A725-6CEB91CE7C0B}" srcOrd="1" destOrd="0" presId="urn:microsoft.com/office/officeart/2008/layout/HalfCircleOrganizationChart"/>
    <dgm:cxn modelId="{1EEE062F-2E9F-44FC-B31D-79CCBDF5EEDA}" type="presParOf" srcId="{38827EBF-EF56-4409-8E38-0A0F537ED873}" destId="{1630BEF1-3F6A-4D5D-9DE7-D2ABD397B272}" srcOrd="2" destOrd="0" presId="urn:microsoft.com/office/officeart/2008/layout/HalfCircleOrganizationChart"/>
    <dgm:cxn modelId="{AED62DA5-FD0D-4755-9173-C2AD90F9E10D}" type="presParOf" srcId="{20A49ACC-926B-431D-8DF5-C29DA4F5FA39}" destId="{05B643D8-4701-45D1-BF8C-058D989DD1D8}" srcOrd="4" destOrd="0" presId="urn:microsoft.com/office/officeart/2008/layout/HalfCircleOrganizationChart"/>
    <dgm:cxn modelId="{A21D7289-35C2-4D90-8A1A-73FFCB51D661}" type="presParOf" srcId="{20A49ACC-926B-431D-8DF5-C29DA4F5FA39}" destId="{CE50D793-1122-4293-9EF6-937FC60E6144}" srcOrd="5" destOrd="0" presId="urn:microsoft.com/office/officeart/2008/layout/HalfCircleOrganizationChart"/>
    <dgm:cxn modelId="{1078F758-5EB0-4D8F-8D55-2E4FAED6F66E}" type="presParOf" srcId="{CE50D793-1122-4293-9EF6-937FC60E6144}" destId="{46A21276-C65F-454D-80D2-9D572A1DB3D4}" srcOrd="0" destOrd="0" presId="urn:microsoft.com/office/officeart/2008/layout/HalfCircleOrganizationChart"/>
    <dgm:cxn modelId="{B9F7A45E-91BF-4CE5-9293-8CFB39C4BA8A}" type="presParOf" srcId="{46A21276-C65F-454D-80D2-9D572A1DB3D4}" destId="{71A77E4C-3B07-42A6-BAA1-F30D2C5DBF9A}" srcOrd="0" destOrd="0" presId="urn:microsoft.com/office/officeart/2008/layout/HalfCircleOrganizationChart"/>
    <dgm:cxn modelId="{9FF1E013-DC86-47EC-A290-AACB37A2E342}" type="presParOf" srcId="{46A21276-C65F-454D-80D2-9D572A1DB3D4}" destId="{7C553125-4D57-4D3F-87A8-0E8402E74DA0}" srcOrd="1" destOrd="0" presId="urn:microsoft.com/office/officeart/2008/layout/HalfCircleOrganizationChart"/>
    <dgm:cxn modelId="{9D17E8F3-84C7-4390-BCB6-D718A85F1CFB}" type="presParOf" srcId="{46A21276-C65F-454D-80D2-9D572A1DB3D4}" destId="{5A9F882C-D979-4CA4-A749-FEE6566B9DE9}" srcOrd="2" destOrd="0" presId="urn:microsoft.com/office/officeart/2008/layout/HalfCircleOrganizationChart"/>
    <dgm:cxn modelId="{13DAB9E5-0740-49E5-8C9A-2B9AD108CF94}" type="presParOf" srcId="{46A21276-C65F-454D-80D2-9D572A1DB3D4}" destId="{AA3E0664-18D6-4010-B684-6F9ECF806C42}" srcOrd="3" destOrd="0" presId="urn:microsoft.com/office/officeart/2008/layout/HalfCircleOrganizationChart"/>
    <dgm:cxn modelId="{D40B45DF-A357-4846-B64C-0E7417129F3E}" type="presParOf" srcId="{CE50D793-1122-4293-9EF6-937FC60E6144}" destId="{04F904AE-6550-43DD-A0E7-1732D1B67BF1}" srcOrd="1" destOrd="0" presId="urn:microsoft.com/office/officeart/2008/layout/HalfCircleOrganizationChart"/>
    <dgm:cxn modelId="{91B2D0B3-83B6-4CDD-ABCB-2432E3446859}" type="presParOf" srcId="{CE50D793-1122-4293-9EF6-937FC60E6144}" destId="{1A712F6E-4451-449F-B4EB-197C8F9BDFE0}" srcOrd="2" destOrd="0" presId="urn:microsoft.com/office/officeart/2008/layout/HalfCircleOrganizationChart"/>
    <dgm:cxn modelId="{BC4C7A9E-CDCC-46C3-A672-DCB0A2CB8677}" type="presParOf" srcId="{20A49ACC-926B-431D-8DF5-C29DA4F5FA39}" destId="{E7B17FC5-9399-4446-AD20-B8B713D3333D}" srcOrd="6" destOrd="0" presId="urn:microsoft.com/office/officeart/2008/layout/HalfCircleOrganizationChart"/>
    <dgm:cxn modelId="{FA8F6AAC-D9CF-4FD5-90F4-C74BAA609B72}" type="presParOf" srcId="{20A49ACC-926B-431D-8DF5-C29DA4F5FA39}" destId="{0CA37C12-75F4-4738-93A0-F59E66586B62}" srcOrd="7" destOrd="0" presId="urn:microsoft.com/office/officeart/2008/layout/HalfCircleOrganizationChart"/>
    <dgm:cxn modelId="{1B2B75E0-6A3D-41D8-ADD1-1CC1480E644F}" type="presParOf" srcId="{0CA37C12-75F4-4738-93A0-F59E66586B62}" destId="{2CC3A9A9-E592-486B-BEEF-106A047B8513}" srcOrd="0" destOrd="0" presId="urn:microsoft.com/office/officeart/2008/layout/HalfCircleOrganizationChart"/>
    <dgm:cxn modelId="{8F08CE0A-7983-4F1E-AEB2-0619EEE094C3}" type="presParOf" srcId="{2CC3A9A9-E592-486B-BEEF-106A047B8513}" destId="{B6C2C9D8-E23D-472E-AEE5-7694B018A036}" srcOrd="0" destOrd="0" presId="urn:microsoft.com/office/officeart/2008/layout/HalfCircleOrganizationChart"/>
    <dgm:cxn modelId="{85DDE474-4CDA-433E-BE5F-9C8F76DD8535}" type="presParOf" srcId="{2CC3A9A9-E592-486B-BEEF-106A047B8513}" destId="{69F4A006-B4CF-4E2B-ADD7-64B067DC7020}" srcOrd="1" destOrd="0" presId="urn:microsoft.com/office/officeart/2008/layout/HalfCircleOrganizationChart"/>
    <dgm:cxn modelId="{EEE40850-4307-49CB-86E7-2454A63BADF7}" type="presParOf" srcId="{2CC3A9A9-E592-486B-BEEF-106A047B8513}" destId="{063BFB44-C6D0-4525-A3FB-7C81194A832B}" srcOrd="2" destOrd="0" presId="urn:microsoft.com/office/officeart/2008/layout/HalfCircleOrganizationChart"/>
    <dgm:cxn modelId="{647513AE-E4FB-4C83-A59E-41A056E4C8FB}" type="presParOf" srcId="{2CC3A9A9-E592-486B-BEEF-106A047B8513}" destId="{E088ECA8-0B94-4C68-9F89-AFC3FB70E695}" srcOrd="3" destOrd="0" presId="urn:microsoft.com/office/officeart/2008/layout/HalfCircleOrganizationChart"/>
    <dgm:cxn modelId="{972D598E-98AF-4680-BC6C-FAE02EBAE698}" type="presParOf" srcId="{0CA37C12-75F4-4738-93A0-F59E66586B62}" destId="{88E78126-F3A8-4C1B-BBEC-E2E065032A21}" srcOrd="1" destOrd="0" presId="urn:microsoft.com/office/officeart/2008/layout/HalfCircleOrganizationChart"/>
    <dgm:cxn modelId="{DE16C141-1B6E-4664-9011-2B360C2D4569}" type="presParOf" srcId="{0CA37C12-75F4-4738-93A0-F59E66586B62}" destId="{6EB9CCF4-D3F3-4328-962C-EBF1E19DDCD6}" srcOrd="2" destOrd="0" presId="urn:microsoft.com/office/officeart/2008/layout/HalfCircleOrganizationChart"/>
    <dgm:cxn modelId="{D38BB8CD-D9A9-4E58-A33D-0F8F1AFAAD56}" type="presParOf" srcId="{21052319-F50A-4D41-8B7B-7FFB780EA2F0}" destId="{79762DD0-8342-4F4E-A632-13E5A4CCAE3D}" srcOrd="2" destOrd="0" presId="urn:microsoft.com/office/officeart/2008/layout/HalfCircleOrganizationChart"/>
    <dgm:cxn modelId="{FAC276D9-F3BD-4058-970C-E5F4F5DCF4D9}" type="presParOf" srcId="{C35B5D07-A266-4016-8018-E552F0B67685}" destId="{DEB4D7E2-B2A3-49EE-98C9-B280D0B5D7F6}" srcOrd="2" destOrd="0" presId="urn:microsoft.com/office/officeart/2008/layout/HalfCircleOrganizationChart"/>
    <dgm:cxn modelId="{E6E9156B-56DF-48A5-A13B-0258B1CFD3CE}" type="presParOf" srcId="{C35B5D07-A266-4016-8018-E552F0B67685}" destId="{F709800B-C9C8-417B-A55E-BD491F6F303A}" srcOrd="3" destOrd="0" presId="urn:microsoft.com/office/officeart/2008/layout/HalfCircleOrganizationChart"/>
    <dgm:cxn modelId="{E9AD1520-00A2-4447-9895-CE8DAAF41612}" type="presParOf" srcId="{F709800B-C9C8-417B-A55E-BD491F6F303A}" destId="{47F96584-FB76-4D55-B619-D3F46DC17240}" srcOrd="0" destOrd="0" presId="urn:microsoft.com/office/officeart/2008/layout/HalfCircleOrganizationChart"/>
    <dgm:cxn modelId="{D5458288-CBF4-45F0-AC8E-45ECB67B10BF}" type="presParOf" srcId="{47F96584-FB76-4D55-B619-D3F46DC17240}" destId="{5498378A-A46B-45B9-92E6-9BF9E0F5A910}" srcOrd="0" destOrd="0" presId="urn:microsoft.com/office/officeart/2008/layout/HalfCircleOrganizationChart"/>
    <dgm:cxn modelId="{49DAA8F1-061C-45AC-88ED-D39D7273C8AA}" type="presParOf" srcId="{47F96584-FB76-4D55-B619-D3F46DC17240}" destId="{329EADBA-86F0-49D2-8D30-216A84C0C4F0}" srcOrd="1" destOrd="0" presId="urn:microsoft.com/office/officeart/2008/layout/HalfCircleOrganizationChart"/>
    <dgm:cxn modelId="{BBE8CB1D-A462-4481-9C91-4BAAD5E3B4E1}" type="presParOf" srcId="{47F96584-FB76-4D55-B619-D3F46DC17240}" destId="{2D8685FB-278E-423A-8DA3-9C17FC4E9EBA}" srcOrd="2" destOrd="0" presId="urn:microsoft.com/office/officeart/2008/layout/HalfCircleOrganizationChart"/>
    <dgm:cxn modelId="{8BD0B4FC-D66E-4D27-9B7A-5A439A3984C2}" type="presParOf" srcId="{47F96584-FB76-4D55-B619-D3F46DC17240}" destId="{6CC44C1E-26D7-4780-8960-0E6D1CA9A98E}" srcOrd="3" destOrd="0" presId="urn:microsoft.com/office/officeart/2008/layout/HalfCircleOrganizationChart"/>
    <dgm:cxn modelId="{DC406A46-2FA9-478B-9B7F-78034DCB4D2B}" type="presParOf" srcId="{F709800B-C9C8-417B-A55E-BD491F6F303A}" destId="{3FC200F4-F1E6-4065-B67B-04D014F0CEA6}" srcOrd="1" destOrd="0" presId="urn:microsoft.com/office/officeart/2008/layout/HalfCircleOrganizationChart"/>
    <dgm:cxn modelId="{9631919E-8624-4724-A456-27D21D15BA12}" type="presParOf" srcId="{3FC200F4-F1E6-4065-B67B-04D014F0CEA6}" destId="{285816EF-AB1A-4AD2-947A-3FAF1EA3E08A}" srcOrd="0" destOrd="0" presId="urn:microsoft.com/office/officeart/2008/layout/HalfCircleOrganizationChart"/>
    <dgm:cxn modelId="{DA2A7AC8-86F2-411E-B7C9-D8B9604FBB68}" type="presParOf" srcId="{3FC200F4-F1E6-4065-B67B-04D014F0CEA6}" destId="{1B89B1CE-8719-49B4-8A4E-401D97CE4382}" srcOrd="1" destOrd="0" presId="urn:microsoft.com/office/officeart/2008/layout/HalfCircleOrganizationChart"/>
    <dgm:cxn modelId="{9140206E-8D0F-4EEC-B62E-90219EE3982A}" type="presParOf" srcId="{1B89B1CE-8719-49B4-8A4E-401D97CE4382}" destId="{7B17D2DA-1015-47F4-B06C-39989F97C971}" srcOrd="0" destOrd="0" presId="urn:microsoft.com/office/officeart/2008/layout/HalfCircleOrganizationChart"/>
    <dgm:cxn modelId="{4F598F33-D07C-4F96-A692-CB9C3CD35804}" type="presParOf" srcId="{7B17D2DA-1015-47F4-B06C-39989F97C971}" destId="{F77224EE-AB33-42BF-B228-1F47F1046260}" srcOrd="0" destOrd="0" presId="urn:microsoft.com/office/officeart/2008/layout/HalfCircleOrganizationChart"/>
    <dgm:cxn modelId="{A3C521EC-5392-47FA-BB1F-5242DA191B6A}" type="presParOf" srcId="{7B17D2DA-1015-47F4-B06C-39989F97C971}" destId="{16C5DC6B-CAC1-49F1-972F-D0C93CB9AD83}" srcOrd="1" destOrd="0" presId="urn:microsoft.com/office/officeart/2008/layout/HalfCircleOrganizationChart"/>
    <dgm:cxn modelId="{277F6D7C-5D90-41C3-9C44-61EA0C3C7A0E}" type="presParOf" srcId="{7B17D2DA-1015-47F4-B06C-39989F97C971}" destId="{45AEFF1B-A963-4B14-9098-C3006F3F2A71}" srcOrd="2" destOrd="0" presId="urn:microsoft.com/office/officeart/2008/layout/HalfCircleOrganizationChart"/>
    <dgm:cxn modelId="{814D099F-CF0E-4C6B-B5A4-2B0CDC6A8168}" type="presParOf" srcId="{7B17D2DA-1015-47F4-B06C-39989F97C971}" destId="{59F92027-74ED-4071-8B9F-C382E67F9949}" srcOrd="3" destOrd="0" presId="urn:microsoft.com/office/officeart/2008/layout/HalfCircleOrganizationChart"/>
    <dgm:cxn modelId="{64936A61-C1E5-48C7-85E8-4B0DBD1AA1B6}" type="presParOf" srcId="{1B89B1CE-8719-49B4-8A4E-401D97CE4382}" destId="{DC1C6124-A855-4C22-AA77-94D3524F7B53}" srcOrd="1" destOrd="0" presId="urn:microsoft.com/office/officeart/2008/layout/HalfCircleOrganizationChart"/>
    <dgm:cxn modelId="{DBF7858A-308A-429A-9DF5-AD2103422C02}" type="presParOf" srcId="{1B89B1CE-8719-49B4-8A4E-401D97CE4382}" destId="{727CC99B-243D-41FA-BF63-52EF0B8E50C7}" srcOrd="2" destOrd="0" presId="urn:microsoft.com/office/officeart/2008/layout/HalfCircleOrganizationChart"/>
    <dgm:cxn modelId="{1A405F2C-B90B-4F1E-A6F6-A4F7DD67629C}" type="presParOf" srcId="{F709800B-C9C8-417B-A55E-BD491F6F303A}" destId="{5A4639E8-99EF-4C94-B332-8071FF0A3535}" srcOrd="2" destOrd="0" presId="urn:microsoft.com/office/officeart/2008/layout/HalfCircleOrganizationChart"/>
    <dgm:cxn modelId="{3C5CE9D5-0C38-4E77-A201-D1B94B1A62F6}" type="presParOf" srcId="{C35B5D07-A266-4016-8018-E552F0B67685}" destId="{4F95D175-D5A3-48E3-ADA7-C3FFABD74C54}" srcOrd="4" destOrd="0" presId="urn:microsoft.com/office/officeart/2008/layout/HalfCircleOrganizationChart"/>
    <dgm:cxn modelId="{CA396148-8DA0-432B-BE23-E0EB3FF2A1F8}" type="presParOf" srcId="{C35B5D07-A266-4016-8018-E552F0B67685}" destId="{D02BC4CA-3CB2-4F5D-80D4-8F193DE1624D}" srcOrd="5" destOrd="0" presId="urn:microsoft.com/office/officeart/2008/layout/HalfCircleOrganizationChart"/>
    <dgm:cxn modelId="{AB875E3E-2489-4FAF-B3DF-B1E5D793A84A}" type="presParOf" srcId="{D02BC4CA-3CB2-4F5D-80D4-8F193DE1624D}" destId="{D5B938A4-A74B-4FB3-8311-AC86BACCC3F8}" srcOrd="0" destOrd="0" presId="urn:microsoft.com/office/officeart/2008/layout/HalfCircleOrganizationChart"/>
    <dgm:cxn modelId="{49D82F92-CAA4-4391-97E9-A20CC352D818}" type="presParOf" srcId="{D5B938A4-A74B-4FB3-8311-AC86BACCC3F8}" destId="{226D47AB-8530-4FA6-A0BA-7543CDEDB41C}" srcOrd="0" destOrd="0" presId="urn:microsoft.com/office/officeart/2008/layout/HalfCircleOrganizationChart"/>
    <dgm:cxn modelId="{34D47E0E-7D8B-4F1F-8C9B-A8982709D75A}" type="presParOf" srcId="{D5B938A4-A74B-4FB3-8311-AC86BACCC3F8}" destId="{02EDE4E6-96CA-4AA2-84D5-4A93977D0889}" srcOrd="1" destOrd="0" presId="urn:microsoft.com/office/officeart/2008/layout/HalfCircleOrganizationChart"/>
    <dgm:cxn modelId="{05DF1F3C-92E5-4FEB-AF64-C7C678846E10}" type="presParOf" srcId="{D5B938A4-A74B-4FB3-8311-AC86BACCC3F8}" destId="{5F809BF7-9DC9-4B1C-90DD-C772E1CCB4A5}" srcOrd="2" destOrd="0" presId="urn:microsoft.com/office/officeart/2008/layout/HalfCircleOrganizationChart"/>
    <dgm:cxn modelId="{9FAD3A82-1FF6-4C94-A384-AFFD87433545}" type="presParOf" srcId="{D5B938A4-A74B-4FB3-8311-AC86BACCC3F8}" destId="{AF2B0C1B-B2DE-474A-920D-30A1B81BB024}" srcOrd="3" destOrd="0" presId="urn:microsoft.com/office/officeart/2008/layout/HalfCircleOrganizationChart"/>
    <dgm:cxn modelId="{500A26E6-9241-4315-BC4B-55E5BCB18C58}" type="presParOf" srcId="{D02BC4CA-3CB2-4F5D-80D4-8F193DE1624D}" destId="{A4F07B16-C8D5-414E-A056-0A34743AD501}" srcOrd="1" destOrd="0" presId="urn:microsoft.com/office/officeart/2008/layout/HalfCircleOrganizationChart"/>
    <dgm:cxn modelId="{B88CDFFB-D2A0-4676-AFFC-6F000F786D0D}" type="presParOf" srcId="{A4F07B16-C8D5-414E-A056-0A34743AD501}" destId="{7B48E14E-89A6-4339-A771-962A8F2028A5}" srcOrd="0" destOrd="0" presId="urn:microsoft.com/office/officeart/2008/layout/HalfCircleOrganizationChart"/>
    <dgm:cxn modelId="{23D0645E-6671-426E-B13E-614227DD9B47}" type="presParOf" srcId="{A4F07B16-C8D5-414E-A056-0A34743AD501}" destId="{B6A6039F-A1ED-4B67-B1F3-7F7E91C0AD70}" srcOrd="1" destOrd="0" presId="urn:microsoft.com/office/officeart/2008/layout/HalfCircleOrganizationChart"/>
    <dgm:cxn modelId="{1B6CAA3B-FDA6-44BA-9AB7-84E150643327}" type="presParOf" srcId="{B6A6039F-A1ED-4B67-B1F3-7F7E91C0AD70}" destId="{7625204A-982C-4549-BE3E-47C37D621284}" srcOrd="0" destOrd="0" presId="urn:microsoft.com/office/officeart/2008/layout/HalfCircleOrganizationChart"/>
    <dgm:cxn modelId="{A9872079-BD50-4FBB-AEEF-DEE3DA2438BA}" type="presParOf" srcId="{7625204A-982C-4549-BE3E-47C37D621284}" destId="{6409A874-47A4-40A2-94EC-FA4B7D50E2D1}" srcOrd="0" destOrd="0" presId="urn:microsoft.com/office/officeart/2008/layout/HalfCircleOrganizationChart"/>
    <dgm:cxn modelId="{5CF418E4-FEB8-4FEA-872A-DCD8DF24AB6F}" type="presParOf" srcId="{7625204A-982C-4549-BE3E-47C37D621284}" destId="{C9B3D330-E2B3-4EE5-ADE9-D23DF9F70AD9}" srcOrd="1" destOrd="0" presId="urn:microsoft.com/office/officeart/2008/layout/HalfCircleOrganizationChart"/>
    <dgm:cxn modelId="{62BCADDD-CE5B-4E8C-AF59-06ED2B3630D8}" type="presParOf" srcId="{7625204A-982C-4549-BE3E-47C37D621284}" destId="{79D893BA-079C-4790-AF13-F582E913B90F}" srcOrd="2" destOrd="0" presId="urn:microsoft.com/office/officeart/2008/layout/HalfCircleOrganizationChart"/>
    <dgm:cxn modelId="{48149825-B449-4C90-825F-8D3378C0717C}" type="presParOf" srcId="{7625204A-982C-4549-BE3E-47C37D621284}" destId="{623D0D23-EF98-4835-A1B2-9F6B1B5672FA}" srcOrd="3" destOrd="0" presId="urn:microsoft.com/office/officeart/2008/layout/HalfCircleOrganizationChart"/>
    <dgm:cxn modelId="{1C9B30EE-A534-4E48-BCE0-4E35730A3B62}" type="presParOf" srcId="{B6A6039F-A1ED-4B67-B1F3-7F7E91C0AD70}" destId="{BA419E7F-EE67-42FF-8847-8DF75DA437FC}" srcOrd="1" destOrd="0" presId="urn:microsoft.com/office/officeart/2008/layout/HalfCircleOrganizationChart"/>
    <dgm:cxn modelId="{1E7BF838-B30A-4111-BB7E-0635470D414E}" type="presParOf" srcId="{B6A6039F-A1ED-4B67-B1F3-7F7E91C0AD70}" destId="{03618A6A-3997-4C8A-BB3F-19962C07A8F8}" srcOrd="2" destOrd="0" presId="urn:microsoft.com/office/officeart/2008/layout/HalfCircleOrganizationChart"/>
    <dgm:cxn modelId="{681D3361-DADA-4C58-BFA9-C9C173A78C77}" type="presParOf" srcId="{A4F07B16-C8D5-414E-A056-0A34743AD501}" destId="{70BCB6CB-0835-49A8-B044-97E143D32EDF}" srcOrd="2" destOrd="0" presId="urn:microsoft.com/office/officeart/2008/layout/HalfCircleOrganizationChart"/>
    <dgm:cxn modelId="{B75214A9-30E9-4AD1-BDAA-B718FC923C22}" type="presParOf" srcId="{A4F07B16-C8D5-414E-A056-0A34743AD501}" destId="{1A640C3A-009C-451B-AF6F-E60E91042E85}" srcOrd="3" destOrd="0" presId="urn:microsoft.com/office/officeart/2008/layout/HalfCircleOrganizationChart"/>
    <dgm:cxn modelId="{57A17DD1-BC36-49B9-863F-95ED5A307A63}" type="presParOf" srcId="{1A640C3A-009C-451B-AF6F-E60E91042E85}" destId="{1B2BACA7-B9C8-480F-AC48-71A02F40EF5B}" srcOrd="0" destOrd="0" presId="urn:microsoft.com/office/officeart/2008/layout/HalfCircleOrganizationChart"/>
    <dgm:cxn modelId="{609D705E-3D1A-477A-B5B0-37ABAAB88A4B}" type="presParOf" srcId="{1B2BACA7-B9C8-480F-AC48-71A02F40EF5B}" destId="{F496883F-BB08-4EEC-A0F2-09193FFF3BED}" srcOrd="0" destOrd="0" presId="urn:microsoft.com/office/officeart/2008/layout/HalfCircleOrganizationChart"/>
    <dgm:cxn modelId="{75FD15BB-4D9D-4938-9B79-8504BFFBEAFD}" type="presParOf" srcId="{1B2BACA7-B9C8-480F-AC48-71A02F40EF5B}" destId="{6334B561-3EFD-48D3-A731-8F11DAF498EE}" srcOrd="1" destOrd="0" presId="urn:microsoft.com/office/officeart/2008/layout/HalfCircleOrganizationChart"/>
    <dgm:cxn modelId="{9C4A2673-E141-42CB-A064-60E392618A9B}" type="presParOf" srcId="{1B2BACA7-B9C8-480F-AC48-71A02F40EF5B}" destId="{52A8E94A-C9F1-4223-951A-D8682D3EC890}" srcOrd="2" destOrd="0" presId="urn:microsoft.com/office/officeart/2008/layout/HalfCircleOrganizationChart"/>
    <dgm:cxn modelId="{4ADBCBCD-1F89-4FFB-9431-AE27086A0810}" type="presParOf" srcId="{1B2BACA7-B9C8-480F-AC48-71A02F40EF5B}" destId="{BB676497-4F70-4971-81BC-52AFD7334517}" srcOrd="3" destOrd="0" presId="urn:microsoft.com/office/officeart/2008/layout/HalfCircleOrganizationChart"/>
    <dgm:cxn modelId="{132B8DF8-FC1F-4276-8854-50A3A0E5E897}" type="presParOf" srcId="{1A640C3A-009C-451B-AF6F-E60E91042E85}" destId="{02450D1C-5E4D-49C2-ACF1-441AD32844B5}" srcOrd="1" destOrd="0" presId="urn:microsoft.com/office/officeart/2008/layout/HalfCircleOrganizationChart"/>
    <dgm:cxn modelId="{B0F4FD52-192C-4537-9421-C6462A5752CC}" type="presParOf" srcId="{1A640C3A-009C-451B-AF6F-E60E91042E85}" destId="{74DAA950-7617-4B17-A291-53B0B9D1D253}" srcOrd="2" destOrd="0" presId="urn:microsoft.com/office/officeart/2008/layout/HalfCircleOrganizationChart"/>
    <dgm:cxn modelId="{CE97C911-4747-4F27-AE9F-07DDAAB6C642}" type="presParOf" srcId="{A4F07B16-C8D5-414E-A056-0A34743AD501}" destId="{7E8F3CD9-09D9-4953-86AE-228C9D58EBE2}" srcOrd="4" destOrd="0" presId="urn:microsoft.com/office/officeart/2008/layout/HalfCircleOrganizationChart"/>
    <dgm:cxn modelId="{AA55C2FC-E95C-4E90-932F-893AF8A5B44C}" type="presParOf" srcId="{A4F07B16-C8D5-414E-A056-0A34743AD501}" destId="{41EFF9A9-2455-470C-B18A-6BE60E50506F}" srcOrd="5" destOrd="0" presId="urn:microsoft.com/office/officeart/2008/layout/HalfCircleOrganizationChart"/>
    <dgm:cxn modelId="{CEB7919A-0909-483A-A0B8-CF7A43E4ED08}" type="presParOf" srcId="{41EFF9A9-2455-470C-B18A-6BE60E50506F}" destId="{1E39081F-7693-4C84-BCDC-18CE087BD31F}" srcOrd="0" destOrd="0" presId="urn:microsoft.com/office/officeart/2008/layout/HalfCircleOrganizationChart"/>
    <dgm:cxn modelId="{C4FE9CA9-5164-47AD-AD4B-9C0E28F2A1C0}" type="presParOf" srcId="{1E39081F-7693-4C84-BCDC-18CE087BD31F}" destId="{2F9E8798-D97B-424B-AAC7-BD951899075D}" srcOrd="0" destOrd="0" presId="urn:microsoft.com/office/officeart/2008/layout/HalfCircleOrganizationChart"/>
    <dgm:cxn modelId="{34C612FD-0E81-4C42-8220-A7FB8795D681}" type="presParOf" srcId="{1E39081F-7693-4C84-BCDC-18CE087BD31F}" destId="{F4F5B2B2-6A90-4DC3-8489-0F8D24941411}" srcOrd="1" destOrd="0" presId="urn:microsoft.com/office/officeart/2008/layout/HalfCircleOrganizationChart"/>
    <dgm:cxn modelId="{29EFAC0E-A660-4256-97B6-AC03A44E2710}" type="presParOf" srcId="{1E39081F-7693-4C84-BCDC-18CE087BD31F}" destId="{8BEDB8DC-194B-4886-9BF9-2104310DB3A5}" srcOrd="2" destOrd="0" presId="urn:microsoft.com/office/officeart/2008/layout/HalfCircleOrganizationChart"/>
    <dgm:cxn modelId="{BDDAAC79-4C55-4948-A013-674D41970FB1}" type="presParOf" srcId="{1E39081F-7693-4C84-BCDC-18CE087BD31F}" destId="{1C4A9D20-D653-4B64-9B00-DF215685D144}" srcOrd="3" destOrd="0" presId="urn:microsoft.com/office/officeart/2008/layout/HalfCircleOrganizationChart"/>
    <dgm:cxn modelId="{10243BEA-5CCA-4A81-A692-6C3CBF29C512}" type="presParOf" srcId="{41EFF9A9-2455-470C-B18A-6BE60E50506F}" destId="{5ED0DEC2-0320-43D5-BBEA-ED920A941427}" srcOrd="1" destOrd="0" presId="urn:microsoft.com/office/officeart/2008/layout/HalfCircleOrganizationChart"/>
    <dgm:cxn modelId="{A15A3344-B2D8-4C59-9D24-E3758F4824FE}" type="presParOf" srcId="{41EFF9A9-2455-470C-B18A-6BE60E50506F}" destId="{7AF13710-E2E4-4390-8D59-86AB7F9FF73C}" srcOrd="2" destOrd="0" presId="urn:microsoft.com/office/officeart/2008/layout/HalfCircleOrganizationChart"/>
    <dgm:cxn modelId="{0E7E7BA6-5590-4385-A368-70A772E538B0}" type="presParOf" srcId="{D02BC4CA-3CB2-4F5D-80D4-8F193DE1624D}" destId="{031B27A2-D917-4E09-8B7F-92F05CA00FE5}" srcOrd="2" destOrd="0" presId="urn:microsoft.com/office/officeart/2008/layout/HalfCircleOrganizationChart"/>
    <dgm:cxn modelId="{21949D91-702D-4FD0-B1B5-07651C2131BA}" type="presParOf" srcId="{C35B5D07-A266-4016-8018-E552F0B67685}" destId="{BB3A1D21-8702-4BD0-B52D-674A9E8F413A}" srcOrd="6" destOrd="0" presId="urn:microsoft.com/office/officeart/2008/layout/HalfCircleOrganizationChart"/>
    <dgm:cxn modelId="{3D1ABF82-5D8E-4A2B-812F-79D1284AF552}" type="presParOf" srcId="{C35B5D07-A266-4016-8018-E552F0B67685}" destId="{0DE58FF6-E3A7-4AE6-A4E0-1D046F3D0D6B}" srcOrd="7" destOrd="0" presId="urn:microsoft.com/office/officeart/2008/layout/HalfCircleOrganizationChart"/>
    <dgm:cxn modelId="{99857C6C-5955-4D49-9842-36569DA3966C}" type="presParOf" srcId="{0DE58FF6-E3A7-4AE6-A4E0-1D046F3D0D6B}" destId="{64EE0C14-28AC-4E52-8D31-D1A35B5C760F}" srcOrd="0" destOrd="0" presId="urn:microsoft.com/office/officeart/2008/layout/HalfCircleOrganizationChart"/>
    <dgm:cxn modelId="{41FBB333-8C1D-405F-9A53-DB3980DA2316}" type="presParOf" srcId="{64EE0C14-28AC-4E52-8D31-D1A35B5C760F}" destId="{7F3F031E-9BF3-4B5F-AD29-D2EF0E25FA8C}" srcOrd="0" destOrd="0" presId="urn:microsoft.com/office/officeart/2008/layout/HalfCircleOrganizationChart"/>
    <dgm:cxn modelId="{9B544472-60FA-40FC-AD37-43316906F80A}" type="presParOf" srcId="{64EE0C14-28AC-4E52-8D31-D1A35B5C760F}" destId="{8EC857E8-4E7F-41C3-A683-B18A317877CE}" srcOrd="1" destOrd="0" presId="urn:microsoft.com/office/officeart/2008/layout/HalfCircleOrganizationChart"/>
    <dgm:cxn modelId="{D1C122E4-0540-487E-B5E2-1E33EAC7794B}" type="presParOf" srcId="{64EE0C14-28AC-4E52-8D31-D1A35B5C760F}" destId="{B2795C75-093D-4AA0-86EB-F734976C35F8}" srcOrd="2" destOrd="0" presId="urn:microsoft.com/office/officeart/2008/layout/HalfCircleOrganizationChart"/>
    <dgm:cxn modelId="{FC057ABF-2BE2-402C-8B49-CDB9EBF839D5}" type="presParOf" srcId="{64EE0C14-28AC-4E52-8D31-D1A35B5C760F}" destId="{B9966599-4840-45AF-9A14-B307F552E911}" srcOrd="3" destOrd="0" presId="urn:microsoft.com/office/officeart/2008/layout/HalfCircleOrganizationChart"/>
    <dgm:cxn modelId="{F3739522-116F-4726-B876-2E9F544D67FC}" type="presParOf" srcId="{0DE58FF6-E3A7-4AE6-A4E0-1D046F3D0D6B}" destId="{54F2B954-CF89-47E8-A7E5-D6A971D85630}" srcOrd="1" destOrd="0" presId="urn:microsoft.com/office/officeart/2008/layout/HalfCircleOrganizationChart"/>
    <dgm:cxn modelId="{E9C12827-870A-46CC-A052-D12EF7F8AED3}" type="presParOf" srcId="{54F2B954-CF89-47E8-A7E5-D6A971D85630}" destId="{153EDA6D-208B-4E10-8EE1-5781C4D9BE89}" srcOrd="0" destOrd="0" presId="urn:microsoft.com/office/officeart/2008/layout/HalfCircleOrganizationChart"/>
    <dgm:cxn modelId="{8255B0F9-5D53-424B-A549-8BE15A01027F}" type="presParOf" srcId="{54F2B954-CF89-47E8-A7E5-D6A971D85630}" destId="{F44EF11C-850D-4350-B527-03196BDB6225}" srcOrd="1" destOrd="0" presId="urn:microsoft.com/office/officeart/2008/layout/HalfCircleOrganizationChart"/>
    <dgm:cxn modelId="{552D3EE5-9965-4EB7-89D8-BDBBB4424AA5}" type="presParOf" srcId="{F44EF11C-850D-4350-B527-03196BDB6225}" destId="{F7C92D60-FEB0-427F-A6A4-7AF9D2126B0F}" srcOrd="0" destOrd="0" presId="urn:microsoft.com/office/officeart/2008/layout/HalfCircleOrganizationChart"/>
    <dgm:cxn modelId="{88BC4B61-7472-4D7B-A45D-0D697D6F27A6}" type="presParOf" srcId="{F7C92D60-FEB0-427F-A6A4-7AF9D2126B0F}" destId="{C79B73C5-4634-4921-9C93-5895DC0E995F}" srcOrd="0" destOrd="0" presId="urn:microsoft.com/office/officeart/2008/layout/HalfCircleOrganizationChart"/>
    <dgm:cxn modelId="{A6CA06C6-341E-4814-B351-1864E9CC0560}" type="presParOf" srcId="{F7C92D60-FEB0-427F-A6A4-7AF9D2126B0F}" destId="{DBE7AE1B-882D-4D96-AE6C-DB9AE1A3C97C}" srcOrd="1" destOrd="0" presId="urn:microsoft.com/office/officeart/2008/layout/HalfCircleOrganizationChart"/>
    <dgm:cxn modelId="{D52AD63E-148E-49BA-9606-63307F684C84}" type="presParOf" srcId="{F7C92D60-FEB0-427F-A6A4-7AF9D2126B0F}" destId="{22FE6BD4-9F39-4B7C-9DAF-FE51F40FB120}" srcOrd="2" destOrd="0" presId="urn:microsoft.com/office/officeart/2008/layout/HalfCircleOrganizationChart"/>
    <dgm:cxn modelId="{CC528140-0BA0-4E11-845F-885D06BAE5D1}" type="presParOf" srcId="{F7C92D60-FEB0-427F-A6A4-7AF9D2126B0F}" destId="{427E6199-C506-4E5A-9345-552DDD4CBCA2}" srcOrd="3" destOrd="0" presId="urn:microsoft.com/office/officeart/2008/layout/HalfCircleOrganizationChart"/>
    <dgm:cxn modelId="{235E493F-2A1C-46D5-8F87-22AE8DD0BE4A}" type="presParOf" srcId="{F44EF11C-850D-4350-B527-03196BDB6225}" destId="{85602BB3-55A4-4740-A0A1-405B3604649C}" srcOrd="1" destOrd="0" presId="urn:microsoft.com/office/officeart/2008/layout/HalfCircleOrganizationChart"/>
    <dgm:cxn modelId="{A60FF19E-7A8F-46A0-871F-59F0D0E67F12}" type="presParOf" srcId="{F44EF11C-850D-4350-B527-03196BDB6225}" destId="{082628A7-9536-4BC0-A090-10A95D2E4662}" srcOrd="2" destOrd="0" presId="urn:microsoft.com/office/officeart/2008/layout/HalfCircleOrganizationChart"/>
    <dgm:cxn modelId="{73AFC0B3-C9F0-4D8D-8333-3A105E022563}" type="presParOf" srcId="{54F2B954-CF89-47E8-A7E5-D6A971D85630}" destId="{ED21A6F8-E1ED-4028-B794-6F3782275402}" srcOrd="2" destOrd="0" presId="urn:microsoft.com/office/officeart/2008/layout/HalfCircleOrganizationChart"/>
    <dgm:cxn modelId="{3731AE3D-9DD7-4EF0-A30B-881353D8DED6}" type="presParOf" srcId="{54F2B954-CF89-47E8-A7E5-D6A971D85630}" destId="{288D6CF1-72D8-4D75-BEB7-755C2AEAA4CA}" srcOrd="3" destOrd="0" presId="urn:microsoft.com/office/officeart/2008/layout/HalfCircleOrganizationChart"/>
    <dgm:cxn modelId="{B33809DF-B8B5-43DF-9DE3-7CABADC1FD84}" type="presParOf" srcId="{288D6CF1-72D8-4D75-BEB7-755C2AEAA4CA}" destId="{05B14ADE-30D8-43D0-8F43-F54CD1CC7D36}" srcOrd="0" destOrd="0" presId="urn:microsoft.com/office/officeart/2008/layout/HalfCircleOrganizationChart"/>
    <dgm:cxn modelId="{8F95CA07-5869-45F6-8027-2E58D1F034A7}" type="presParOf" srcId="{05B14ADE-30D8-43D0-8F43-F54CD1CC7D36}" destId="{A699092B-A843-407D-9F69-2CC73A5EAC9C}" srcOrd="0" destOrd="0" presId="urn:microsoft.com/office/officeart/2008/layout/HalfCircleOrganizationChart"/>
    <dgm:cxn modelId="{C0B54D76-D1DA-407E-8872-B75351D21C53}" type="presParOf" srcId="{05B14ADE-30D8-43D0-8F43-F54CD1CC7D36}" destId="{98C5B6A1-E79E-4F51-A7D0-63F3A8AC1878}" srcOrd="1" destOrd="0" presId="urn:microsoft.com/office/officeart/2008/layout/HalfCircleOrganizationChart"/>
    <dgm:cxn modelId="{DA82F469-B255-4B97-97B4-001D863F71FF}" type="presParOf" srcId="{05B14ADE-30D8-43D0-8F43-F54CD1CC7D36}" destId="{CC15CA2A-A205-48B9-B52A-D24655B8D11D}" srcOrd="2" destOrd="0" presId="urn:microsoft.com/office/officeart/2008/layout/HalfCircleOrganizationChart"/>
    <dgm:cxn modelId="{A0F154A4-7F4E-4421-817A-98E81E424CEE}" type="presParOf" srcId="{05B14ADE-30D8-43D0-8F43-F54CD1CC7D36}" destId="{720F57F5-AE33-48A1-B76B-283E3854E8FF}" srcOrd="3" destOrd="0" presId="urn:microsoft.com/office/officeart/2008/layout/HalfCircleOrganizationChart"/>
    <dgm:cxn modelId="{38B012F5-956B-43FE-8C54-FB9815E1DDDD}" type="presParOf" srcId="{288D6CF1-72D8-4D75-BEB7-755C2AEAA4CA}" destId="{0816999B-EDD5-40D1-9C95-1C7BD5067FCB}" srcOrd="1" destOrd="0" presId="urn:microsoft.com/office/officeart/2008/layout/HalfCircleOrganizationChart"/>
    <dgm:cxn modelId="{783952F6-ECED-4D67-A411-C852A0A14AA0}" type="presParOf" srcId="{288D6CF1-72D8-4D75-BEB7-755C2AEAA4CA}" destId="{DED2DFA6-5BC7-4AD2-92D9-11EA488D7467}" srcOrd="2" destOrd="0" presId="urn:microsoft.com/office/officeart/2008/layout/HalfCircleOrganizationChart"/>
    <dgm:cxn modelId="{C5E1EA28-DFFD-478C-BA86-BD034B44CC7B}" type="presParOf" srcId="{0DE58FF6-E3A7-4AE6-A4E0-1D046F3D0D6B}" destId="{032B8F7B-6F1D-4259-A481-CF0B6C2B2E01}" srcOrd="2" destOrd="0" presId="urn:microsoft.com/office/officeart/2008/layout/HalfCircleOrganizationChart"/>
    <dgm:cxn modelId="{FBC37D06-8AF3-446B-9E0C-C2776B582AC3}" type="presParOf" srcId="{C35B5D07-A266-4016-8018-E552F0B67685}" destId="{CAE78FE2-4587-4005-AEC7-6C51E227F363}" srcOrd="8" destOrd="0" presId="urn:microsoft.com/office/officeart/2008/layout/HalfCircleOrganizationChart"/>
    <dgm:cxn modelId="{C8F14DEC-FF35-469E-9AF8-DB7806CF9325}" type="presParOf" srcId="{C35B5D07-A266-4016-8018-E552F0B67685}" destId="{4DEB7924-14F1-4714-97E7-18125D2DB9A4}" srcOrd="9" destOrd="0" presId="urn:microsoft.com/office/officeart/2008/layout/HalfCircleOrganizationChart"/>
    <dgm:cxn modelId="{38586D58-8789-4470-827A-4E7F6B192ED1}" type="presParOf" srcId="{4DEB7924-14F1-4714-97E7-18125D2DB9A4}" destId="{2DF3A1CA-2C80-4A5C-915A-77C16076C265}" srcOrd="0" destOrd="0" presId="urn:microsoft.com/office/officeart/2008/layout/HalfCircleOrganizationChart"/>
    <dgm:cxn modelId="{03B5FAE2-9262-4289-B9B6-4A5566CEF3F9}" type="presParOf" srcId="{2DF3A1CA-2C80-4A5C-915A-77C16076C265}" destId="{524BF4CD-539D-4C01-B9B5-4FC228BCE9BF}" srcOrd="0" destOrd="0" presId="urn:microsoft.com/office/officeart/2008/layout/HalfCircleOrganizationChart"/>
    <dgm:cxn modelId="{C2EC86F1-F04C-458B-B384-58E62C5D6907}" type="presParOf" srcId="{2DF3A1CA-2C80-4A5C-915A-77C16076C265}" destId="{7DD2CE2D-3852-4C00-8317-A6A888AAB717}" srcOrd="1" destOrd="0" presId="urn:microsoft.com/office/officeart/2008/layout/HalfCircleOrganizationChart"/>
    <dgm:cxn modelId="{3A9947AF-A1D4-43BE-A148-AA54605B9F1E}" type="presParOf" srcId="{2DF3A1CA-2C80-4A5C-915A-77C16076C265}" destId="{CF759253-D25E-4158-B80A-93F8BF5E82BE}" srcOrd="2" destOrd="0" presId="urn:microsoft.com/office/officeart/2008/layout/HalfCircleOrganizationChart"/>
    <dgm:cxn modelId="{7C159982-7C91-49C6-9D50-83A2DD8EAFBC}" type="presParOf" srcId="{2DF3A1CA-2C80-4A5C-915A-77C16076C265}" destId="{AD8FC4E1-337A-4E98-B41E-F98D4B2C48AF}" srcOrd="3" destOrd="0" presId="urn:microsoft.com/office/officeart/2008/layout/HalfCircleOrganizationChart"/>
    <dgm:cxn modelId="{6767CDDE-EA9C-4C41-8B69-6C260DCDAFC6}" type="presParOf" srcId="{4DEB7924-14F1-4714-97E7-18125D2DB9A4}" destId="{DDDFCDEA-160D-4B78-8BCB-27DA27686867}" srcOrd="1" destOrd="0" presId="urn:microsoft.com/office/officeart/2008/layout/HalfCircleOrganizationChart"/>
    <dgm:cxn modelId="{C90477F4-8159-4F10-AC7A-0EBB6755C37E}" type="presParOf" srcId="{DDDFCDEA-160D-4B78-8BCB-27DA27686867}" destId="{ED3FF58A-4FC2-422E-843F-869B68192D7D}" srcOrd="0" destOrd="0" presId="urn:microsoft.com/office/officeart/2008/layout/HalfCircleOrganizationChart"/>
    <dgm:cxn modelId="{A18112EC-D698-48E5-B518-FB59E8D0ECAF}" type="presParOf" srcId="{DDDFCDEA-160D-4B78-8BCB-27DA27686867}" destId="{3E368CE3-CDA2-4276-96BE-3ADA8A1A59E5}" srcOrd="1" destOrd="0" presId="urn:microsoft.com/office/officeart/2008/layout/HalfCircleOrganizationChart"/>
    <dgm:cxn modelId="{DB3EF04E-1AAC-4F85-A2AE-3AE09F11A8D5}" type="presParOf" srcId="{3E368CE3-CDA2-4276-96BE-3ADA8A1A59E5}" destId="{1733C722-D160-488A-BC2E-9EBAEE732409}" srcOrd="0" destOrd="0" presId="urn:microsoft.com/office/officeart/2008/layout/HalfCircleOrganizationChart"/>
    <dgm:cxn modelId="{BB5FCC67-4596-4EF7-B784-EB99792388AE}" type="presParOf" srcId="{1733C722-D160-488A-BC2E-9EBAEE732409}" destId="{2FA6B5C6-E263-4E6D-A3EB-8A1EEC46868B}" srcOrd="0" destOrd="0" presId="urn:microsoft.com/office/officeart/2008/layout/HalfCircleOrganizationChart"/>
    <dgm:cxn modelId="{A6540B4A-BDF7-4D9F-9C74-2D4863D12469}" type="presParOf" srcId="{1733C722-D160-488A-BC2E-9EBAEE732409}" destId="{D839D2D9-D92E-4144-9C7B-C44A7EDF671A}" srcOrd="1" destOrd="0" presId="urn:microsoft.com/office/officeart/2008/layout/HalfCircleOrganizationChart"/>
    <dgm:cxn modelId="{936A2AE1-C28D-454B-82A0-D7D3FCB6FC1D}" type="presParOf" srcId="{1733C722-D160-488A-BC2E-9EBAEE732409}" destId="{02E5A494-7E31-41DF-B854-27812E1B1E0B}" srcOrd="2" destOrd="0" presId="urn:microsoft.com/office/officeart/2008/layout/HalfCircleOrganizationChart"/>
    <dgm:cxn modelId="{1F33683B-62D6-4C83-A226-DFDC7A8C905E}" type="presParOf" srcId="{1733C722-D160-488A-BC2E-9EBAEE732409}" destId="{0A03F8B9-5BCA-487B-8230-7685959E4250}" srcOrd="3" destOrd="0" presId="urn:microsoft.com/office/officeart/2008/layout/HalfCircleOrganizationChart"/>
    <dgm:cxn modelId="{972921E8-9D22-4805-A8FB-9C03E7ED1A12}" type="presParOf" srcId="{3E368CE3-CDA2-4276-96BE-3ADA8A1A59E5}" destId="{955E123E-F3C1-46A6-864D-18E8F5AC72F4}" srcOrd="1" destOrd="0" presId="urn:microsoft.com/office/officeart/2008/layout/HalfCircleOrganizationChart"/>
    <dgm:cxn modelId="{389D8726-2513-4ADD-83FA-2D93990E16BB}" type="presParOf" srcId="{3E368CE3-CDA2-4276-96BE-3ADA8A1A59E5}" destId="{3A6CFC58-5177-402D-B5FB-CAF4CC703B33}" srcOrd="2" destOrd="0" presId="urn:microsoft.com/office/officeart/2008/layout/HalfCircleOrganizationChart"/>
    <dgm:cxn modelId="{7696B2F8-F134-4537-8323-B13CD58DD810}" type="presParOf" srcId="{DDDFCDEA-160D-4B78-8BCB-27DA27686867}" destId="{C097A533-5F8F-4619-8296-B5A95B8F911A}" srcOrd="2" destOrd="0" presId="urn:microsoft.com/office/officeart/2008/layout/HalfCircleOrganizationChart"/>
    <dgm:cxn modelId="{6E4EF244-C15E-4573-9A3E-0E1ECB584B15}" type="presParOf" srcId="{DDDFCDEA-160D-4B78-8BCB-27DA27686867}" destId="{847A7B5D-4D56-42E7-BD1A-1BB7DE9655C0}" srcOrd="3" destOrd="0" presId="urn:microsoft.com/office/officeart/2008/layout/HalfCircleOrganizationChart"/>
    <dgm:cxn modelId="{7726C9BF-DD24-4619-A959-96E5DEA35F0E}" type="presParOf" srcId="{847A7B5D-4D56-42E7-BD1A-1BB7DE9655C0}" destId="{12701743-924A-40C1-85A4-FF1F28F17A76}" srcOrd="0" destOrd="0" presId="urn:microsoft.com/office/officeart/2008/layout/HalfCircleOrganizationChart"/>
    <dgm:cxn modelId="{B956923C-1E13-4398-8A39-C571FC2E4746}" type="presParOf" srcId="{12701743-924A-40C1-85A4-FF1F28F17A76}" destId="{72857FCB-71F7-4A8E-900F-D3668121449F}" srcOrd="0" destOrd="0" presId="urn:microsoft.com/office/officeart/2008/layout/HalfCircleOrganizationChart"/>
    <dgm:cxn modelId="{D67E7601-F685-40DD-995D-ADE685642B9D}" type="presParOf" srcId="{12701743-924A-40C1-85A4-FF1F28F17A76}" destId="{FA26A73B-71AA-4320-9B43-79350E1E7FED}" srcOrd="1" destOrd="0" presId="urn:microsoft.com/office/officeart/2008/layout/HalfCircleOrganizationChart"/>
    <dgm:cxn modelId="{2F6D145E-D9F1-4697-9380-D33DD3389B97}" type="presParOf" srcId="{12701743-924A-40C1-85A4-FF1F28F17A76}" destId="{59345790-D010-4553-9D40-6B38BD513436}" srcOrd="2" destOrd="0" presId="urn:microsoft.com/office/officeart/2008/layout/HalfCircleOrganizationChart"/>
    <dgm:cxn modelId="{A844EEA8-6F00-4ABC-A49E-B37155909D21}" type="presParOf" srcId="{12701743-924A-40C1-85A4-FF1F28F17A76}" destId="{F04F6965-2213-490A-824A-61B1FD5E9D6B}" srcOrd="3" destOrd="0" presId="urn:microsoft.com/office/officeart/2008/layout/HalfCircleOrganizationChart"/>
    <dgm:cxn modelId="{2804907E-3BA2-4D79-BAA8-438D48654F4B}" type="presParOf" srcId="{847A7B5D-4D56-42E7-BD1A-1BB7DE9655C0}" destId="{8FA33E2C-2A8E-4E60-962A-8CD483959B77}" srcOrd="1" destOrd="0" presId="urn:microsoft.com/office/officeart/2008/layout/HalfCircleOrganizationChart"/>
    <dgm:cxn modelId="{BF7C5D6C-1AA4-4C2C-9FD8-586B5D9BCC73}" type="presParOf" srcId="{847A7B5D-4D56-42E7-BD1A-1BB7DE9655C0}" destId="{23820455-533A-41AB-A725-F50A92603140}" srcOrd="2" destOrd="0" presId="urn:microsoft.com/office/officeart/2008/layout/HalfCircleOrganizationChart"/>
    <dgm:cxn modelId="{160E0F0C-513F-4E3E-988C-FBFFF5919E18}" type="presParOf" srcId="{4DEB7924-14F1-4714-97E7-18125D2DB9A4}" destId="{5109F429-C3CB-40F6-8331-287B90769DFE}" srcOrd="2" destOrd="0" presId="urn:microsoft.com/office/officeart/2008/layout/HalfCircleOrganizationChart"/>
    <dgm:cxn modelId="{726B5030-7C70-48D2-BBCB-FD7A81285D90}" type="presParOf" srcId="{EA239E3E-FECF-42F1-B45B-1FD0E42C3482}" destId="{EA25B314-B5DB-4525-A8BF-FD0A0875DDD4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97A533-5F8F-4619-8296-B5A95B8F911A}">
      <dsp:nvSpPr>
        <dsp:cNvPr id="0" name=""/>
        <dsp:cNvSpPr/>
      </dsp:nvSpPr>
      <dsp:spPr>
        <a:xfrm>
          <a:off x="4948163" y="1064611"/>
          <a:ext cx="404027" cy="8871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7104"/>
              </a:lnTo>
              <a:lnTo>
                <a:pt x="404027" y="887104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3FF58A-4FC2-422E-843F-869B68192D7D}">
      <dsp:nvSpPr>
        <dsp:cNvPr id="0" name=""/>
        <dsp:cNvSpPr/>
      </dsp:nvSpPr>
      <dsp:spPr>
        <a:xfrm>
          <a:off x="4948163" y="1064611"/>
          <a:ext cx="404027" cy="2634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3496"/>
              </a:lnTo>
              <a:lnTo>
                <a:pt x="404027" y="263496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E78FE2-4587-4005-AEC7-6C51E227F363}">
      <dsp:nvSpPr>
        <dsp:cNvPr id="0" name=""/>
        <dsp:cNvSpPr/>
      </dsp:nvSpPr>
      <dsp:spPr>
        <a:xfrm>
          <a:off x="2822626" y="441003"/>
          <a:ext cx="2125537" cy="1844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2223"/>
              </a:lnTo>
              <a:lnTo>
                <a:pt x="2125537" y="92223"/>
              </a:lnTo>
              <a:lnTo>
                <a:pt x="2125537" y="184447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21A6F8-E1ED-4028-B794-6F3782275402}">
      <dsp:nvSpPr>
        <dsp:cNvPr id="0" name=""/>
        <dsp:cNvSpPr/>
      </dsp:nvSpPr>
      <dsp:spPr>
        <a:xfrm>
          <a:off x="3885394" y="1064611"/>
          <a:ext cx="404027" cy="8871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7104"/>
              </a:lnTo>
              <a:lnTo>
                <a:pt x="404027" y="887104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3EDA6D-208B-4E10-8EE1-5781C4D9BE89}">
      <dsp:nvSpPr>
        <dsp:cNvPr id="0" name=""/>
        <dsp:cNvSpPr/>
      </dsp:nvSpPr>
      <dsp:spPr>
        <a:xfrm>
          <a:off x="3885394" y="1064611"/>
          <a:ext cx="404027" cy="2634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3496"/>
              </a:lnTo>
              <a:lnTo>
                <a:pt x="404027" y="263496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3A1D21-8702-4BD0-B52D-674A9E8F413A}">
      <dsp:nvSpPr>
        <dsp:cNvPr id="0" name=""/>
        <dsp:cNvSpPr/>
      </dsp:nvSpPr>
      <dsp:spPr>
        <a:xfrm>
          <a:off x="2822626" y="441003"/>
          <a:ext cx="1062768" cy="1844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2223"/>
              </a:lnTo>
              <a:lnTo>
                <a:pt x="1062768" y="92223"/>
              </a:lnTo>
              <a:lnTo>
                <a:pt x="1062768" y="184447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8F3CD9-09D9-4953-86AE-228C9D58EBE2}">
      <dsp:nvSpPr>
        <dsp:cNvPr id="0" name=""/>
        <dsp:cNvSpPr/>
      </dsp:nvSpPr>
      <dsp:spPr>
        <a:xfrm>
          <a:off x="2822626" y="1064611"/>
          <a:ext cx="404027" cy="1510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0712"/>
              </a:lnTo>
              <a:lnTo>
                <a:pt x="404027" y="1510712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BCB6CB-0835-49A8-B044-97E143D32EDF}">
      <dsp:nvSpPr>
        <dsp:cNvPr id="0" name=""/>
        <dsp:cNvSpPr/>
      </dsp:nvSpPr>
      <dsp:spPr>
        <a:xfrm>
          <a:off x="2822626" y="1064611"/>
          <a:ext cx="404027" cy="8871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7104"/>
              </a:lnTo>
              <a:lnTo>
                <a:pt x="404027" y="887104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48E14E-89A6-4339-A771-962A8F2028A5}">
      <dsp:nvSpPr>
        <dsp:cNvPr id="0" name=""/>
        <dsp:cNvSpPr/>
      </dsp:nvSpPr>
      <dsp:spPr>
        <a:xfrm>
          <a:off x="2822626" y="1064611"/>
          <a:ext cx="404027" cy="2634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3496"/>
              </a:lnTo>
              <a:lnTo>
                <a:pt x="404027" y="263496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95D175-D5A3-48E3-ADA7-C3FFABD74C54}">
      <dsp:nvSpPr>
        <dsp:cNvPr id="0" name=""/>
        <dsp:cNvSpPr/>
      </dsp:nvSpPr>
      <dsp:spPr>
        <a:xfrm>
          <a:off x="2776906" y="441003"/>
          <a:ext cx="91440" cy="18444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4447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5816EF-AB1A-4AD2-947A-3FAF1EA3E08A}">
      <dsp:nvSpPr>
        <dsp:cNvPr id="0" name=""/>
        <dsp:cNvSpPr/>
      </dsp:nvSpPr>
      <dsp:spPr>
        <a:xfrm>
          <a:off x="1759857" y="1064611"/>
          <a:ext cx="404027" cy="2634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3496"/>
              </a:lnTo>
              <a:lnTo>
                <a:pt x="404027" y="263496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B4D7E2-B2A3-49EE-98C9-B280D0B5D7F6}">
      <dsp:nvSpPr>
        <dsp:cNvPr id="0" name=""/>
        <dsp:cNvSpPr/>
      </dsp:nvSpPr>
      <dsp:spPr>
        <a:xfrm>
          <a:off x="1759857" y="441003"/>
          <a:ext cx="1062768" cy="184447"/>
        </a:xfrm>
        <a:custGeom>
          <a:avLst/>
          <a:gdLst/>
          <a:ahLst/>
          <a:cxnLst/>
          <a:rect l="0" t="0" r="0" b="0"/>
          <a:pathLst>
            <a:path>
              <a:moveTo>
                <a:pt x="1062768" y="0"/>
              </a:moveTo>
              <a:lnTo>
                <a:pt x="1062768" y="92223"/>
              </a:lnTo>
              <a:lnTo>
                <a:pt x="0" y="92223"/>
              </a:lnTo>
              <a:lnTo>
                <a:pt x="0" y="184447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B17FC5-9399-4446-AD20-B8B713D3333D}">
      <dsp:nvSpPr>
        <dsp:cNvPr id="0" name=""/>
        <dsp:cNvSpPr/>
      </dsp:nvSpPr>
      <dsp:spPr>
        <a:xfrm>
          <a:off x="697089" y="1064611"/>
          <a:ext cx="404027" cy="21343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34320"/>
              </a:lnTo>
              <a:lnTo>
                <a:pt x="404027" y="2134320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B643D8-4701-45D1-BF8C-058D989DD1D8}">
      <dsp:nvSpPr>
        <dsp:cNvPr id="0" name=""/>
        <dsp:cNvSpPr/>
      </dsp:nvSpPr>
      <dsp:spPr>
        <a:xfrm>
          <a:off x="697089" y="1064611"/>
          <a:ext cx="404027" cy="1510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0712"/>
              </a:lnTo>
              <a:lnTo>
                <a:pt x="404027" y="1510712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6835EC-0F1E-4552-ABF4-98E4855DE97F}">
      <dsp:nvSpPr>
        <dsp:cNvPr id="0" name=""/>
        <dsp:cNvSpPr/>
      </dsp:nvSpPr>
      <dsp:spPr>
        <a:xfrm>
          <a:off x="697089" y="1064611"/>
          <a:ext cx="404027" cy="8871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7104"/>
              </a:lnTo>
              <a:lnTo>
                <a:pt x="404027" y="887104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A8DBB1-86BA-425B-80D8-C1AEA876BE92}">
      <dsp:nvSpPr>
        <dsp:cNvPr id="0" name=""/>
        <dsp:cNvSpPr/>
      </dsp:nvSpPr>
      <dsp:spPr>
        <a:xfrm>
          <a:off x="697089" y="1064611"/>
          <a:ext cx="404027" cy="2634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3496"/>
              </a:lnTo>
              <a:lnTo>
                <a:pt x="404027" y="263496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995BC8-241E-47EA-B2DA-5B5EF58163CA}">
      <dsp:nvSpPr>
        <dsp:cNvPr id="0" name=""/>
        <dsp:cNvSpPr/>
      </dsp:nvSpPr>
      <dsp:spPr>
        <a:xfrm>
          <a:off x="697089" y="441003"/>
          <a:ext cx="2125537" cy="184447"/>
        </a:xfrm>
        <a:custGeom>
          <a:avLst/>
          <a:gdLst/>
          <a:ahLst/>
          <a:cxnLst/>
          <a:rect l="0" t="0" r="0" b="0"/>
          <a:pathLst>
            <a:path>
              <a:moveTo>
                <a:pt x="2125537" y="0"/>
              </a:moveTo>
              <a:lnTo>
                <a:pt x="2125537" y="92223"/>
              </a:lnTo>
              <a:lnTo>
                <a:pt x="0" y="92223"/>
              </a:lnTo>
              <a:lnTo>
                <a:pt x="0" y="184447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2BF1BE-83F9-4404-9CBD-A856BE74F71A}">
      <dsp:nvSpPr>
        <dsp:cNvPr id="0" name=""/>
        <dsp:cNvSpPr/>
      </dsp:nvSpPr>
      <dsp:spPr>
        <a:xfrm>
          <a:off x="2442354" y="1842"/>
          <a:ext cx="760542" cy="439160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6297BE-38B5-4FE5-A207-DF18E3C87F06}">
      <dsp:nvSpPr>
        <dsp:cNvPr id="0" name=""/>
        <dsp:cNvSpPr/>
      </dsp:nvSpPr>
      <dsp:spPr>
        <a:xfrm>
          <a:off x="2442354" y="1842"/>
          <a:ext cx="760542" cy="439160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A14F37-3164-496B-BFFF-3FED19C1DA30}">
      <dsp:nvSpPr>
        <dsp:cNvPr id="0" name=""/>
        <dsp:cNvSpPr/>
      </dsp:nvSpPr>
      <dsp:spPr>
        <a:xfrm>
          <a:off x="2062083" y="80891"/>
          <a:ext cx="1521085" cy="28106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/>
            <a:t>Despliegue LTE en Alcalá de Henares</a:t>
          </a:r>
        </a:p>
      </dsp:txBody>
      <dsp:txXfrm>
        <a:off x="2062083" y="80891"/>
        <a:ext cx="1521085" cy="281062"/>
      </dsp:txXfrm>
    </dsp:sp>
    <dsp:sp modelId="{3710F302-990F-4913-B345-6DEC0A7BE328}">
      <dsp:nvSpPr>
        <dsp:cNvPr id="0" name=""/>
        <dsp:cNvSpPr/>
      </dsp:nvSpPr>
      <dsp:spPr>
        <a:xfrm>
          <a:off x="477508" y="625450"/>
          <a:ext cx="439160" cy="439160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070ADE-4B4F-49BB-8A79-870E2E9D4C2B}">
      <dsp:nvSpPr>
        <dsp:cNvPr id="0" name=""/>
        <dsp:cNvSpPr/>
      </dsp:nvSpPr>
      <dsp:spPr>
        <a:xfrm>
          <a:off x="477508" y="625450"/>
          <a:ext cx="439160" cy="439160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73156B-9037-45B5-BED6-F3AEEB4B57A5}">
      <dsp:nvSpPr>
        <dsp:cNvPr id="0" name=""/>
        <dsp:cNvSpPr/>
      </dsp:nvSpPr>
      <dsp:spPr>
        <a:xfrm>
          <a:off x="257928" y="704499"/>
          <a:ext cx="878321" cy="28106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/>
            <a:t>Dirección del proyecto</a:t>
          </a:r>
        </a:p>
      </dsp:txBody>
      <dsp:txXfrm>
        <a:off x="257928" y="704499"/>
        <a:ext cx="878321" cy="281062"/>
      </dsp:txXfrm>
    </dsp:sp>
    <dsp:sp modelId="{AC037D8D-6C31-4755-8F6E-09E493618BE3}">
      <dsp:nvSpPr>
        <dsp:cNvPr id="0" name=""/>
        <dsp:cNvSpPr/>
      </dsp:nvSpPr>
      <dsp:spPr>
        <a:xfrm>
          <a:off x="1048417" y="1249058"/>
          <a:ext cx="439160" cy="439160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007B3D-D070-4B94-9A2C-2C12924B12E3}">
      <dsp:nvSpPr>
        <dsp:cNvPr id="0" name=""/>
        <dsp:cNvSpPr/>
      </dsp:nvSpPr>
      <dsp:spPr>
        <a:xfrm>
          <a:off x="1048417" y="1249058"/>
          <a:ext cx="439160" cy="439160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6C361A-8E7A-4809-9774-1751F8212EEE}">
      <dsp:nvSpPr>
        <dsp:cNvPr id="0" name=""/>
        <dsp:cNvSpPr/>
      </dsp:nvSpPr>
      <dsp:spPr>
        <a:xfrm>
          <a:off x="828837" y="1328107"/>
          <a:ext cx="878321" cy="28106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/>
            <a:t>Planificación de los puntos</a:t>
          </a:r>
        </a:p>
      </dsp:txBody>
      <dsp:txXfrm>
        <a:off x="828837" y="1328107"/>
        <a:ext cx="878321" cy="281062"/>
      </dsp:txXfrm>
    </dsp:sp>
    <dsp:sp modelId="{05248D9D-B8F4-47C8-B670-E258AA37AB74}">
      <dsp:nvSpPr>
        <dsp:cNvPr id="0" name=""/>
        <dsp:cNvSpPr/>
      </dsp:nvSpPr>
      <dsp:spPr>
        <a:xfrm>
          <a:off x="1048417" y="1872666"/>
          <a:ext cx="439160" cy="439160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5BD3A9-3558-4B6B-8B35-1AE897748BA6}">
      <dsp:nvSpPr>
        <dsp:cNvPr id="0" name=""/>
        <dsp:cNvSpPr/>
      </dsp:nvSpPr>
      <dsp:spPr>
        <a:xfrm>
          <a:off x="1048417" y="1872666"/>
          <a:ext cx="439160" cy="439160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F1731A-87C6-454F-BC48-BD8A686ACEDD}">
      <dsp:nvSpPr>
        <dsp:cNvPr id="0" name=""/>
        <dsp:cNvSpPr/>
      </dsp:nvSpPr>
      <dsp:spPr>
        <a:xfrm>
          <a:off x="828837" y="1951715"/>
          <a:ext cx="878321" cy="28106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/>
            <a:t>Reuniones e informes</a:t>
          </a:r>
        </a:p>
      </dsp:txBody>
      <dsp:txXfrm>
        <a:off x="828837" y="1951715"/>
        <a:ext cx="878321" cy="281062"/>
      </dsp:txXfrm>
    </dsp:sp>
    <dsp:sp modelId="{7C553125-4D57-4D3F-87A8-0E8402E74DA0}">
      <dsp:nvSpPr>
        <dsp:cNvPr id="0" name=""/>
        <dsp:cNvSpPr/>
      </dsp:nvSpPr>
      <dsp:spPr>
        <a:xfrm>
          <a:off x="1048417" y="2496274"/>
          <a:ext cx="439160" cy="439160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9F882C-D979-4CA4-A749-FEE6566B9DE9}">
      <dsp:nvSpPr>
        <dsp:cNvPr id="0" name=""/>
        <dsp:cNvSpPr/>
      </dsp:nvSpPr>
      <dsp:spPr>
        <a:xfrm>
          <a:off x="1048417" y="2496274"/>
          <a:ext cx="439160" cy="439160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A77E4C-3B07-42A6-BAA1-F30D2C5DBF9A}">
      <dsp:nvSpPr>
        <dsp:cNvPr id="0" name=""/>
        <dsp:cNvSpPr/>
      </dsp:nvSpPr>
      <dsp:spPr>
        <a:xfrm>
          <a:off x="828837" y="2575323"/>
          <a:ext cx="878321" cy="28106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/>
            <a:t>Administración y supervisión</a:t>
          </a:r>
        </a:p>
      </dsp:txBody>
      <dsp:txXfrm>
        <a:off x="828837" y="2575323"/>
        <a:ext cx="878321" cy="281062"/>
      </dsp:txXfrm>
    </dsp:sp>
    <dsp:sp modelId="{69F4A006-B4CF-4E2B-ADD7-64B067DC7020}">
      <dsp:nvSpPr>
        <dsp:cNvPr id="0" name=""/>
        <dsp:cNvSpPr/>
      </dsp:nvSpPr>
      <dsp:spPr>
        <a:xfrm>
          <a:off x="1048417" y="3119882"/>
          <a:ext cx="439160" cy="439160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3BFB44-C6D0-4525-A3FB-7C81194A832B}">
      <dsp:nvSpPr>
        <dsp:cNvPr id="0" name=""/>
        <dsp:cNvSpPr/>
      </dsp:nvSpPr>
      <dsp:spPr>
        <a:xfrm>
          <a:off x="1048417" y="3119882"/>
          <a:ext cx="439160" cy="439160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C2C9D8-E23D-472E-AEE5-7694B018A036}">
      <dsp:nvSpPr>
        <dsp:cNvPr id="0" name=""/>
        <dsp:cNvSpPr/>
      </dsp:nvSpPr>
      <dsp:spPr>
        <a:xfrm>
          <a:off x="828837" y="3198931"/>
          <a:ext cx="878321" cy="28106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/>
            <a:t>Elección empresa subcontratada</a:t>
          </a:r>
        </a:p>
      </dsp:txBody>
      <dsp:txXfrm>
        <a:off x="828837" y="3198931"/>
        <a:ext cx="878321" cy="281062"/>
      </dsp:txXfrm>
    </dsp:sp>
    <dsp:sp modelId="{329EADBA-86F0-49D2-8D30-216A84C0C4F0}">
      <dsp:nvSpPr>
        <dsp:cNvPr id="0" name=""/>
        <dsp:cNvSpPr/>
      </dsp:nvSpPr>
      <dsp:spPr>
        <a:xfrm>
          <a:off x="1540277" y="625450"/>
          <a:ext cx="439160" cy="439160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8685FB-278E-423A-8DA3-9C17FC4E9EBA}">
      <dsp:nvSpPr>
        <dsp:cNvPr id="0" name=""/>
        <dsp:cNvSpPr/>
      </dsp:nvSpPr>
      <dsp:spPr>
        <a:xfrm>
          <a:off x="1540277" y="625450"/>
          <a:ext cx="439160" cy="439160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8378A-A46B-45B9-92E6-9BF9E0F5A910}">
      <dsp:nvSpPr>
        <dsp:cNvPr id="0" name=""/>
        <dsp:cNvSpPr/>
      </dsp:nvSpPr>
      <dsp:spPr>
        <a:xfrm>
          <a:off x="1320697" y="704499"/>
          <a:ext cx="878321" cy="28106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/>
            <a:t>Diseño de la red</a:t>
          </a:r>
        </a:p>
      </dsp:txBody>
      <dsp:txXfrm>
        <a:off x="1320697" y="704499"/>
        <a:ext cx="878321" cy="281062"/>
      </dsp:txXfrm>
    </dsp:sp>
    <dsp:sp modelId="{16C5DC6B-CAC1-49F1-972F-D0C93CB9AD83}">
      <dsp:nvSpPr>
        <dsp:cNvPr id="0" name=""/>
        <dsp:cNvSpPr/>
      </dsp:nvSpPr>
      <dsp:spPr>
        <a:xfrm>
          <a:off x="2111186" y="1249058"/>
          <a:ext cx="439160" cy="439160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AEFF1B-A963-4B14-9098-C3006F3F2A71}">
      <dsp:nvSpPr>
        <dsp:cNvPr id="0" name=""/>
        <dsp:cNvSpPr/>
      </dsp:nvSpPr>
      <dsp:spPr>
        <a:xfrm>
          <a:off x="2111186" y="1249058"/>
          <a:ext cx="439160" cy="439160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7224EE-AB33-42BF-B228-1F47F1046260}">
      <dsp:nvSpPr>
        <dsp:cNvPr id="0" name=""/>
        <dsp:cNvSpPr/>
      </dsp:nvSpPr>
      <dsp:spPr>
        <a:xfrm>
          <a:off x="1891605" y="1328107"/>
          <a:ext cx="878321" cy="28106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/>
            <a:t>Seguimiento del estado de desarrollo del diseño red </a:t>
          </a:r>
        </a:p>
      </dsp:txBody>
      <dsp:txXfrm>
        <a:off x="1891605" y="1328107"/>
        <a:ext cx="878321" cy="281062"/>
      </dsp:txXfrm>
    </dsp:sp>
    <dsp:sp modelId="{02EDE4E6-96CA-4AA2-84D5-4A93977D0889}">
      <dsp:nvSpPr>
        <dsp:cNvPr id="0" name=""/>
        <dsp:cNvSpPr/>
      </dsp:nvSpPr>
      <dsp:spPr>
        <a:xfrm>
          <a:off x="2603045" y="625450"/>
          <a:ext cx="439160" cy="439160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809BF7-9DC9-4B1C-90DD-C772E1CCB4A5}">
      <dsp:nvSpPr>
        <dsp:cNvPr id="0" name=""/>
        <dsp:cNvSpPr/>
      </dsp:nvSpPr>
      <dsp:spPr>
        <a:xfrm>
          <a:off x="2603045" y="625450"/>
          <a:ext cx="439160" cy="439160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6D47AB-8530-4FA6-A0BA-7543CDEDB41C}">
      <dsp:nvSpPr>
        <dsp:cNvPr id="0" name=""/>
        <dsp:cNvSpPr/>
      </dsp:nvSpPr>
      <dsp:spPr>
        <a:xfrm>
          <a:off x="2383465" y="704499"/>
          <a:ext cx="878321" cy="28106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/>
            <a:t>Implementación</a:t>
          </a:r>
        </a:p>
      </dsp:txBody>
      <dsp:txXfrm>
        <a:off x="2383465" y="704499"/>
        <a:ext cx="878321" cy="281062"/>
      </dsp:txXfrm>
    </dsp:sp>
    <dsp:sp modelId="{C9B3D330-E2B3-4EE5-ADE9-D23DF9F70AD9}">
      <dsp:nvSpPr>
        <dsp:cNvPr id="0" name=""/>
        <dsp:cNvSpPr/>
      </dsp:nvSpPr>
      <dsp:spPr>
        <a:xfrm>
          <a:off x="3173954" y="1249058"/>
          <a:ext cx="439160" cy="439160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D893BA-079C-4790-AF13-F582E913B90F}">
      <dsp:nvSpPr>
        <dsp:cNvPr id="0" name=""/>
        <dsp:cNvSpPr/>
      </dsp:nvSpPr>
      <dsp:spPr>
        <a:xfrm>
          <a:off x="3173954" y="1249058"/>
          <a:ext cx="439160" cy="439160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09A874-47A4-40A2-94EC-FA4B7D50E2D1}">
      <dsp:nvSpPr>
        <dsp:cNvPr id="0" name=""/>
        <dsp:cNvSpPr/>
      </dsp:nvSpPr>
      <dsp:spPr>
        <a:xfrm>
          <a:off x="2954374" y="1328107"/>
          <a:ext cx="878321" cy="28106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/>
            <a:t>Adquisición de materiales</a:t>
          </a:r>
        </a:p>
      </dsp:txBody>
      <dsp:txXfrm>
        <a:off x="2954374" y="1328107"/>
        <a:ext cx="878321" cy="281062"/>
      </dsp:txXfrm>
    </dsp:sp>
    <dsp:sp modelId="{6334B561-3EFD-48D3-A731-8F11DAF498EE}">
      <dsp:nvSpPr>
        <dsp:cNvPr id="0" name=""/>
        <dsp:cNvSpPr/>
      </dsp:nvSpPr>
      <dsp:spPr>
        <a:xfrm>
          <a:off x="3173954" y="1872666"/>
          <a:ext cx="439160" cy="439160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A8E94A-C9F1-4223-951A-D8682D3EC890}">
      <dsp:nvSpPr>
        <dsp:cNvPr id="0" name=""/>
        <dsp:cNvSpPr/>
      </dsp:nvSpPr>
      <dsp:spPr>
        <a:xfrm>
          <a:off x="3173954" y="1872666"/>
          <a:ext cx="439160" cy="439160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96883F-BB08-4EEC-A0F2-09193FFF3BED}">
      <dsp:nvSpPr>
        <dsp:cNvPr id="0" name=""/>
        <dsp:cNvSpPr/>
      </dsp:nvSpPr>
      <dsp:spPr>
        <a:xfrm>
          <a:off x="2954374" y="1951715"/>
          <a:ext cx="878321" cy="28106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/>
            <a:t>Selección de proveedores</a:t>
          </a:r>
        </a:p>
      </dsp:txBody>
      <dsp:txXfrm>
        <a:off x="2954374" y="1951715"/>
        <a:ext cx="878321" cy="281062"/>
      </dsp:txXfrm>
    </dsp:sp>
    <dsp:sp modelId="{F4F5B2B2-6A90-4DC3-8489-0F8D24941411}">
      <dsp:nvSpPr>
        <dsp:cNvPr id="0" name=""/>
        <dsp:cNvSpPr/>
      </dsp:nvSpPr>
      <dsp:spPr>
        <a:xfrm>
          <a:off x="3173954" y="2496274"/>
          <a:ext cx="439160" cy="439160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EDB8DC-194B-4886-9BF9-2104310DB3A5}">
      <dsp:nvSpPr>
        <dsp:cNvPr id="0" name=""/>
        <dsp:cNvSpPr/>
      </dsp:nvSpPr>
      <dsp:spPr>
        <a:xfrm>
          <a:off x="3173954" y="2496274"/>
          <a:ext cx="439160" cy="439160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9E8798-D97B-424B-AAC7-BD951899075D}">
      <dsp:nvSpPr>
        <dsp:cNvPr id="0" name=""/>
        <dsp:cNvSpPr/>
      </dsp:nvSpPr>
      <dsp:spPr>
        <a:xfrm>
          <a:off x="2954374" y="2575323"/>
          <a:ext cx="878321" cy="28106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/>
            <a:t>Obtención de licencias</a:t>
          </a:r>
        </a:p>
      </dsp:txBody>
      <dsp:txXfrm>
        <a:off x="2954374" y="2575323"/>
        <a:ext cx="878321" cy="281062"/>
      </dsp:txXfrm>
    </dsp:sp>
    <dsp:sp modelId="{8EC857E8-4E7F-41C3-A683-B18A317877CE}">
      <dsp:nvSpPr>
        <dsp:cNvPr id="0" name=""/>
        <dsp:cNvSpPr/>
      </dsp:nvSpPr>
      <dsp:spPr>
        <a:xfrm>
          <a:off x="3665814" y="625450"/>
          <a:ext cx="439160" cy="439160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795C75-093D-4AA0-86EB-F734976C35F8}">
      <dsp:nvSpPr>
        <dsp:cNvPr id="0" name=""/>
        <dsp:cNvSpPr/>
      </dsp:nvSpPr>
      <dsp:spPr>
        <a:xfrm>
          <a:off x="3665814" y="625450"/>
          <a:ext cx="439160" cy="439160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3F031E-9BF3-4B5F-AD29-D2EF0E25FA8C}">
      <dsp:nvSpPr>
        <dsp:cNvPr id="0" name=""/>
        <dsp:cNvSpPr/>
      </dsp:nvSpPr>
      <dsp:spPr>
        <a:xfrm>
          <a:off x="3446234" y="704499"/>
          <a:ext cx="878321" cy="28106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/>
            <a:t>Pruebas</a:t>
          </a:r>
        </a:p>
      </dsp:txBody>
      <dsp:txXfrm>
        <a:off x="3446234" y="704499"/>
        <a:ext cx="878321" cy="281062"/>
      </dsp:txXfrm>
    </dsp:sp>
    <dsp:sp modelId="{DBE7AE1B-882D-4D96-AE6C-DB9AE1A3C97C}">
      <dsp:nvSpPr>
        <dsp:cNvPr id="0" name=""/>
        <dsp:cNvSpPr/>
      </dsp:nvSpPr>
      <dsp:spPr>
        <a:xfrm>
          <a:off x="4236723" y="1249058"/>
          <a:ext cx="439160" cy="439160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FE6BD4-9F39-4B7C-9DAF-FE51F40FB120}">
      <dsp:nvSpPr>
        <dsp:cNvPr id="0" name=""/>
        <dsp:cNvSpPr/>
      </dsp:nvSpPr>
      <dsp:spPr>
        <a:xfrm>
          <a:off x="4236723" y="1249058"/>
          <a:ext cx="439160" cy="439160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9B73C5-4634-4921-9C93-5895DC0E995F}">
      <dsp:nvSpPr>
        <dsp:cNvPr id="0" name=""/>
        <dsp:cNvSpPr/>
      </dsp:nvSpPr>
      <dsp:spPr>
        <a:xfrm>
          <a:off x="4017142" y="1328107"/>
          <a:ext cx="878321" cy="28106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/>
            <a:t>Ajuste de equipos</a:t>
          </a:r>
        </a:p>
      </dsp:txBody>
      <dsp:txXfrm>
        <a:off x="4017142" y="1328107"/>
        <a:ext cx="878321" cy="281062"/>
      </dsp:txXfrm>
    </dsp:sp>
    <dsp:sp modelId="{98C5B6A1-E79E-4F51-A7D0-63F3A8AC1878}">
      <dsp:nvSpPr>
        <dsp:cNvPr id="0" name=""/>
        <dsp:cNvSpPr/>
      </dsp:nvSpPr>
      <dsp:spPr>
        <a:xfrm>
          <a:off x="4236723" y="1872666"/>
          <a:ext cx="439160" cy="439160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15CA2A-A205-48B9-B52A-D24655B8D11D}">
      <dsp:nvSpPr>
        <dsp:cNvPr id="0" name=""/>
        <dsp:cNvSpPr/>
      </dsp:nvSpPr>
      <dsp:spPr>
        <a:xfrm>
          <a:off x="4236723" y="1872666"/>
          <a:ext cx="439160" cy="439160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99092B-A843-407D-9F69-2CC73A5EAC9C}">
      <dsp:nvSpPr>
        <dsp:cNvPr id="0" name=""/>
        <dsp:cNvSpPr/>
      </dsp:nvSpPr>
      <dsp:spPr>
        <a:xfrm>
          <a:off x="4017142" y="1951715"/>
          <a:ext cx="878321" cy="28106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/>
            <a:t>Prueba de cobertura</a:t>
          </a:r>
        </a:p>
      </dsp:txBody>
      <dsp:txXfrm>
        <a:off x="4017142" y="1951715"/>
        <a:ext cx="878321" cy="281062"/>
      </dsp:txXfrm>
    </dsp:sp>
    <dsp:sp modelId="{7DD2CE2D-3852-4C00-8317-A6A888AAB717}">
      <dsp:nvSpPr>
        <dsp:cNvPr id="0" name=""/>
        <dsp:cNvSpPr/>
      </dsp:nvSpPr>
      <dsp:spPr>
        <a:xfrm>
          <a:off x="4728582" y="625450"/>
          <a:ext cx="439160" cy="439160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759253-D25E-4158-B80A-93F8BF5E82BE}">
      <dsp:nvSpPr>
        <dsp:cNvPr id="0" name=""/>
        <dsp:cNvSpPr/>
      </dsp:nvSpPr>
      <dsp:spPr>
        <a:xfrm>
          <a:off x="4728582" y="625450"/>
          <a:ext cx="439160" cy="439160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4BF4CD-539D-4C01-B9B5-4FC228BCE9BF}">
      <dsp:nvSpPr>
        <dsp:cNvPr id="0" name=""/>
        <dsp:cNvSpPr/>
      </dsp:nvSpPr>
      <dsp:spPr>
        <a:xfrm>
          <a:off x="4509002" y="704499"/>
          <a:ext cx="878321" cy="28106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/>
            <a:t>Proceso de cierre</a:t>
          </a:r>
        </a:p>
      </dsp:txBody>
      <dsp:txXfrm>
        <a:off x="4509002" y="704499"/>
        <a:ext cx="878321" cy="281062"/>
      </dsp:txXfrm>
    </dsp:sp>
    <dsp:sp modelId="{D839D2D9-D92E-4144-9C7B-C44A7EDF671A}">
      <dsp:nvSpPr>
        <dsp:cNvPr id="0" name=""/>
        <dsp:cNvSpPr/>
      </dsp:nvSpPr>
      <dsp:spPr>
        <a:xfrm>
          <a:off x="5299491" y="1249058"/>
          <a:ext cx="439160" cy="439160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E5A494-7E31-41DF-B854-27812E1B1E0B}">
      <dsp:nvSpPr>
        <dsp:cNvPr id="0" name=""/>
        <dsp:cNvSpPr/>
      </dsp:nvSpPr>
      <dsp:spPr>
        <a:xfrm>
          <a:off x="5299491" y="1249058"/>
          <a:ext cx="439160" cy="439160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A6B5C6-E263-4E6D-A3EB-8A1EEC46868B}">
      <dsp:nvSpPr>
        <dsp:cNvPr id="0" name=""/>
        <dsp:cNvSpPr/>
      </dsp:nvSpPr>
      <dsp:spPr>
        <a:xfrm>
          <a:off x="5079911" y="1328107"/>
          <a:ext cx="878321" cy="28106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/>
            <a:t>Evaluación técnica</a:t>
          </a:r>
        </a:p>
      </dsp:txBody>
      <dsp:txXfrm>
        <a:off x="5079911" y="1328107"/>
        <a:ext cx="878321" cy="281062"/>
      </dsp:txXfrm>
    </dsp:sp>
    <dsp:sp modelId="{FA26A73B-71AA-4320-9B43-79350E1E7FED}">
      <dsp:nvSpPr>
        <dsp:cNvPr id="0" name=""/>
        <dsp:cNvSpPr/>
      </dsp:nvSpPr>
      <dsp:spPr>
        <a:xfrm>
          <a:off x="5299491" y="1872666"/>
          <a:ext cx="439160" cy="439160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345790-D010-4553-9D40-6B38BD513436}">
      <dsp:nvSpPr>
        <dsp:cNvPr id="0" name=""/>
        <dsp:cNvSpPr/>
      </dsp:nvSpPr>
      <dsp:spPr>
        <a:xfrm>
          <a:off x="5299491" y="1872666"/>
          <a:ext cx="439160" cy="439160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857FCB-71F7-4A8E-900F-D3668121449F}">
      <dsp:nvSpPr>
        <dsp:cNvPr id="0" name=""/>
        <dsp:cNvSpPr/>
      </dsp:nvSpPr>
      <dsp:spPr>
        <a:xfrm>
          <a:off x="5079911" y="1951715"/>
          <a:ext cx="878321" cy="28106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/>
            <a:t>Evaluación económica</a:t>
          </a:r>
        </a:p>
      </dsp:txBody>
      <dsp:txXfrm>
        <a:off x="5079911" y="1951715"/>
        <a:ext cx="878321" cy="2810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97A533-5F8F-4619-8296-B5A95B8F911A}">
      <dsp:nvSpPr>
        <dsp:cNvPr id="0" name=""/>
        <dsp:cNvSpPr/>
      </dsp:nvSpPr>
      <dsp:spPr>
        <a:xfrm>
          <a:off x="7341065" y="2031443"/>
          <a:ext cx="632071" cy="13878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87810"/>
              </a:lnTo>
              <a:lnTo>
                <a:pt x="632071" y="1387810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3FF58A-4FC2-422E-843F-869B68192D7D}">
      <dsp:nvSpPr>
        <dsp:cNvPr id="0" name=""/>
        <dsp:cNvSpPr/>
      </dsp:nvSpPr>
      <dsp:spPr>
        <a:xfrm>
          <a:off x="7341065" y="2031443"/>
          <a:ext cx="632071" cy="4122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2220"/>
              </a:lnTo>
              <a:lnTo>
                <a:pt x="632071" y="412220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E78FE2-4587-4005-AEC7-6C51E227F363}">
      <dsp:nvSpPr>
        <dsp:cNvPr id="0" name=""/>
        <dsp:cNvSpPr/>
      </dsp:nvSpPr>
      <dsp:spPr>
        <a:xfrm>
          <a:off x="4015816" y="1055854"/>
          <a:ext cx="3325248" cy="2885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277"/>
              </a:lnTo>
              <a:lnTo>
                <a:pt x="3325248" y="144277"/>
              </a:lnTo>
              <a:lnTo>
                <a:pt x="3325248" y="28855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21A6F8-E1ED-4028-B794-6F3782275402}">
      <dsp:nvSpPr>
        <dsp:cNvPr id="0" name=""/>
        <dsp:cNvSpPr/>
      </dsp:nvSpPr>
      <dsp:spPr>
        <a:xfrm>
          <a:off x="5678441" y="2031443"/>
          <a:ext cx="632071" cy="13878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87810"/>
              </a:lnTo>
              <a:lnTo>
                <a:pt x="632071" y="1387810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3EDA6D-208B-4E10-8EE1-5781C4D9BE89}">
      <dsp:nvSpPr>
        <dsp:cNvPr id="0" name=""/>
        <dsp:cNvSpPr/>
      </dsp:nvSpPr>
      <dsp:spPr>
        <a:xfrm>
          <a:off x="5678441" y="2031443"/>
          <a:ext cx="632071" cy="4122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2220"/>
              </a:lnTo>
              <a:lnTo>
                <a:pt x="632071" y="412220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3A1D21-8702-4BD0-B52D-674A9E8F413A}">
      <dsp:nvSpPr>
        <dsp:cNvPr id="0" name=""/>
        <dsp:cNvSpPr/>
      </dsp:nvSpPr>
      <dsp:spPr>
        <a:xfrm>
          <a:off x="4015816" y="1055854"/>
          <a:ext cx="1662624" cy="2885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277"/>
              </a:lnTo>
              <a:lnTo>
                <a:pt x="1662624" y="144277"/>
              </a:lnTo>
              <a:lnTo>
                <a:pt x="1662624" y="28855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8F3CD9-09D9-4953-86AE-228C9D58EBE2}">
      <dsp:nvSpPr>
        <dsp:cNvPr id="0" name=""/>
        <dsp:cNvSpPr/>
      </dsp:nvSpPr>
      <dsp:spPr>
        <a:xfrm>
          <a:off x="4015816" y="2031443"/>
          <a:ext cx="632071" cy="23633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3399"/>
              </a:lnTo>
              <a:lnTo>
                <a:pt x="632071" y="2363399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BCB6CB-0835-49A8-B044-97E143D32EDF}">
      <dsp:nvSpPr>
        <dsp:cNvPr id="0" name=""/>
        <dsp:cNvSpPr/>
      </dsp:nvSpPr>
      <dsp:spPr>
        <a:xfrm>
          <a:off x="4015816" y="2031443"/>
          <a:ext cx="632071" cy="13878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87810"/>
              </a:lnTo>
              <a:lnTo>
                <a:pt x="632071" y="1387810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48E14E-89A6-4339-A771-962A8F2028A5}">
      <dsp:nvSpPr>
        <dsp:cNvPr id="0" name=""/>
        <dsp:cNvSpPr/>
      </dsp:nvSpPr>
      <dsp:spPr>
        <a:xfrm>
          <a:off x="4015816" y="2031443"/>
          <a:ext cx="632071" cy="4122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2220"/>
              </a:lnTo>
              <a:lnTo>
                <a:pt x="632071" y="412220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95D175-D5A3-48E3-ADA7-C3FFABD74C54}">
      <dsp:nvSpPr>
        <dsp:cNvPr id="0" name=""/>
        <dsp:cNvSpPr/>
      </dsp:nvSpPr>
      <dsp:spPr>
        <a:xfrm>
          <a:off x="3970096" y="1055854"/>
          <a:ext cx="91440" cy="28855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855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5816EF-AB1A-4AD2-947A-3FAF1EA3E08A}">
      <dsp:nvSpPr>
        <dsp:cNvPr id="0" name=""/>
        <dsp:cNvSpPr/>
      </dsp:nvSpPr>
      <dsp:spPr>
        <a:xfrm>
          <a:off x="2353192" y="2031443"/>
          <a:ext cx="632071" cy="4122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2220"/>
              </a:lnTo>
              <a:lnTo>
                <a:pt x="632071" y="412220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B4D7E2-B2A3-49EE-98C9-B280D0B5D7F6}">
      <dsp:nvSpPr>
        <dsp:cNvPr id="0" name=""/>
        <dsp:cNvSpPr/>
      </dsp:nvSpPr>
      <dsp:spPr>
        <a:xfrm>
          <a:off x="2353192" y="1055854"/>
          <a:ext cx="1662624" cy="288554"/>
        </a:xfrm>
        <a:custGeom>
          <a:avLst/>
          <a:gdLst/>
          <a:ahLst/>
          <a:cxnLst/>
          <a:rect l="0" t="0" r="0" b="0"/>
          <a:pathLst>
            <a:path>
              <a:moveTo>
                <a:pt x="1662624" y="0"/>
              </a:moveTo>
              <a:lnTo>
                <a:pt x="1662624" y="144277"/>
              </a:lnTo>
              <a:lnTo>
                <a:pt x="0" y="144277"/>
              </a:lnTo>
              <a:lnTo>
                <a:pt x="0" y="28855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B17FC5-9399-4446-AD20-B8B713D3333D}">
      <dsp:nvSpPr>
        <dsp:cNvPr id="0" name=""/>
        <dsp:cNvSpPr/>
      </dsp:nvSpPr>
      <dsp:spPr>
        <a:xfrm>
          <a:off x="690568" y="2031443"/>
          <a:ext cx="632071" cy="33389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38988"/>
              </a:lnTo>
              <a:lnTo>
                <a:pt x="632071" y="3338988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B643D8-4701-45D1-BF8C-058D989DD1D8}">
      <dsp:nvSpPr>
        <dsp:cNvPr id="0" name=""/>
        <dsp:cNvSpPr/>
      </dsp:nvSpPr>
      <dsp:spPr>
        <a:xfrm>
          <a:off x="690568" y="2031443"/>
          <a:ext cx="632071" cy="23633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3399"/>
              </a:lnTo>
              <a:lnTo>
                <a:pt x="632071" y="2363399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6835EC-0F1E-4552-ABF4-98E4855DE97F}">
      <dsp:nvSpPr>
        <dsp:cNvPr id="0" name=""/>
        <dsp:cNvSpPr/>
      </dsp:nvSpPr>
      <dsp:spPr>
        <a:xfrm>
          <a:off x="690568" y="2031443"/>
          <a:ext cx="632071" cy="13878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87810"/>
              </a:lnTo>
              <a:lnTo>
                <a:pt x="632071" y="1387810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A8DBB1-86BA-425B-80D8-C1AEA876BE92}">
      <dsp:nvSpPr>
        <dsp:cNvPr id="0" name=""/>
        <dsp:cNvSpPr/>
      </dsp:nvSpPr>
      <dsp:spPr>
        <a:xfrm>
          <a:off x="690568" y="2031443"/>
          <a:ext cx="632071" cy="4122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2220"/>
              </a:lnTo>
              <a:lnTo>
                <a:pt x="632071" y="412220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995BC8-241E-47EA-B2DA-5B5EF58163CA}">
      <dsp:nvSpPr>
        <dsp:cNvPr id="0" name=""/>
        <dsp:cNvSpPr/>
      </dsp:nvSpPr>
      <dsp:spPr>
        <a:xfrm>
          <a:off x="690568" y="1055854"/>
          <a:ext cx="3325248" cy="288554"/>
        </a:xfrm>
        <a:custGeom>
          <a:avLst/>
          <a:gdLst/>
          <a:ahLst/>
          <a:cxnLst/>
          <a:rect l="0" t="0" r="0" b="0"/>
          <a:pathLst>
            <a:path>
              <a:moveTo>
                <a:pt x="3325248" y="0"/>
              </a:moveTo>
              <a:lnTo>
                <a:pt x="3325248" y="144277"/>
              </a:lnTo>
              <a:lnTo>
                <a:pt x="0" y="144277"/>
              </a:lnTo>
              <a:lnTo>
                <a:pt x="0" y="28855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2BF1BE-83F9-4404-9CBD-A856BE74F71A}">
      <dsp:nvSpPr>
        <dsp:cNvPr id="0" name=""/>
        <dsp:cNvSpPr/>
      </dsp:nvSpPr>
      <dsp:spPr>
        <a:xfrm>
          <a:off x="3420910" y="368819"/>
          <a:ext cx="1189813" cy="687034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6297BE-38B5-4FE5-A207-DF18E3C87F06}">
      <dsp:nvSpPr>
        <dsp:cNvPr id="0" name=""/>
        <dsp:cNvSpPr/>
      </dsp:nvSpPr>
      <dsp:spPr>
        <a:xfrm>
          <a:off x="3420910" y="368819"/>
          <a:ext cx="1189813" cy="687034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A14F37-3164-496B-BFFF-3FED19C1DA30}">
      <dsp:nvSpPr>
        <dsp:cNvPr id="0" name=""/>
        <dsp:cNvSpPr/>
      </dsp:nvSpPr>
      <dsp:spPr>
        <a:xfrm>
          <a:off x="2826003" y="492485"/>
          <a:ext cx="2379627" cy="43970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Despliegue LTE en Alcalá de Henares</a:t>
          </a:r>
        </a:p>
      </dsp:txBody>
      <dsp:txXfrm>
        <a:off x="2826003" y="492485"/>
        <a:ext cx="2379627" cy="439702"/>
      </dsp:txXfrm>
    </dsp:sp>
    <dsp:sp modelId="{3710F302-990F-4913-B345-6DEC0A7BE328}">
      <dsp:nvSpPr>
        <dsp:cNvPr id="0" name=""/>
        <dsp:cNvSpPr/>
      </dsp:nvSpPr>
      <dsp:spPr>
        <a:xfrm>
          <a:off x="347051" y="1344409"/>
          <a:ext cx="687034" cy="687034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070ADE-4B4F-49BB-8A79-870E2E9D4C2B}">
      <dsp:nvSpPr>
        <dsp:cNvPr id="0" name=""/>
        <dsp:cNvSpPr/>
      </dsp:nvSpPr>
      <dsp:spPr>
        <a:xfrm>
          <a:off x="347051" y="1344409"/>
          <a:ext cx="687034" cy="687034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73156B-9037-45B5-BED6-F3AEEB4B57A5}">
      <dsp:nvSpPr>
        <dsp:cNvPr id="0" name=""/>
        <dsp:cNvSpPr/>
      </dsp:nvSpPr>
      <dsp:spPr>
        <a:xfrm>
          <a:off x="3533" y="1468075"/>
          <a:ext cx="1374069" cy="43970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Dirección del proyecto</a:t>
          </a:r>
        </a:p>
      </dsp:txBody>
      <dsp:txXfrm>
        <a:off x="3533" y="1468075"/>
        <a:ext cx="1374069" cy="439702"/>
      </dsp:txXfrm>
    </dsp:sp>
    <dsp:sp modelId="{AC037D8D-6C31-4755-8F6E-09E493618BE3}">
      <dsp:nvSpPr>
        <dsp:cNvPr id="0" name=""/>
        <dsp:cNvSpPr/>
      </dsp:nvSpPr>
      <dsp:spPr>
        <a:xfrm>
          <a:off x="1240196" y="2319998"/>
          <a:ext cx="687034" cy="687034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007B3D-D070-4B94-9A2C-2C12924B12E3}">
      <dsp:nvSpPr>
        <dsp:cNvPr id="0" name=""/>
        <dsp:cNvSpPr/>
      </dsp:nvSpPr>
      <dsp:spPr>
        <a:xfrm>
          <a:off x="1240196" y="2319998"/>
          <a:ext cx="687034" cy="687034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6C361A-8E7A-4809-9774-1751F8212EEE}">
      <dsp:nvSpPr>
        <dsp:cNvPr id="0" name=""/>
        <dsp:cNvSpPr/>
      </dsp:nvSpPr>
      <dsp:spPr>
        <a:xfrm>
          <a:off x="896679" y="2443664"/>
          <a:ext cx="1374069" cy="43970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Planificación de los puntos</a:t>
          </a:r>
        </a:p>
      </dsp:txBody>
      <dsp:txXfrm>
        <a:off x="896679" y="2443664"/>
        <a:ext cx="1374069" cy="439702"/>
      </dsp:txXfrm>
    </dsp:sp>
    <dsp:sp modelId="{05248D9D-B8F4-47C8-B670-E258AA37AB74}">
      <dsp:nvSpPr>
        <dsp:cNvPr id="0" name=""/>
        <dsp:cNvSpPr/>
      </dsp:nvSpPr>
      <dsp:spPr>
        <a:xfrm>
          <a:off x="1240196" y="3295587"/>
          <a:ext cx="687034" cy="687034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5BD3A9-3558-4B6B-8B35-1AE897748BA6}">
      <dsp:nvSpPr>
        <dsp:cNvPr id="0" name=""/>
        <dsp:cNvSpPr/>
      </dsp:nvSpPr>
      <dsp:spPr>
        <a:xfrm>
          <a:off x="1240196" y="3295587"/>
          <a:ext cx="687034" cy="687034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F1731A-87C6-454F-BC48-BD8A686ACEDD}">
      <dsp:nvSpPr>
        <dsp:cNvPr id="0" name=""/>
        <dsp:cNvSpPr/>
      </dsp:nvSpPr>
      <dsp:spPr>
        <a:xfrm>
          <a:off x="896679" y="3419254"/>
          <a:ext cx="1374069" cy="43970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Reuniones e informes</a:t>
          </a:r>
        </a:p>
      </dsp:txBody>
      <dsp:txXfrm>
        <a:off x="896679" y="3419254"/>
        <a:ext cx="1374069" cy="439702"/>
      </dsp:txXfrm>
    </dsp:sp>
    <dsp:sp modelId="{7C553125-4D57-4D3F-87A8-0E8402E74DA0}">
      <dsp:nvSpPr>
        <dsp:cNvPr id="0" name=""/>
        <dsp:cNvSpPr/>
      </dsp:nvSpPr>
      <dsp:spPr>
        <a:xfrm>
          <a:off x="1240196" y="4271177"/>
          <a:ext cx="687034" cy="687034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9F882C-D979-4CA4-A749-FEE6566B9DE9}">
      <dsp:nvSpPr>
        <dsp:cNvPr id="0" name=""/>
        <dsp:cNvSpPr/>
      </dsp:nvSpPr>
      <dsp:spPr>
        <a:xfrm>
          <a:off x="1240196" y="4271177"/>
          <a:ext cx="687034" cy="687034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A77E4C-3B07-42A6-BAA1-F30D2C5DBF9A}">
      <dsp:nvSpPr>
        <dsp:cNvPr id="0" name=""/>
        <dsp:cNvSpPr/>
      </dsp:nvSpPr>
      <dsp:spPr>
        <a:xfrm>
          <a:off x="896679" y="4394843"/>
          <a:ext cx="1374069" cy="43970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Administración y supervisión</a:t>
          </a:r>
        </a:p>
      </dsp:txBody>
      <dsp:txXfrm>
        <a:off x="896679" y="4394843"/>
        <a:ext cx="1374069" cy="439702"/>
      </dsp:txXfrm>
    </dsp:sp>
    <dsp:sp modelId="{69F4A006-B4CF-4E2B-ADD7-64B067DC7020}">
      <dsp:nvSpPr>
        <dsp:cNvPr id="0" name=""/>
        <dsp:cNvSpPr/>
      </dsp:nvSpPr>
      <dsp:spPr>
        <a:xfrm>
          <a:off x="1240196" y="5246766"/>
          <a:ext cx="687034" cy="687034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3BFB44-C6D0-4525-A3FB-7C81194A832B}">
      <dsp:nvSpPr>
        <dsp:cNvPr id="0" name=""/>
        <dsp:cNvSpPr/>
      </dsp:nvSpPr>
      <dsp:spPr>
        <a:xfrm>
          <a:off x="1240196" y="5246766"/>
          <a:ext cx="687034" cy="687034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C2C9D8-E23D-472E-AEE5-7694B018A036}">
      <dsp:nvSpPr>
        <dsp:cNvPr id="0" name=""/>
        <dsp:cNvSpPr/>
      </dsp:nvSpPr>
      <dsp:spPr>
        <a:xfrm>
          <a:off x="896679" y="5370432"/>
          <a:ext cx="1374069" cy="43970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Elección empresa subcontratada</a:t>
          </a:r>
        </a:p>
      </dsp:txBody>
      <dsp:txXfrm>
        <a:off x="896679" y="5370432"/>
        <a:ext cx="1374069" cy="439702"/>
      </dsp:txXfrm>
    </dsp:sp>
    <dsp:sp modelId="{329EADBA-86F0-49D2-8D30-216A84C0C4F0}">
      <dsp:nvSpPr>
        <dsp:cNvPr id="0" name=""/>
        <dsp:cNvSpPr/>
      </dsp:nvSpPr>
      <dsp:spPr>
        <a:xfrm>
          <a:off x="2009675" y="1344409"/>
          <a:ext cx="687034" cy="687034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8685FB-278E-423A-8DA3-9C17FC4E9EBA}">
      <dsp:nvSpPr>
        <dsp:cNvPr id="0" name=""/>
        <dsp:cNvSpPr/>
      </dsp:nvSpPr>
      <dsp:spPr>
        <a:xfrm>
          <a:off x="2009675" y="1344409"/>
          <a:ext cx="687034" cy="687034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8378A-A46B-45B9-92E6-9BF9E0F5A910}">
      <dsp:nvSpPr>
        <dsp:cNvPr id="0" name=""/>
        <dsp:cNvSpPr/>
      </dsp:nvSpPr>
      <dsp:spPr>
        <a:xfrm>
          <a:off x="1666158" y="1468075"/>
          <a:ext cx="1374069" cy="43970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Diseño de la red</a:t>
          </a:r>
        </a:p>
      </dsp:txBody>
      <dsp:txXfrm>
        <a:off x="1666158" y="1468075"/>
        <a:ext cx="1374069" cy="439702"/>
      </dsp:txXfrm>
    </dsp:sp>
    <dsp:sp modelId="{16C5DC6B-CAC1-49F1-972F-D0C93CB9AD83}">
      <dsp:nvSpPr>
        <dsp:cNvPr id="0" name=""/>
        <dsp:cNvSpPr/>
      </dsp:nvSpPr>
      <dsp:spPr>
        <a:xfrm>
          <a:off x="2902820" y="2319998"/>
          <a:ext cx="687034" cy="687034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AEFF1B-A963-4B14-9098-C3006F3F2A71}">
      <dsp:nvSpPr>
        <dsp:cNvPr id="0" name=""/>
        <dsp:cNvSpPr/>
      </dsp:nvSpPr>
      <dsp:spPr>
        <a:xfrm>
          <a:off x="2902820" y="2319998"/>
          <a:ext cx="687034" cy="687034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7224EE-AB33-42BF-B228-1F47F1046260}">
      <dsp:nvSpPr>
        <dsp:cNvPr id="0" name=""/>
        <dsp:cNvSpPr/>
      </dsp:nvSpPr>
      <dsp:spPr>
        <a:xfrm>
          <a:off x="2559303" y="2443664"/>
          <a:ext cx="1374069" cy="43970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Seguimiento del estado de desarrollo del diseño red </a:t>
          </a:r>
        </a:p>
      </dsp:txBody>
      <dsp:txXfrm>
        <a:off x="2559303" y="2443664"/>
        <a:ext cx="1374069" cy="439702"/>
      </dsp:txXfrm>
    </dsp:sp>
    <dsp:sp modelId="{02EDE4E6-96CA-4AA2-84D5-4A93977D0889}">
      <dsp:nvSpPr>
        <dsp:cNvPr id="0" name=""/>
        <dsp:cNvSpPr/>
      </dsp:nvSpPr>
      <dsp:spPr>
        <a:xfrm>
          <a:off x="3672299" y="1344409"/>
          <a:ext cx="687034" cy="687034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809BF7-9DC9-4B1C-90DD-C772E1CCB4A5}">
      <dsp:nvSpPr>
        <dsp:cNvPr id="0" name=""/>
        <dsp:cNvSpPr/>
      </dsp:nvSpPr>
      <dsp:spPr>
        <a:xfrm>
          <a:off x="3672299" y="1344409"/>
          <a:ext cx="687034" cy="687034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6D47AB-8530-4FA6-A0BA-7543CDEDB41C}">
      <dsp:nvSpPr>
        <dsp:cNvPr id="0" name=""/>
        <dsp:cNvSpPr/>
      </dsp:nvSpPr>
      <dsp:spPr>
        <a:xfrm>
          <a:off x="3328782" y="1468075"/>
          <a:ext cx="1374069" cy="43970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Implementación</a:t>
          </a:r>
        </a:p>
      </dsp:txBody>
      <dsp:txXfrm>
        <a:off x="3328782" y="1468075"/>
        <a:ext cx="1374069" cy="439702"/>
      </dsp:txXfrm>
    </dsp:sp>
    <dsp:sp modelId="{C9B3D330-E2B3-4EE5-ADE9-D23DF9F70AD9}">
      <dsp:nvSpPr>
        <dsp:cNvPr id="0" name=""/>
        <dsp:cNvSpPr/>
      </dsp:nvSpPr>
      <dsp:spPr>
        <a:xfrm>
          <a:off x="4565444" y="2319998"/>
          <a:ext cx="687034" cy="687034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D893BA-079C-4790-AF13-F582E913B90F}">
      <dsp:nvSpPr>
        <dsp:cNvPr id="0" name=""/>
        <dsp:cNvSpPr/>
      </dsp:nvSpPr>
      <dsp:spPr>
        <a:xfrm>
          <a:off x="4565444" y="2319998"/>
          <a:ext cx="687034" cy="687034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09A874-47A4-40A2-94EC-FA4B7D50E2D1}">
      <dsp:nvSpPr>
        <dsp:cNvPr id="0" name=""/>
        <dsp:cNvSpPr/>
      </dsp:nvSpPr>
      <dsp:spPr>
        <a:xfrm>
          <a:off x="4221927" y="2443664"/>
          <a:ext cx="1374069" cy="43970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Adquisición de materiales</a:t>
          </a:r>
        </a:p>
      </dsp:txBody>
      <dsp:txXfrm>
        <a:off x="4221927" y="2443664"/>
        <a:ext cx="1374069" cy="439702"/>
      </dsp:txXfrm>
    </dsp:sp>
    <dsp:sp modelId="{6334B561-3EFD-48D3-A731-8F11DAF498EE}">
      <dsp:nvSpPr>
        <dsp:cNvPr id="0" name=""/>
        <dsp:cNvSpPr/>
      </dsp:nvSpPr>
      <dsp:spPr>
        <a:xfrm>
          <a:off x="4565444" y="3295587"/>
          <a:ext cx="687034" cy="687034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A8E94A-C9F1-4223-951A-D8682D3EC890}">
      <dsp:nvSpPr>
        <dsp:cNvPr id="0" name=""/>
        <dsp:cNvSpPr/>
      </dsp:nvSpPr>
      <dsp:spPr>
        <a:xfrm>
          <a:off x="4565444" y="3295587"/>
          <a:ext cx="687034" cy="687034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96883F-BB08-4EEC-A0F2-09193FFF3BED}">
      <dsp:nvSpPr>
        <dsp:cNvPr id="0" name=""/>
        <dsp:cNvSpPr/>
      </dsp:nvSpPr>
      <dsp:spPr>
        <a:xfrm>
          <a:off x="4221927" y="3419254"/>
          <a:ext cx="1374069" cy="43970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Selección de proveedores</a:t>
          </a:r>
        </a:p>
      </dsp:txBody>
      <dsp:txXfrm>
        <a:off x="4221927" y="3419254"/>
        <a:ext cx="1374069" cy="439702"/>
      </dsp:txXfrm>
    </dsp:sp>
    <dsp:sp modelId="{F4F5B2B2-6A90-4DC3-8489-0F8D24941411}">
      <dsp:nvSpPr>
        <dsp:cNvPr id="0" name=""/>
        <dsp:cNvSpPr/>
      </dsp:nvSpPr>
      <dsp:spPr>
        <a:xfrm>
          <a:off x="4565444" y="4271177"/>
          <a:ext cx="687034" cy="687034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EDB8DC-194B-4886-9BF9-2104310DB3A5}">
      <dsp:nvSpPr>
        <dsp:cNvPr id="0" name=""/>
        <dsp:cNvSpPr/>
      </dsp:nvSpPr>
      <dsp:spPr>
        <a:xfrm>
          <a:off x="4565444" y="4271177"/>
          <a:ext cx="687034" cy="687034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9E8798-D97B-424B-AAC7-BD951899075D}">
      <dsp:nvSpPr>
        <dsp:cNvPr id="0" name=""/>
        <dsp:cNvSpPr/>
      </dsp:nvSpPr>
      <dsp:spPr>
        <a:xfrm>
          <a:off x="4221927" y="4394843"/>
          <a:ext cx="1374069" cy="43970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Obtención de licencias</a:t>
          </a:r>
        </a:p>
      </dsp:txBody>
      <dsp:txXfrm>
        <a:off x="4221927" y="4394843"/>
        <a:ext cx="1374069" cy="439702"/>
      </dsp:txXfrm>
    </dsp:sp>
    <dsp:sp modelId="{8EC857E8-4E7F-41C3-A683-B18A317877CE}">
      <dsp:nvSpPr>
        <dsp:cNvPr id="0" name=""/>
        <dsp:cNvSpPr/>
      </dsp:nvSpPr>
      <dsp:spPr>
        <a:xfrm>
          <a:off x="5334923" y="1344409"/>
          <a:ext cx="687034" cy="687034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795C75-093D-4AA0-86EB-F734976C35F8}">
      <dsp:nvSpPr>
        <dsp:cNvPr id="0" name=""/>
        <dsp:cNvSpPr/>
      </dsp:nvSpPr>
      <dsp:spPr>
        <a:xfrm>
          <a:off x="5334923" y="1344409"/>
          <a:ext cx="687034" cy="687034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3F031E-9BF3-4B5F-AD29-D2EF0E25FA8C}">
      <dsp:nvSpPr>
        <dsp:cNvPr id="0" name=""/>
        <dsp:cNvSpPr/>
      </dsp:nvSpPr>
      <dsp:spPr>
        <a:xfrm>
          <a:off x="4991406" y="1468075"/>
          <a:ext cx="1374069" cy="43970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Pruebas</a:t>
          </a:r>
        </a:p>
      </dsp:txBody>
      <dsp:txXfrm>
        <a:off x="4991406" y="1468075"/>
        <a:ext cx="1374069" cy="439702"/>
      </dsp:txXfrm>
    </dsp:sp>
    <dsp:sp modelId="{DBE7AE1B-882D-4D96-AE6C-DB9AE1A3C97C}">
      <dsp:nvSpPr>
        <dsp:cNvPr id="0" name=""/>
        <dsp:cNvSpPr/>
      </dsp:nvSpPr>
      <dsp:spPr>
        <a:xfrm>
          <a:off x="6228068" y="2319998"/>
          <a:ext cx="687034" cy="687034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FE6BD4-9F39-4B7C-9DAF-FE51F40FB120}">
      <dsp:nvSpPr>
        <dsp:cNvPr id="0" name=""/>
        <dsp:cNvSpPr/>
      </dsp:nvSpPr>
      <dsp:spPr>
        <a:xfrm>
          <a:off x="6228068" y="2319998"/>
          <a:ext cx="687034" cy="687034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9B73C5-4634-4921-9C93-5895DC0E995F}">
      <dsp:nvSpPr>
        <dsp:cNvPr id="0" name=""/>
        <dsp:cNvSpPr/>
      </dsp:nvSpPr>
      <dsp:spPr>
        <a:xfrm>
          <a:off x="5884551" y="2443664"/>
          <a:ext cx="1374069" cy="43970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/>
            <a:t>Ajuste de equipos</a:t>
          </a:r>
        </a:p>
      </dsp:txBody>
      <dsp:txXfrm>
        <a:off x="5884551" y="2443664"/>
        <a:ext cx="1374069" cy="439702"/>
      </dsp:txXfrm>
    </dsp:sp>
    <dsp:sp modelId="{98C5B6A1-E79E-4F51-A7D0-63F3A8AC1878}">
      <dsp:nvSpPr>
        <dsp:cNvPr id="0" name=""/>
        <dsp:cNvSpPr/>
      </dsp:nvSpPr>
      <dsp:spPr>
        <a:xfrm>
          <a:off x="6228068" y="3295587"/>
          <a:ext cx="687034" cy="687034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15CA2A-A205-48B9-B52A-D24655B8D11D}">
      <dsp:nvSpPr>
        <dsp:cNvPr id="0" name=""/>
        <dsp:cNvSpPr/>
      </dsp:nvSpPr>
      <dsp:spPr>
        <a:xfrm>
          <a:off x="6228068" y="3295587"/>
          <a:ext cx="687034" cy="687034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99092B-A843-407D-9F69-2CC73A5EAC9C}">
      <dsp:nvSpPr>
        <dsp:cNvPr id="0" name=""/>
        <dsp:cNvSpPr/>
      </dsp:nvSpPr>
      <dsp:spPr>
        <a:xfrm>
          <a:off x="5884551" y="3419254"/>
          <a:ext cx="1374069" cy="43970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/>
            <a:t>Prueba de cobertura</a:t>
          </a:r>
        </a:p>
      </dsp:txBody>
      <dsp:txXfrm>
        <a:off x="5884551" y="3419254"/>
        <a:ext cx="1374069" cy="439702"/>
      </dsp:txXfrm>
    </dsp:sp>
    <dsp:sp modelId="{7DD2CE2D-3852-4C00-8317-A6A888AAB717}">
      <dsp:nvSpPr>
        <dsp:cNvPr id="0" name=""/>
        <dsp:cNvSpPr/>
      </dsp:nvSpPr>
      <dsp:spPr>
        <a:xfrm>
          <a:off x="6997547" y="1344409"/>
          <a:ext cx="687034" cy="687034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759253-D25E-4158-B80A-93F8BF5E82BE}">
      <dsp:nvSpPr>
        <dsp:cNvPr id="0" name=""/>
        <dsp:cNvSpPr/>
      </dsp:nvSpPr>
      <dsp:spPr>
        <a:xfrm>
          <a:off x="6997547" y="1344409"/>
          <a:ext cx="687034" cy="687034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4BF4CD-539D-4C01-B9B5-4FC228BCE9BF}">
      <dsp:nvSpPr>
        <dsp:cNvPr id="0" name=""/>
        <dsp:cNvSpPr/>
      </dsp:nvSpPr>
      <dsp:spPr>
        <a:xfrm>
          <a:off x="6654030" y="1468075"/>
          <a:ext cx="1374069" cy="43970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Proceso de cierre</a:t>
          </a:r>
          <a:endParaRPr lang="es-ES" sz="1600" kern="1200" dirty="0"/>
        </a:p>
      </dsp:txBody>
      <dsp:txXfrm>
        <a:off x="6654030" y="1468075"/>
        <a:ext cx="1374069" cy="439702"/>
      </dsp:txXfrm>
    </dsp:sp>
    <dsp:sp modelId="{D839D2D9-D92E-4144-9C7B-C44A7EDF671A}">
      <dsp:nvSpPr>
        <dsp:cNvPr id="0" name=""/>
        <dsp:cNvSpPr/>
      </dsp:nvSpPr>
      <dsp:spPr>
        <a:xfrm>
          <a:off x="7890692" y="2319998"/>
          <a:ext cx="687034" cy="687034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E5A494-7E31-41DF-B854-27812E1B1E0B}">
      <dsp:nvSpPr>
        <dsp:cNvPr id="0" name=""/>
        <dsp:cNvSpPr/>
      </dsp:nvSpPr>
      <dsp:spPr>
        <a:xfrm>
          <a:off x="7890692" y="2319998"/>
          <a:ext cx="687034" cy="687034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A6B5C6-E263-4E6D-A3EB-8A1EEC46868B}">
      <dsp:nvSpPr>
        <dsp:cNvPr id="0" name=""/>
        <dsp:cNvSpPr/>
      </dsp:nvSpPr>
      <dsp:spPr>
        <a:xfrm>
          <a:off x="7547175" y="2443664"/>
          <a:ext cx="1374069" cy="43970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/>
            <a:t>Evaluación técnica</a:t>
          </a:r>
        </a:p>
      </dsp:txBody>
      <dsp:txXfrm>
        <a:off x="7547175" y="2443664"/>
        <a:ext cx="1374069" cy="439702"/>
      </dsp:txXfrm>
    </dsp:sp>
    <dsp:sp modelId="{FA26A73B-71AA-4320-9B43-79350E1E7FED}">
      <dsp:nvSpPr>
        <dsp:cNvPr id="0" name=""/>
        <dsp:cNvSpPr/>
      </dsp:nvSpPr>
      <dsp:spPr>
        <a:xfrm>
          <a:off x="7890692" y="3295587"/>
          <a:ext cx="687034" cy="687034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345790-D010-4553-9D40-6B38BD513436}">
      <dsp:nvSpPr>
        <dsp:cNvPr id="0" name=""/>
        <dsp:cNvSpPr/>
      </dsp:nvSpPr>
      <dsp:spPr>
        <a:xfrm>
          <a:off x="7890692" y="3295587"/>
          <a:ext cx="687034" cy="687034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857FCB-71F7-4A8E-900F-D3668121449F}">
      <dsp:nvSpPr>
        <dsp:cNvPr id="0" name=""/>
        <dsp:cNvSpPr/>
      </dsp:nvSpPr>
      <dsp:spPr>
        <a:xfrm>
          <a:off x="7547175" y="3419254"/>
          <a:ext cx="1374069" cy="439702"/>
        </a:xfrm>
        <a:prstGeom prst="rect">
          <a:avLst/>
        </a:prstGeom>
        <a:noFill/>
        <a:ln w="12700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/>
            <a:t>Evaluación económica</a:t>
          </a:r>
        </a:p>
      </dsp:txBody>
      <dsp:txXfrm>
        <a:off x="7547175" y="3419254"/>
        <a:ext cx="1374069" cy="439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D6059-4A3D-40C8-A276-C5FAB0044591}" type="datetimeFigureOut">
              <a:rPr lang="es-ES" smtClean="0"/>
              <a:t>08/12/2016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4970C-BD0D-4214-B863-70E1406ED9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1899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5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0B1-4467-4C4E-AD91-325FF8C9F48C}" type="datetime1">
              <a:rPr lang="en-US" smtClean="0"/>
              <a:t>12/8/2016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A4CA-AD2D-4FC2-85F5-22ABCEA31CA6}" type="datetime1">
              <a:rPr lang="en-US" smtClean="0"/>
              <a:t>12/8/2016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9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14F9-7F44-4126-B5C5-824C230831FB}" type="datetime1">
              <a:rPr lang="en-US" smtClean="0"/>
              <a:t>12/8/2016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5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69" y="2160590"/>
            <a:ext cx="4184035" cy="388077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B98C2-A5E2-4FEA-8832-5BE6EBB17B9B}" type="datetime1">
              <a:rPr lang="en-US" smtClean="0"/>
              <a:t>12/8/2016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6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6" y="2737247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5" y="2737247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011B4-01C1-49EE-B2E3-F2AD5EB928FD}" type="datetime1">
              <a:rPr lang="en-US" smtClean="0"/>
              <a:t>12/8/2016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F205-45AB-4A7B-BCFE-0756787EE950}" type="datetime1">
              <a:rPr lang="en-US" smtClean="0"/>
              <a:t>12/8/2016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F0FC3-FF8A-4237-BB4B-66F875247499}" type="datetime1">
              <a:rPr lang="en-US" smtClean="0"/>
              <a:t>12/8/2016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2" y="514926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5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51" indent="0">
              <a:buNone/>
              <a:defRPr sz="1400"/>
            </a:lvl2pPr>
            <a:lvl3pPr marL="914104" indent="0">
              <a:buNone/>
              <a:defRPr sz="1200"/>
            </a:lvl3pPr>
            <a:lvl4pPr marL="1371155" indent="0">
              <a:buNone/>
              <a:defRPr sz="1000"/>
            </a:lvl4pPr>
            <a:lvl5pPr marL="1828205" indent="0">
              <a:buNone/>
              <a:defRPr sz="1000"/>
            </a:lvl5pPr>
            <a:lvl6pPr marL="2285258" indent="0">
              <a:buNone/>
              <a:defRPr sz="1000"/>
            </a:lvl6pPr>
            <a:lvl7pPr marL="2742309" indent="0">
              <a:buNone/>
              <a:defRPr sz="1000"/>
            </a:lvl7pPr>
            <a:lvl8pPr marL="3199360" indent="0">
              <a:buNone/>
              <a:defRPr sz="1000"/>
            </a:lvl8pPr>
            <a:lvl9pPr marL="3656411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613-CF87-4742-867B-8A941F2C61D6}" type="datetime1">
              <a:rPr lang="en-US" smtClean="0"/>
              <a:t>12/8/2016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5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5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E3841-859C-4D35-B126-3A6D49A15E6E}" type="datetime1">
              <a:rPr lang="en-US" smtClean="0"/>
              <a:t>12/8/2016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2C3D3-39A3-490A-B349-6FE552BD5BAE}" type="datetime1">
              <a:rPr lang="en-US" smtClean="0"/>
              <a:t>12/8/2016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C9B5-3690-4FA4-B1C2-41F57EDC0360}" type="datetime1">
              <a:rPr lang="en-US" smtClean="0"/>
              <a:t>12/8/2016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1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8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FF479-8213-4597-8A6E-3C97C4F2CE51}" type="datetime1">
              <a:rPr lang="en-US" smtClean="0"/>
              <a:t>12/8/2016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4750-1E26-4F82-A117-B40BBB8026A6}" type="datetime1">
              <a:rPr lang="en-US" smtClean="0"/>
              <a:t>12/8/2016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1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D17B-09BF-420F-B5B9-2987BAE97E5F}" type="datetime1">
              <a:rPr lang="en-US" smtClean="0"/>
              <a:t>12/8/2016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B7564-2031-40EC-808E-C909B3787EF4}" type="datetime1">
              <a:rPr lang="en-US" smtClean="0"/>
              <a:t>12/8/2016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4" y="609601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1" cy="525145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F37BF-C8B4-48F6-BC68-F487976409D8}" type="datetime1">
              <a:rPr lang="en-US" smtClean="0"/>
              <a:t>12/8/2016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2160590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4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29DAA-D47B-4796-84B1-D2553CE23390}" type="datetime1">
              <a:rPr lang="en-US" smtClean="0"/>
              <a:t>12/8/2016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5" y="6041364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4" y="6041364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hf hdr="0" ftr="0" dt="0"/>
  <p:txStyles>
    <p:titleStyle>
      <a:lvl1pPr algn="l" defTabSz="457189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891" indent="-342891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8000" dirty="0"/>
              <a:t>DONATEL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i="1" u="sng" dirty="0"/>
              <a:t>Proyecto de Despliegue de Infraestructura de Estaciones Base 3G/LTE en Alcalá de Henares.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181" y="519113"/>
            <a:ext cx="3303715" cy="216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179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709749"/>
          </a:xfrm>
        </p:spPr>
        <p:txBody>
          <a:bodyPr>
            <a:normAutofit fontScale="90000"/>
          </a:bodyPr>
          <a:lstStyle/>
          <a:p>
            <a:r>
              <a:rPr lang="es-ES_tradnl" sz="5300" dirty="0"/>
              <a:t>Contexto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5" y="1319349"/>
            <a:ext cx="8596670" cy="263857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endParaRPr lang="es-ES" sz="1600" dirty="0"/>
          </a:p>
          <a:p>
            <a:pPr algn="just"/>
            <a:r>
              <a:rPr lang="es-ES" sz="2000" dirty="0"/>
              <a:t>Con más de 200000 habitantes, en Alcalá de Henares tres operadoras tienen desplegados sus servicios: Orange, Vodafone y Telefónica. </a:t>
            </a:r>
          </a:p>
          <a:p>
            <a:pPr algn="just"/>
            <a:r>
              <a:rPr lang="es-ES" sz="2000" dirty="0"/>
              <a:t>Del total de estaciones base presentes en la ciudad, Telefónica cuenta con 39 en las que tiene implementadas las tecnologías GSM y UMTS.</a:t>
            </a:r>
          </a:p>
          <a:p>
            <a:pPr marL="0" indent="0" algn="just">
              <a:buNone/>
            </a:pPr>
            <a:endParaRPr lang="es-ES" sz="2000" dirty="0"/>
          </a:p>
          <a:p>
            <a:pPr algn="just"/>
            <a:r>
              <a:rPr lang="es-ES" sz="2000" dirty="0"/>
              <a:t>https://geoportal.minetur.gob.es/VCTEL/vcne.do</a:t>
            </a:r>
            <a:endParaRPr lang="es-ES_tradnl" sz="2000" dirty="0"/>
          </a:p>
          <a:p>
            <a:pPr lvl="1">
              <a:buNone/>
            </a:pPr>
            <a:endParaRPr lang="es-ES_tradnl" sz="1400" dirty="0"/>
          </a:p>
          <a:p>
            <a:pPr lvl="1">
              <a:buNone/>
            </a:pPr>
            <a:endParaRPr lang="es-ES_tradnl" sz="1400" dirty="0"/>
          </a:p>
          <a:p>
            <a:pPr lvl="1"/>
            <a:endParaRPr lang="es-ES_tradnl" sz="1400" dirty="0"/>
          </a:p>
          <a:p>
            <a:pPr>
              <a:buNone/>
            </a:pPr>
            <a:endParaRPr lang="es-ES" sz="1600" dirty="0"/>
          </a:p>
        </p:txBody>
      </p:sp>
      <p:pic>
        <p:nvPicPr>
          <p:cNvPr id="1026" name="Picture 2" descr="Resultado de imagen de alcala de henar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0766" y="4116253"/>
            <a:ext cx="3674287" cy="243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8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4800" dirty="0"/>
              <a:t>Enunciado del proyecto</a:t>
            </a:r>
            <a:endParaRPr lang="es-ES" sz="48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5" y="1642995"/>
            <a:ext cx="8596668" cy="3880773"/>
          </a:xfrm>
        </p:spPr>
        <p:txBody>
          <a:bodyPr>
            <a:normAutofit/>
          </a:bodyPr>
          <a:lstStyle/>
          <a:p>
            <a:r>
              <a:rPr lang="es-ES" sz="2000" dirty="0"/>
              <a:t>El fin último es la implantación de la tecnología LTE en Alcalá de Henares.</a:t>
            </a:r>
          </a:p>
          <a:p>
            <a:pPr lvl="1"/>
            <a:r>
              <a:rPr lang="es-ES" sz="1800" dirty="0"/>
              <a:t>Reutilización de infraestructuras existentes.</a:t>
            </a:r>
          </a:p>
          <a:p>
            <a:pPr lvl="1"/>
            <a:r>
              <a:rPr lang="es-ES" sz="1800" dirty="0"/>
              <a:t>Mejora de los servicios de telecomunicaciones actuales.</a:t>
            </a:r>
          </a:p>
          <a:p>
            <a:pPr lvl="1"/>
            <a:r>
              <a:rPr lang="es-ES" sz="1800" dirty="0"/>
              <a:t>Mimetización de los equipos.</a:t>
            </a:r>
          </a:p>
        </p:txBody>
      </p:sp>
      <p:pic>
        <p:nvPicPr>
          <p:cNvPr id="2050" name="Picture 2" descr="Resultado de imagen de telefoni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0191" y="4250224"/>
            <a:ext cx="3640335" cy="1335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084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929054"/>
          </a:xfrm>
        </p:spPr>
        <p:txBody>
          <a:bodyPr>
            <a:normAutofit/>
          </a:bodyPr>
          <a:lstStyle/>
          <a:p>
            <a:r>
              <a:rPr lang="es-ES" sz="4800" dirty="0"/>
              <a:t>Project Charter - </a:t>
            </a:r>
            <a:r>
              <a:rPr lang="es-ES" sz="4000" dirty="0"/>
              <a:t>Objetivos</a:t>
            </a:r>
            <a:r>
              <a:rPr lang="es-ES" dirty="0"/>
              <a:t> </a:t>
            </a:r>
            <a:endParaRPr lang="es-ES" sz="48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5" y="1670539"/>
            <a:ext cx="8596668" cy="5081953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s-ES" sz="2200" dirty="0"/>
              <a:t>Estudio de la situación actual demográfica de la ciudad de Alcalá de Henares.</a:t>
            </a:r>
          </a:p>
          <a:p>
            <a:pPr lvl="0"/>
            <a:r>
              <a:rPr lang="es-ES" sz="2200" dirty="0"/>
              <a:t>Estudio de la situación actual del despliegue del operador Telefónica en la ciudad.</a:t>
            </a:r>
          </a:p>
          <a:p>
            <a:pPr lvl="0"/>
            <a:r>
              <a:rPr lang="es-ES" sz="2200" dirty="0"/>
              <a:t>Proporcionar una solución tecnológica para el despliegue de infraestructura:</a:t>
            </a:r>
          </a:p>
          <a:p>
            <a:pPr lvl="1"/>
            <a:r>
              <a:rPr lang="es-ES" sz="1900" dirty="0"/>
              <a:t>Número de estaciones base y localización.</a:t>
            </a:r>
          </a:p>
          <a:p>
            <a:pPr lvl="1"/>
            <a:r>
              <a:rPr lang="es-ES" sz="1900" dirty="0"/>
              <a:t>Diseño de la red de agregación que une todos los </a:t>
            </a:r>
            <a:r>
              <a:rPr lang="es-ES" sz="1900" dirty="0" err="1"/>
              <a:t>eNodeB</a:t>
            </a:r>
            <a:r>
              <a:rPr lang="es-ES" sz="1900" dirty="0"/>
              <a:t> con el </a:t>
            </a:r>
            <a:r>
              <a:rPr lang="es-ES" sz="1900" dirty="0" err="1"/>
              <a:t>edge</a:t>
            </a:r>
            <a:r>
              <a:rPr lang="es-ES" sz="1900" dirty="0"/>
              <a:t> </a:t>
            </a:r>
            <a:r>
              <a:rPr lang="es-ES" sz="1900" dirty="0" err="1"/>
              <a:t>router</a:t>
            </a:r>
            <a:r>
              <a:rPr lang="es-ES" sz="1900" dirty="0"/>
              <a:t> IP de salida.</a:t>
            </a:r>
          </a:p>
          <a:p>
            <a:pPr lvl="1"/>
            <a:r>
              <a:rPr lang="es-ES" sz="1900" dirty="0"/>
              <a:t>Estudio y elección de los </a:t>
            </a:r>
            <a:r>
              <a:rPr lang="es-ES" sz="1900" dirty="0" err="1"/>
              <a:t>eNodeB</a:t>
            </a:r>
            <a:r>
              <a:rPr lang="es-ES" sz="1900" dirty="0"/>
              <a:t> a emplear.</a:t>
            </a:r>
          </a:p>
          <a:p>
            <a:r>
              <a:rPr lang="es-ES" sz="2200" dirty="0"/>
              <a:t>Integración de las estaciones en la ciudad de forma discreta.</a:t>
            </a:r>
          </a:p>
          <a:p>
            <a:pPr lvl="0"/>
            <a:r>
              <a:rPr lang="es-ES" sz="2200" dirty="0"/>
              <a:t>Determinar el coste total de la solución propuesta.</a:t>
            </a:r>
          </a:p>
          <a:p>
            <a:pPr lvl="0"/>
            <a:r>
              <a:rPr lang="es-ES" sz="2200" dirty="0"/>
              <a:t>Aumento del número de clientes de la compañía en la ciudad.</a:t>
            </a:r>
          </a:p>
          <a:p>
            <a:pPr lvl="0"/>
            <a:r>
              <a:rPr lang="es-ES" sz="2200" dirty="0"/>
              <a:t>Mejor cobertura en las zonas más pobladas.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058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955431"/>
          </a:xfrm>
        </p:spPr>
        <p:txBody>
          <a:bodyPr/>
          <a:lstStyle/>
          <a:p>
            <a:r>
              <a:rPr lang="es-ES" sz="4800" dirty="0"/>
              <a:t>Project Charter - </a:t>
            </a:r>
            <a:r>
              <a:rPr lang="es-ES" sz="4000" dirty="0"/>
              <a:t>Requisitos</a:t>
            </a:r>
            <a:endParaRPr lang="es-ES" sz="44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5" y="1644162"/>
            <a:ext cx="8862319" cy="4345718"/>
          </a:xfrm>
        </p:spPr>
        <p:txBody>
          <a:bodyPr>
            <a:normAutofit/>
          </a:bodyPr>
          <a:lstStyle/>
          <a:p>
            <a:r>
              <a:rPr lang="es-ES" sz="2000" i="1" dirty="0"/>
              <a:t>Técnicos: </a:t>
            </a:r>
            <a:endParaRPr lang="es-ES" sz="2000" dirty="0"/>
          </a:p>
          <a:p>
            <a:pPr lvl="1"/>
            <a:r>
              <a:rPr lang="es-ES" sz="1800" dirty="0"/>
              <a:t>Funcionamiento ininterrumpido de los servicios actuales durante el despliegue.</a:t>
            </a:r>
          </a:p>
          <a:p>
            <a:pPr lvl="1"/>
            <a:r>
              <a:rPr lang="es-ES" sz="1800" dirty="0"/>
              <a:t>Reutilización de las antiguas infraestructuras.</a:t>
            </a:r>
          </a:p>
          <a:p>
            <a:r>
              <a:rPr lang="es-ES" sz="2000" i="1" dirty="0"/>
              <a:t>De empresa:</a:t>
            </a:r>
            <a:endParaRPr lang="es-ES" sz="2000" dirty="0"/>
          </a:p>
          <a:p>
            <a:pPr lvl="1"/>
            <a:r>
              <a:rPr lang="es-ES" sz="1800" dirty="0"/>
              <a:t>Elección de equipos según política de la empresa.</a:t>
            </a:r>
          </a:p>
          <a:p>
            <a:pPr lvl="1"/>
            <a:r>
              <a:rPr lang="es-ES" sz="1800" dirty="0"/>
              <a:t>Primar la contratación de empresas nacionales para la compra equipo.</a:t>
            </a:r>
          </a:p>
          <a:p>
            <a:pPr lvl="1"/>
            <a:r>
              <a:rPr lang="es-ES" sz="1800" dirty="0"/>
              <a:t>Cumplimiento de las políticas de seguridad de la empresa.</a:t>
            </a:r>
          </a:p>
          <a:p>
            <a:pPr lvl="1"/>
            <a:r>
              <a:rPr lang="es-ES" sz="1800" dirty="0"/>
              <a:t>Cumplimiento de las políticas corporativas de impacto medioambiental.</a:t>
            </a:r>
          </a:p>
          <a:p>
            <a:pPr lvl="1"/>
            <a:r>
              <a:rPr lang="es-ES" sz="1800" dirty="0"/>
              <a:t>Cumplimiento de las políticas de empresa para la contratación.</a:t>
            </a:r>
          </a:p>
          <a:p>
            <a:pPr lvl="1"/>
            <a:r>
              <a:rPr lang="es-ES" sz="1800" dirty="0"/>
              <a:t>Primar la contratación de ingenieros jóvenes ofreciendo formación técnica. 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181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885092"/>
          </a:xfrm>
        </p:spPr>
        <p:txBody>
          <a:bodyPr/>
          <a:lstStyle/>
          <a:p>
            <a:r>
              <a:rPr lang="es-ES" sz="4800" dirty="0"/>
              <a:t>Project Charter - </a:t>
            </a:r>
            <a:r>
              <a:rPr lang="es-ES" sz="4000" dirty="0"/>
              <a:t>Riesgos</a:t>
            </a:r>
            <a:r>
              <a:rPr lang="es-ES" dirty="0"/>
              <a:t>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5" y="1644162"/>
            <a:ext cx="8596668" cy="4221355"/>
          </a:xfrm>
        </p:spPr>
        <p:txBody>
          <a:bodyPr/>
          <a:lstStyle/>
          <a:p>
            <a:pPr lvl="0"/>
            <a:r>
              <a:rPr lang="es-ES" sz="2000" dirty="0"/>
              <a:t>Restricciones a la hora de situar las Estaciones Base:</a:t>
            </a:r>
          </a:p>
          <a:p>
            <a:pPr lvl="1"/>
            <a:r>
              <a:rPr lang="es-ES" sz="1800" dirty="0"/>
              <a:t>Zonas Culturales (Patrimonio histórico).</a:t>
            </a:r>
          </a:p>
          <a:p>
            <a:pPr lvl="1"/>
            <a:r>
              <a:rPr lang="es-ES" sz="1800" dirty="0"/>
              <a:t>Conservación de zonas naturales (Fauna y Flora).</a:t>
            </a:r>
          </a:p>
          <a:p>
            <a:pPr lvl="1"/>
            <a:r>
              <a:rPr lang="es-ES" sz="1800" dirty="0"/>
              <a:t>Negativa de los propietarios o responsables de los edificios.</a:t>
            </a:r>
          </a:p>
          <a:p>
            <a:pPr lvl="1"/>
            <a:r>
              <a:rPr lang="es-ES" sz="1800" dirty="0"/>
              <a:t>Licencias no concedidas.</a:t>
            </a:r>
          </a:p>
          <a:p>
            <a:pPr lvl="0"/>
            <a:r>
              <a:rPr lang="es-ES" sz="2000" dirty="0"/>
              <a:t>Retrasos de los proveedores.</a:t>
            </a:r>
          </a:p>
          <a:p>
            <a:pPr lvl="0"/>
            <a:r>
              <a:rPr lang="es-ES" sz="2000" dirty="0"/>
              <a:t>Retrasos de los operadores técnicos.</a:t>
            </a:r>
          </a:p>
          <a:p>
            <a:pPr lvl="0"/>
            <a:r>
              <a:rPr lang="es-ES" sz="2000" dirty="0"/>
              <a:t>Problemas con los equipos.</a:t>
            </a:r>
          </a:p>
          <a:p>
            <a:pPr lvl="0"/>
            <a:r>
              <a:rPr lang="es-ES" sz="2000" dirty="0"/>
              <a:t>La condición climatológica fría y lluviosa de la zona en invierno.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24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9073334" cy="867508"/>
          </a:xfrm>
        </p:spPr>
        <p:txBody>
          <a:bodyPr>
            <a:normAutofit fontScale="90000"/>
          </a:bodyPr>
          <a:lstStyle/>
          <a:p>
            <a:r>
              <a:rPr lang="es-ES" sz="5300" dirty="0"/>
              <a:t>Project Charter - </a:t>
            </a:r>
            <a:r>
              <a:rPr lang="es-ES" sz="4400" dirty="0"/>
              <a:t>Equipo</a:t>
            </a:r>
            <a:r>
              <a:rPr lang="es-ES" sz="4000" dirty="0"/>
              <a:t> </a:t>
            </a:r>
            <a:r>
              <a:rPr lang="es-ES" sz="4400" dirty="0"/>
              <a:t>de</a:t>
            </a:r>
            <a:r>
              <a:rPr lang="es-ES" sz="4000" dirty="0"/>
              <a:t> </a:t>
            </a:r>
            <a:r>
              <a:rPr lang="es-ES" sz="4400" dirty="0"/>
              <a:t>trabajo</a:t>
            </a:r>
            <a:endParaRPr lang="es-ES" sz="4800" dirty="0"/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684835"/>
              </p:ext>
            </p:extLst>
          </p:nvPr>
        </p:nvGraphicFramePr>
        <p:xfrm>
          <a:off x="1195755" y="1831418"/>
          <a:ext cx="6849205" cy="44161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82800">
                  <a:extLst>
                    <a:ext uri="{9D8B030D-6E8A-4147-A177-3AD203B41FA5}">
                      <a16:colId xmlns:a16="http://schemas.microsoft.com/office/drawing/2014/main" val="3526650319"/>
                    </a:ext>
                  </a:extLst>
                </a:gridCol>
                <a:gridCol w="2742424">
                  <a:extLst>
                    <a:ext uri="{9D8B030D-6E8A-4147-A177-3AD203B41FA5}">
                      <a16:colId xmlns:a16="http://schemas.microsoft.com/office/drawing/2014/main" val="2871510319"/>
                    </a:ext>
                  </a:extLst>
                </a:gridCol>
                <a:gridCol w="1823981">
                  <a:extLst>
                    <a:ext uri="{9D8B030D-6E8A-4147-A177-3AD203B41FA5}">
                      <a16:colId xmlns:a16="http://schemas.microsoft.com/office/drawing/2014/main" val="1136924500"/>
                    </a:ext>
                  </a:extLst>
                </a:gridCol>
              </a:tblGrid>
              <a:tr h="2508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Rol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Responsable</a:t>
                      </a:r>
                      <a:endParaRPr lang="es-E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Contacto</a:t>
                      </a:r>
                      <a:endParaRPr lang="es-E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522609"/>
                  </a:ext>
                </a:extLst>
              </a:tr>
              <a:tr h="5090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Patrocinador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Lucía Sánchez de la Mata</a:t>
                      </a:r>
                      <a:endParaRPr lang="es-E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direccion@donatel.es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9697620"/>
                  </a:ext>
                </a:extLst>
              </a:tr>
              <a:tr h="4775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Project Manager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Ana María de la Fuente Aguilar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ana.fuente@donatel.es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71107325"/>
                  </a:ext>
                </a:extLst>
              </a:tr>
              <a:tr h="6705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Encargado de Planificación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Miguel Maganto Pascual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m.maganto@donatel.es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3744632"/>
                  </a:ext>
                </a:extLst>
              </a:tr>
              <a:tr h="7242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Encargado de Planificación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Carlos Herranz Perdiguero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c.herranz@donatel.es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76234287"/>
                  </a:ext>
                </a:extLst>
              </a:tr>
              <a:tr h="50548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Especialista de equipos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Álvaro Sáez Contreras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a.saez@donatel.es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0121997"/>
                  </a:ext>
                </a:extLst>
              </a:tr>
              <a:tr h="4775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Encargado de pruebas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Roberto Chamorro Álvarez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r.chamorro@donatel.es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0689683"/>
                  </a:ext>
                </a:extLst>
              </a:tr>
              <a:tr h="5016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Encargado de estudios demográficos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Ionut-Bogdan Gheorghe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ib.gheorghe@donatel.es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96779865"/>
                  </a:ext>
                </a:extLst>
              </a:tr>
            </a:tbl>
          </a:graphicData>
        </a:graphic>
      </p:graphicFrame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551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30513" y="490330"/>
            <a:ext cx="8596668" cy="1320800"/>
          </a:xfrm>
        </p:spPr>
        <p:txBody>
          <a:bodyPr>
            <a:normAutofit/>
          </a:bodyPr>
          <a:lstStyle/>
          <a:p>
            <a:r>
              <a:rPr lang="es-ES" sz="4000" dirty="0"/>
              <a:t>Plan para la dirección del Proyecto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677335" y="1644162"/>
            <a:ext cx="8596668" cy="4221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91" indent="-342891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32" indent="-28574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Conjunto de documentos formalmente aprobados para dirigir la ejecución, monitorización, control y cierre del proyecto.</a:t>
            </a:r>
          </a:p>
          <a:p>
            <a:r>
              <a:rPr lang="es-ES" dirty="0"/>
              <a:t>Creado por: Project Manager + equipo del proyecto.</a:t>
            </a:r>
          </a:p>
          <a:p>
            <a:r>
              <a:rPr lang="es-ES" dirty="0"/>
              <a:t>Interrelacionado con el resto de áreas:</a:t>
            </a:r>
          </a:p>
          <a:p>
            <a:pPr lvl="1"/>
            <a:r>
              <a:rPr lang="es-ES" dirty="0"/>
              <a:t>Alcance</a:t>
            </a:r>
          </a:p>
        </p:txBody>
      </p:sp>
      <p:graphicFrame>
        <p:nvGraphicFramePr>
          <p:cNvPr id="7" name="Diagrama 6"/>
          <p:cNvGraphicFramePr/>
          <p:nvPr>
            <p:extLst>
              <p:ext uri="{D42A27DB-BD31-4B8C-83A1-F6EECF244321}">
                <p14:modId xmlns:p14="http://schemas.microsoft.com/office/powerpoint/2010/main" val="2130171896"/>
              </p:ext>
            </p:extLst>
          </p:nvPr>
        </p:nvGraphicFramePr>
        <p:xfrm>
          <a:off x="2127739" y="3182815"/>
          <a:ext cx="6216161" cy="3560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3436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677335" y="459536"/>
            <a:ext cx="8596668" cy="1320800"/>
          </a:xfrm>
        </p:spPr>
        <p:txBody>
          <a:bodyPr>
            <a:normAutofit/>
          </a:bodyPr>
          <a:lstStyle/>
          <a:p>
            <a:r>
              <a:rPr lang="es-ES" sz="4000" dirty="0"/>
              <a:t>Plan para la dirección del Proyecto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5" y="2094790"/>
            <a:ext cx="5409630" cy="3534733"/>
          </a:xfrm>
          <a:prstGeom prst="rect">
            <a:avLst/>
          </a:prstGeom>
        </p:spPr>
      </p:pic>
      <p:sp>
        <p:nvSpPr>
          <p:cNvPr id="10" name="Marcador de contenido 2"/>
          <p:cNvSpPr txBox="1">
            <a:spLocks/>
          </p:cNvSpPr>
          <p:nvPr/>
        </p:nvSpPr>
        <p:spPr>
          <a:xfrm>
            <a:off x="677335" y="1644162"/>
            <a:ext cx="3489148" cy="4221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91" indent="-342891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32" indent="-28574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dirty="0"/>
              <a:t>Tiempo</a:t>
            </a:r>
          </a:p>
        </p:txBody>
      </p:sp>
      <p:sp>
        <p:nvSpPr>
          <p:cNvPr id="11" name="Marcador de contenido 2"/>
          <p:cNvSpPr txBox="1">
            <a:spLocks/>
          </p:cNvSpPr>
          <p:nvPr/>
        </p:nvSpPr>
        <p:spPr>
          <a:xfrm>
            <a:off x="5717269" y="1475992"/>
            <a:ext cx="3489148" cy="243485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891" indent="-342891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32" indent="-28574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dirty="0"/>
              <a:t>Costes</a:t>
            </a:r>
          </a:p>
          <a:p>
            <a:pPr lvl="1"/>
            <a:r>
              <a:rPr lang="es-ES" dirty="0"/>
              <a:t>Calidad</a:t>
            </a:r>
          </a:p>
          <a:p>
            <a:pPr lvl="1"/>
            <a:r>
              <a:rPr lang="es-ES" dirty="0"/>
              <a:t>Recursos Humanos</a:t>
            </a:r>
          </a:p>
          <a:p>
            <a:pPr lvl="1"/>
            <a:r>
              <a:rPr lang="es-ES" dirty="0"/>
              <a:t>Comunicaciones</a:t>
            </a:r>
          </a:p>
          <a:p>
            <a:pPr lvl="1"/>
            <a:r>
              <a:rPr lang="es-ES" dirty="0"/>
              <a:t>Riesgos</a:t>
            </a:r>
          </a:p>
          <a:p>
            <a:pPr lvl="1"/>
            <a:r>
              <a:rPr lang="es-ES" dirty="0"/>
              <a:t>Interesados</a:t>
            </a:r>
          </a:p>
          <a:p>
            <a:pPr lvl="1"/>
            <a:r>
              <a:rPr lang="es-ES" dirty="0"/>
              <a:t>Etc.</a:t>
            </a:r>
          </a:p>
        </p:txBody>
      </p:sp>
      <p:sp>
        <p:nvSpPr>
          <p:cNvPr id="12" name="Marcador de contenido 2"/>
          <p:cNvSpPr txBox="1">
            <a:spLocks/>
          </p:cNvSpPr>
          <p:nvPr/>
        </p:nvSpPr>
        <p:spPr>
          <a:xfrm>
            <a:off x="6420920" y="4375641"/>
            <a:ext cx="3279672" cy="4221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91" indent="-342891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32" indent="-28574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8" lvl="1" indent="0">
              <a:buNone/>
            </a:pPr>
            <a:r>
              <a:rPr lang="es-ES" sz="3200" b="1" i="1" dirty="0">
                <a:solidFill>
                  <a:srgbClr val="92D050"/>
                </a:solidFill>
              </a:rPr>
              <a:t>…EN PROCESO…</a:t>
            </a:r>
          </a:p>
        </p:txBody>
      </p:sp>
    </p:spTree>
    <p:extLst>
      <p:ext uri="{BB962C8B-B14F-4D97-AF65-F5344CB8AC3E}">
        <p14:creationId xmlns:p14="http://schemas.microsoft.com/office/powerpoint/2010/main" val="1610629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985411" cy="885092"/>
          </a:xfrm>
        </p:spPr>
        <p:txBody>
          <a:bodyPr>
            <a:normAutofit/>
          </a:bodyPr>
          <a:lstStyle/>
          <a:p>
            <a:r>
              <a:rPr lang="es-ES" sz="4800" dirty="0"/>
              <a:t>Plan para la gestión del alcance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44162"/>
            <a:ext cx="8598551" cy="4950069"/>
          </a:xfrm>
        </p:spPr>
        <p:txBody>
          <a:bodyPr/>
          <a:lstStyle/>
          <a:p>
            <a:pPr lvl="0"/>
            <a:r>
              <a:rPr lang="es-ES" sz="2000" dirty="0"/>
              <a:t>Métodos y mecanismos para definir, desarrollar, monitorizar y verificar el alcance del proyecto.</a:t>
            </a:r>
          </a:p>
          <a:p>
            <a:pPr lvl="1"/>
            <a:r>
              <a:rPr lang="es-ES" sz="1800" dirty="0"/>
              <a:t>Determinar el alcance del proyecto de manera conjunta por el equipo responsable del proyecto, sujeto a la aceptación del director del proyecto.</a:t>
            </a:r>
          </a:p>
          <a:p>
            <a:pPr lvl="1"/>
            <a:r>
              <a:rPr lang="es-ES" sz="1800" dirty="0"/>
              <a:t>Generar el EDT, organizado por fases.</a:t>
            </a:r>
          </a:p>
          <a:p>
            <a:pPr lvl="1"/>
            <a:r>
              <a:rPr lang="es-ES" sz="1800" dirty="0"/>
              <a:t>Los entregables finalizados quedarán formalmente aceptados tras el visto bueno del sponsor. Su presentación la llevará a cabo el director del proyecto.</a:t>
            </a:r>
          </a:p>
          <a:p>
            <a:pPr lvl="1"/>
            <a:r>
              <a:rPr lang="es-ES" sz="1800" dirty="0"/>
              <a:t>Cualquier cambio que afecte a lo planificado deberá ser notificado, emitiendo un informe con los motivos que llevan a plantear una modificación del alcance.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127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985411" cy="885092"/>
          </a:xfrm>
        </p:spPr>
        <p:txBody>
          <a:bodyPr>
            <a:normAutofit/>
          </a:bodyPr>
          <a:lstStyle/>
          <a:p>
            <a:r>
              <a:rPr lang="es-ES" sz="4800" dirty="0"/>
              <a:t>Documentación de requisitos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5" y="1644162"/>
            <a:ext cx="8633720" cy="4950069"/>
          </a:xfrm>
        </p:spPr>
        <p:txBody>
          <a:bodyPr/>
          <a:lstStyle/>
          <a:p>
            <a:pPr lvl="0"/>
            <a:r>
              <a:rPr lang="es-ES" sz="2000" dirty="0"/>
              <a:t>Requisitos de los interesados.</a:t>
            </a:r>
          </a:p>
          <a:p>
            <a:pPr lvl="1"/>
            <a:r>
              <a:rPr lang="es-ES" sz="1800" dirty="0"/>
              <a:t>Primar contratación de ingenieros jóvenes, ofreciéndoles formación si es necesario.</a:t>
            </a:r>
          </a:p>
          <a:p>
            <a:pPr lvl="1"/>
            <a:r>
              <a:rPr lang="es-ES" sz="1800" dirty="0"/>
              <a:t>Equipos seleccionados aprobados por Telefónica.</a:t>
            </a:r>
          </a:p>
          <a:p>
            <a:pPr lvl="1"/>
            <a:r>
              <a:rPr lang="es-ES" sz="1800" dirty="0"/>
              <a:t>Políticas de protección histórica y medioambiental.</a:t>
            </a:r>
          </a:p>
          <a:p>
            <a:pPr lvl="0"/>
            <a:r>
              <a:rPr lang="es-ES" sz="2000" dirty="0"/>
              <a:t>Requisitos internos al proyecto.</a:t>
            </a:r>
          </a:p>
          <a:p>
            <a:pPr lvl="1"/>
            <a:r>
              <a:rPr lang="es-ES" sz="1800" dirty="0"/>
              <a:t>Lograr una cobertura superior al 90% del territorio de Alcalá de Henares.</a:t>
            </a:r>
          </a:p>
          <a:p>
            <a:pPr lvl="1"/>
            <a:r>
              <a:rPr lang="es-ES" sz="1800" dirty="0"/>
              <a:t>Plan para evitar caídas de la red previa durante el despliegue.</a:t>
            </a:r>
          </a:p>
          <a:p>
            <a:pPr lvl="1"/>
            <a:r>
              <a:rPr lang="es-ES" sz="1800" dirty="0"/>
              <a:t>Reuniones quincenales con el equipo del proyecto para monitorizar el avance.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89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985411" cy="885092"/>
          </a:xfrm>
        </p:spPr>
        <p:txBody>
          <a:bodyPr>
            <a:normAutofit/>
          </a:bodyPr>
          <a:lstStyle/>
          <a:p>
            <a:r>
              <a:rPr lang="es-ES" sz="4800" dirty="0"/>
              <a:t>Documentación de requisitos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5" y="1644162"/>
            <a:ext cx="8633720" cy="4950069"/>
          </a:xfrm>
        </p:spPr>
        <p:txBody>
          <a:bodyPr/>
          <a:lstStyle/>
          <a:p>
            <a:pPr lvl="0"/>
            <a:r>
              <a:rPr lang="es-ES" sz="2000" dirty="0"/>
              <a:t>Requisitos generales del proyecto.</a:t>
            </a:r>
          </a:p>
          <a:p>
            <a:pPr lvl="1"/>
            <a:r>
              <a:rPr lang="es-ES" sz="1800" dirty="0"/>
              <a:t>Situación actual del despliegue del operador Telefónica.</a:t>
            </a:r>
          </a:p>
          <a:p>
            <a:pPr lvl="1"/>
            <a:r>
              <a:rPr lang="es-ES" sz="1800" dirty="0"/>
              <a:t>Estudio demográfico de Alcalá de Henares.</a:t>
            </a:r>
          </a:p>
          <a:p>
            <a:pPr lvl="1"/>
            <a:r>
              <a:rPr lang="es-ES" sz="1800" dirty="0"/>
              <a:t>Estudio de los proveedores de estaciones base </a:t>
            </a:r>
            <a:r>
              <a:rPr lang="es-ES" sz="1800" dirty="0" err="1"/>
              <a:t>eNodeB</a:t>
            </a:r>
            <a:r>
              <a:rPr lang="es-ES" sz="1800" dirty="0"/>
              <a:t> (LTE).</a:t>
            </a:r>
          </a:p>
          <a:p>
            <a:pPr lvl="1"/>
            <a:r>
              <a:rPr lang="es-ES" sz="1800" dirty="0"/>
              <a:t>Determinación del número, localización y características de los emplazamientos de estaciones base.</a:t>
            </a:r>
          </a:p>
          <a:p>
            <a:pPr lvl="1"/>
            <a:r>
              <a:rPr lang="es-ES" sz="1800" dirty="0"/>
              <a:t>Diseño de la red de acceso.</a:t>
            </a:r>
          </a:p>
          <a:p>
            <a:pPr lvl="1"/>
            <a:r>
              <a:rPr lang="es-ES" sz="1800" dirty="0"/>
              <a:t>Determinación del coste de la solución en términos de inversión total.</a:t>
            </a:r>
          </a:p>
          <a:p>
            <a:pPr lvl="1"/>
            <a:r>
              <a:rPr lang="es-ES" sz="1800" dirty="0"/>
              <a:t>Soluciones de camuflaje para las estaciones base en zonas sensibles.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53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295466" cy="885092"/>
          </a:xfrm>
        </p:spPr>
        <p:txBody>
          <a:bodyPr>
            <a:normAutofit/>
          </a:bodyPr>
          <a:lstStyle/>
          <a:p>
            <a:r>
              <a:rPr lang="es-ES" sz="4800" dirty="0"/>
              <a:t>Enunciado del alcance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44162"/>
            <a:ext cx="8903393" cy="4950069"/>
          </a:xfrm>
        </p:spPr>
        <p:txBody>
          <a:bodyPr/>
          <a:lstStyle/>
          <a:p>
            <a:pPr lvl="0"/>
            <a:r>
              <a:rPr lang="es-ES" sz="2000" dirty="0"/>
              <a:t>El objetivo final es el despliegue de una red LTE en Alcalá de Henares.</a:t>
            </a:r>
          </a:p>
          <a:p>
            <a:pPr lvl="1"/>
            <a:r>
              <a:rPr lang="es-ES" sz="1800" dirty="0"/>
              <a:t>Estudio demográfico para conocer las necesidades de la ciudad.</a:t>
            </a:r>
          </a:p>
          <a:p>
            <a:pPr lvl="1"/>
            <a:r>
              <a:rPr lang="es-ES" sz="1800" dirty="0"/>
              <a:t>Reutilizar infraestructura para lograr un proyecto más eficiente.</a:t>
            </a:r>
          </a:p>
          <a:p>
            <a:pPr lvl="1"/>
            <a:r>
              <a:rPr lang="es-ES" sz="1800" dirty="0"/>
              <a:t>Escoger equipos que más se adapten a los criterios de búsqueda.</a:t>
            </a:r>
          </a:p>
          <a:p>
            <a:pPr lvl="1"/>
            <a:r>
              <a:rPr lang="es-ES" sz="1800" dirty="0"/>
              <a:t>Generar un informe técnico-económico justificando la solución propuesta.</a:t>
            </a:r>
          </a:p>
          <a:p>
            <a:pPr lvl="0"/>
            <a:r>
              <a:rPr lang="es-ES" sz="2000" dirty="0"/>
              <a:t>Entorno competitivo.</a:t>
            </a:r>
          </a:p>
          <a:p>
            <a:pPr lvl="1"/>
            <a:r>
              <a:rPr lang="es-ES" sz="1800" dirty="0"/>
              <a:t>El proyecto será aceptado si supera a las propuestas del resto de consultoras.</a:t>
            </a:r>
          </a:p>
          <a:p>
            <a:pPr lvl="0"/>
            <a:r>
              <a:rPr lang="es-ES" sz="2000" dirty="0"/>
              <a:t>Se definen una serie de entregables a completar para el desarrollo del proyecto.</a:t>
            </a:r>
            <a:endParaRPr lang="es-ES" sz="1800" dirty="0"/>
          </a:p>
          <a:p>
            <a:pPr lvl="1"/>
            <a:r>
              <a:rPr lang="es-ES" sz="1800" dirty="0"/>
              <a:t>Fase de Planificación.</a:t>
            </a:r>
          </a:p>
          <a:p>
            <a:pPr lvl="1"/>
            <a:r>
              <a:rPr lang="es-ES" sz="1800" dirty="0"/>
              <a:t>Fase de Ejecución.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953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295466" cy="885092"/>
          </a:xfrm>
        </p:spPr>
        <p:txBody>
          <a:bodyPr>
            <a:normAutofit/>
          </a:bodyPr>
          <a:lstStyle/>
          <a:p>
            <a:r>
              <a:rPr lang="es-ES" sz="4800" dirty="0"/>
              <a:t>Enunciado del alcance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44162"/>
            <a:ext cx="8903393" cy="5213838"/>
          </a:xfrm>
        </p:spPr>
        <p:txBody>
          <a:bodyPr>
            <a:normAutofit/>
          </a:bodyPr>
          <a:lstStyle/>
          <a:p>
            <a:pPr lvl="1"/>
            <a:r>
              <a:rPr lang="es-ES" sz="1800" dirty="0"/>
              <a:t>Fase de Planificación.</a:t>
            </a:r>
          </a:p>
          <a:p>
            <a:pPr lvl="2"/>
            <a:r>
              <a:rPr lang="es-ES" sz="1600" dirty="0"/>
              <a:t>Estudio demográfico de la ciudad de Alcalá de Henares.</a:t>
            </a:r>
          </a:p>
          <a:p>
            <a:pPr lvl="2"/>
            <a:r>
              <a:rPr lang="es-ES" sz="1600" dirty="0"/>
              <a:t>Estudio del despliegue actual de Telefónica para tecnologías precedentes.</a:t>
            </a:r>
          </a:p>
          <a:p>
            <a:pPr lvl="2"/>
            <a:r>
              <a:rPr lang="es-ES" sz="1600" dirty="0"/>
              <a:t>Estudio de diferentes equipos que pueden ser empleados.</a:t>
            </a:r>
          </a:p>
          <a:p>
            <a:pPr lvl="2"/>
            <a:r>
              <a:rPr lang="es-ES" sz="1600" dirty="0"/>
              <a:t>Determinación de estaciones base que puedan ser reutilizadas en LTE.</a:t>
            </a:r>
          </a:p>
          <a:p>
            <a:pPr lvl="1"/>
            <a:r>
              <a:rPr lang="es-ES" sz="1800" dirty="0"/>
              <a:t>Fase de Ejecución.</a:t>
            </a:r>
          </a:p>
          <a:p>
            <a:pPr lvl="2"/>
            <a:r>
              <a:rPr lang="es-ES" sz="1600" dirty="0"/>
              <a:t>Diseño de la red </a:t>
            </a:r>
            <a:r>
              <a:rPr lang="es-ES" sz="1600"/>
              <a:t>de acceso.</a:t>
            </a:r>
            <a:endParaRPr lang="es-ES" sz="1600" dirty="0"/>
          </a:p>
          <a:p>
            <a:pPr lvl="2"/>
            <a:r>
              <a:rPr lang="es-ES" sz="1600" dirty="0"/>
              <a:t>Obtención de permisos.</a:t>
            </a:r>
          </a:p>
          <a:p>
            <a:pPr lvl="2"/>
            <a:r>
              <a:rPr lang="es-ES" sz="1600" dirty="0"/>
              <a:t>Adquisición de materiales de prueba.</a:t>
            </a:r>
          </a:p>
          <a:p>
            <a:pPr lvl="2"/>
            <a:r>
              <a:rPr lang="es-ES" sz="1600" dirty="0"/>
              <a:t>Medidas y ajustes de equipos.</a:t>
            </a:r>
          </a:p>
          <a:p>
            <a:pPr lvl="2"/>
            <a:r>
              <a:rPr lang="es-ES" sz="1600" dirty="0"/>
              <a:t>Pruebas de cobertura.</a:t>
            </a:r>
          </a:p>
          <a:p>
            <a:pPr lvl="2"/>
            <a:r>
              <a:rPr lang="es-ES" sz="1600" dirty="0"/>
              <a:t>Plan para la mimetización de las estaciones base.</a:t>
            </a:r>
          </a:p>
          <a:p>
            <a:pPr lvl="2"/>
            <a:r>
              <a:rPr lang="es-ES" sz="1600" dirty="0"/>
              <a:t>Informe de la planificación con las características técnico-económicas.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132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295466" cy="885092"/>
          </a:xfrm>
        </p:spPr>
        <p:txBody>
          <a:bodyPr>
            <a:normAutofit/>
          </a:bodyPr>
          <a:lstStyle/>
          <a:p>
            <a:r>
              <a:rPr lang="es-ES" sz="4800" dirty="0"/>
              <a:t>Enunciado del alcance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44162"/>
            <a:ext cx="9176350" cy="4950069"/>
          </a:xfrm>
        </p:spPr>
        <p:txBody>
          <a:bodyPr/>
          <a:lstStyle/>
          <a:p>
            <a:pPr lvl="0"/>
            <a:r>
              <a:rPr lang="es-ES" sz="2000" dirty="0"/>
              <a:t>Queda fuera del alcance del proyecto el despliegue de la red 3G/LTE.</a:t>
            </a:r>
          </a:p>
          <a:p>
            <a:pPr lvl="0"/>
            <a:r>
              <a:rPr lang="es-ES" sz="2000" dirty="0"/>
              <a:t>Restricciones.</a:t>
            </a:r>
          </a:p>
          <a:p>
            <a:pPr lvl="1"/>
            <a:r>
              <a:rPr lang="es-ES" sz="1800" dirty="0"/>
              <a:t>Problemas con la concesión de permisos para establecer estaciones base.</a:t>
            </a:r>
          </a:p>
          <a:p>
            <a:pPr lvl="1"/>
            <a:r>
              <a:rPr lang="es-ES" sz="1800" dirty="0"/>
              <a:t>Regulación de la ciudad sobre el establecimiento de estaciones base.</a:t>
            </a:r>
          </a:p>
          <a:p>
            <a:pPr lvl="1"/>
            <a:r>
              <a:rPr lang="es-ES" sz="1800" dirty="0"/>
              <a:t>Los equipos adquiridos se adecúan a lo especificado y funcionan correctamente.</a:t>
            </a:r>
          </a:p>
          <a:p>
            <a:pPr lvl="1"/>
            <a:r>
              <a:rPr lang="es-ES" sz="1800" dirty="0"/>
              <a:t>Zonas de sombra que obliguen a modificar una localización prevista.</a:t>
            </a:r>
          </a:p>
          <a:p>
            <a:pPr lvl="0"/>
            <a:r>
              <a:rPr lang="es-ES" sz="2000" dirty="0"/>
              <a:t>Supuestos.</a:t>
            </a:r>
            <a:endParaRPr lang="es-ES" sz="1800" dirty="0"/>
          </a:p>
          <a:p>
            <a:pPr lvl="1"/>
            <a:r>
              <a:rPr lang="es-ES" sz="1800" dirty="0"/>
              <a:t>Posesión de las licencias necesarias para la implementación de tecnología LTE.</a:t>
            </a:r>
          </a:p>
          <a:p>
            <a:pPr lvl="1"/>
            <a:r>
              <a:rPr lang="es-ES" sz="1800" dirty="0"/>
              <a:t>Ayuntamiento dispuesto a colaborar.</a:t>
            </a:r>
          </a:p>
          <a:p>
            <a:pPr lvl="1"/>
            <a:r>
              <a:rPr lang="es-ES" sz="1800" dirty="0"/>
              <a:t>Las estaciones 3G de Telefónica que se pretenden reutilizar cuentan con espacio suficiente para estableces los nuevos equipos de tecnología LTE.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745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295466" cy="885092"/>
          </a:xfrm>
        </p:spPr>
        <p:txBody>
          <a:bodyPr>
            <a:normAutofit/>
          </a:bodyPr>
          <a:lstStyle/>
          <a:p>
            <a:r>
              <a:rPr lang="es-ES" sz="4800" dirty="0"/>
              <a:t>EDT</a:t>
            </a:r>
            <a:endParaRPr lang="es-ES" dirty="0"/>
          </a:p>
        </p:txBody>
      </p:sp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4257523360"/>
              </p:ext>
            </p:extLst>
          </p:nvPr>
        </p:nvGraphicFramePr>
        <p:xfrm>
          <a:off x="1010529" y="378069"/>
          <a:ext cx="8924779" cy="63026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37772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868</TotalTime>
  <Words>1184</Words>
  <Application>Microsoft Office PowerPoint</Application>
  <PresentationFormat>Panorámica</PresentationFormat>
  <Paragraphs>199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Arial</vt:lpstr>
      <vt:lpstr>Calibri</vt:lpstr>
      <vt:lpstr>Times New Roman</vt:lpstr>
      <vt:lpstr>Trebuchet MS</vt:lpstr>
      <vt:lpstr>Wingdings 3</vt:lpstr>
      <vt:lpstr>Faceta</vt:lpstr>
      <vt:lpstr>DONATEL</vt:lpstr>
      <vt:lpstr>Contexto</vt:lpstr>
      <vt:lpstr>Enunciado del proyecto</vt:lpstr>
      <vt:lpstr>Project Charter - Objetivos </vt:lpstr>
      <vt:lpstr>Project Charter - Requisitos</vt:lpstr>
      <vt:lpstr>Project Charter - Riesgos </vt:lpstr>
      <vt:lpstr>Project Charter - Equipo de trabajo</vt:lpstr>
      <vt:lpstr>Plan para la dirección del Proyecto</vt:lpstr>
      <vt:lpstr>Plan para la dirección del Proyecto</vt:lpstr>
      <vt:lpstr>Plan para la gestión del alcance</vt:lpstr>
      <vt:lpstr>Documentación de requisitos</vt:lpstr>
      <vt:lpstr>Documentación de requisitos</vt:lpstr>
      <vt:lpstr>Enunciado del alcance</vt:lpstr>
      <vt:lpstr>Enunciado del alcance</vt:lpstr>
      <vt:lpstr>Enunciado del alcance</vt:lpstr>
      <vt:lpstr>EDT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DONATEL</dc:title>
  <dc:creator>Carlos Herranz Perdiguero</dc:creator>
  <cp:lastModifiedBy>Ana Maria de la Fuente Aguilar</cp:lastModifiedBy>
  <cp:revision>88</cp:revision>
  <dcterms:created xsi:type="dcterms:W3CDTF">2016-05-09T08:14:16Z</dcterms:created>
  <dcterms:modified xsi:type="dcterms:W3CDTF">2016-12-08T11:34:28Z</dcterms:modified>
</cp:coreProperties>
</file>